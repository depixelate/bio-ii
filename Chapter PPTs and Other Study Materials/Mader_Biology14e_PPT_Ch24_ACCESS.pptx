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theme/theme3.xml" ContentType="application/vnd.openxmlformats-officedocument.theme+xml"/>
  <Override PartName="/ppt/slideLayouts/slideLayout14.xml" ContentType="application/vnd.openxmlformats-officedocument.presentationml.slideLayout+xml"/>
  <Override PartName="/ppt/theme/theme4.xml" ContentType="application/vnd.openxmlformats-officedocument.theme+xml"/>
  <Override PartName="/ppt/slideLayouts/slideLayout15.xml" ContentType="application/vnd.openxmlformats-officedocument.presentationml.slideLayout+xml"/>
  <Override PartName="/ppt/theme/theme5.xml" ContentType="application/vnd.openxmlformats-officedocument.theme+xml"/>
  <Override PartName="/ppt/slideLayouts/slideLayout16.xml" ContentType="application/vnd.openxmlformats-officedocument.presentationml.slideLayout+xml"/>
  <Override PartName="/ppt/theme/theme6.xml" ContentType="application/vnd.openxmlformats-officedocument.theme+xml"/>
  <Override PartName="/ppt/slideLayouts/slideLayout17.xml" ContentType="application/vnd.openxmlformats-officedocument.presentationml.slideLayout+xml"/>
  <Override PartName="/ppt/theme/theme7.xml" ContentType="application/vnd.openxmlformats-officedocument.theme+xml"/>
  <Override PartName="/ppt/slideLayouts/slideLayout18.xml" ContentType="application/vnd.openxmlformats-officedocument.presentationml.slideLayout+xml"/>
  <Override PartName="/ppt/theme/theme8.xml" ContentType="application/vnd.openxmlformats-officedocument.theme+xml"/>
  <Override PartName="/ppt/theme/theme9.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75" r:id="rId2"/>
    <p:sldMasterId id="2147483678" r:id="rId3"/>
    <p:sldMasterId id="2147483680" r:id="rId4"/>
    <p:sldMasterId id="2147483682" r:id="rId5"/>
    <p:sldMasterId id="2147483684" r:id="rId6"/>
    <p:sldMasterId id="2147483686" r:id="rId7"/>
    <p:sldMasterId id="2147483688" r:id="rId8"/>
  </p:sldMasterIdLst>
  <p:notesMasterIdLst>
    <p:notesMasterId r:id="rId82"/>
  </p:notesMasterIdLst>
  <p:sldIdLst>
    <p:sldId id="256" r:id="rId9"/>
    <p:sldId id="262" r:id="rId10"/>
    <p:sldId id="263" r:id="rId11"/>
    <p:sldId id="265" r:id="rId12"/>
    <p:sldId id="266" r:id="rId13"/>
    <p:sldId id="267" r:id="rId14"/>
    <p:sldId id="268" r:id="rId15"/>
    <p:sldId id="269" r:id="rId16"/>
    <p:sldId id="270" r:id="rId17"/>
    <p:sldId id="271" r:id="rId18"/>
    <p:sldId id="281" r:id="rId19"/>
    <p:sldId id="272" r:id="rId20"/>
    <p:sldId id="273" r:id="rId21"/>
    <p:sldId id="274" r:id="rId22"/>
    <p:sldId id="275" r:id="rId23"/>
    <p:sldId id="276" r:id="rId24"/>
    <p:sldId id="277" r:id="rId25"/>
    <p:sldId id="278" r:id="rId26"/>
    <p:sldId id="279" r:id="rId27"/>
    <p:sldId id="280" r:id="rId28"/>
    <p:sldId id="291" r:id="rId29"/>
    <p:sldId id="282" r:id="rId30"/>
    <p:sldId id="283" r:id="rId31"/>
    <p:sldId id="284" r:id="rId32"/>
    <p:sldId id="285" r:id="rId33"/>
    <p:sldId id="286" r:id="rId34"/>
    <p:sldId id="287" r:id="rId35"/>
    <p:sldId id="288" r:id="rId36"/>
    <p:sldId id="289" r:id="rId37"/>
    <p:sldId id="290"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 id="312" r:id="rId59"/>
    <p:sldId id="313" r:id="rId60"/>
    <p:sldId id="314" r:id="rId61"/>
    <p:sldId id="315" r:id="rId62"/>
    <p:sldId id="316" r:id="rId63"/>
    <p:sldId id="264" r:id="rId64"/>
    <p:sldId id="259" r:id="rId65"/>
    <p:sldId id="319" r:id="rId66"/>
    <p:sldId id="320" r:id="rId67"/>
    <p:sldId id="323" r:id="rId68"/>
    <p:sldId id="324" r:id="rId69"/>
    <p:sldId id="325" r:id="rId70"/>
    <p:sldId id="326" r:id="rId71"/>
    <p:sldId id="327" r:id="rId72"/>
    <p:sldId id="328" r:id="rId73"/>
    <p:sldId id="329" r:id="rId74"/>
    <p:sldId id="330" r:id="rId75"/>
    <p:sldId id="260" r:id="rId76"/>
    <p:sldId id="331" r:id="rId77"/>
    <p:sldId id="332" r:id="rId78"/>
    <p:sldId id="321" r:id="rId79"/>
    <p:sldId id="317" r:id="rId80"/>
    <p:sldId id="322" r:id="rId8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in Content" id="{89EE48B6-907B-46A8-B9CB-C0A5F4E9B501}">
          <p14:sldIdLst>
            <p14:sldId id="256"/>
            <p14:sldId id="262"/>
            <p14:sldId id="263"/>
            <p14:sldId id="265"/>
            <p14:sldId id="266"/>
            <p14:sldId id="267"/>
            <p14:sldId id="268"/>
            <p14:sldId id="269"/>
            <p14:sldId id="270"/>
            <p14:sldId id="271"/>
            <p14:sldId id="281"/>
            <p14:sldId id="272"/>
            <p14:sldId id="273"/>
            <p14:sldId id="274"/>
            <p14:sldId id="275"/>
            <p14:sldId id="276"/>
            <p14:sldId id="277"/>
            <p14:sldId id="278"/>
            <p14:sldId id="279"/>
            <p14:sldId id="280"/>
            <p14:sldId id="291"/>
            <p14:sldId id="282"/>
            <p14:sldId id="283"/>
            <p14:sldId id="284"/>
            <p14:sldId id="285"/>
            <p14:sldId id="286"/>
            <p14:sldId id="287"/>
            <p14:sldId id="288"/>
            <p14:sldId id="289"/>
            <p14:sldId id="290"/>
            <p14:sldId id="292"/>
            <p14:sldId id="293"/>
            <p14:sldId id="294"/>
            <p14:sldId id="295"/>
            <p14:sldId id="296"/>
            <p14:sldId id="297"/>
            <p14:sldId id="298"/>
            <p14:sldId id="299"/>
            <p14:sldId id="300"/>
            <p14:sldId id="301"/>
            <p14:sldId id="302"/>
            <p14:sldId id="303"/>
            <p14:sldId id="304"/>
            <p14:sldId id="305"/>
            <p14:sldId id="306"/>
            <p14:sldId id="307"/>
            <p14:sldId id="308"/>
            <p14:sldId id="309"/>
            <p14:sldId id="310"/>
            <p14:sldId id="311"/>
            <p14:sldId id="312"/>
            <p14:sldId id="313"/>
            <p14:sldId id="314"/>
            <p14:sldId id="315"/>
            <p14:sldId id="316"/>
            <p14:sldId id="264"/>
          </p14:sldIdLst>
        </p14:section>
        <p14:section name="Appendix: Image Descriptions for Unsighted Students" id="{190CAB3E-E7E3-4FE1-933B-0DC940C329C4}">
          <p14:sldIdLst>
            <p14:sldId id="259"/>
            <p14:sldId id="319"/>
            <p14:sldId id="320"/>
            <p14:sldId id="323"/>
            <p14:sldId id="324"/>
            <p14:sldId id="325"/>
            <p14:sldId id="326"/>
            <p14:sldId id="327"/>
            <p14:sldId id="328"/>
            <p14:sldId id="329"/>
            <p14:sldId id="330"/>
            <p14:sldId id="260"/>
            <p14:sldId id="331"/>
            <p14:sldId id="332"/>
            <p14:sldId id="321"/>
            <p14:sldId id="317"/>
            <p14:sldId id="32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5467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076" autoAdjust="0"/>
    <p:restoredTop sz="86391" autoAdjust="0"/>
  </p:normalViewPr>
  <p:slideViewPr>
    <p:cSldViewPr snapToGrid="0">
      <p:cViewPr varScale="1">
        <p:scale>
          <a:sx n="95" d="100"/>
          <a:sy n="95" d="100"/>
        </p:scale>
        <p:origin x="2328" y="84"/>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18.xml"/><Relationship Id="rId21" Type="http://schemas.openxmlformats.org/officeDocument/2006/relationships/slide" Target="slides/slide13.xml"/><Relationship Id="rId42" Type="http://schemas.openxmlformats.org/officeDocument/2006/relationships/slide" Target="slides/slide34.xml"/><Relationship Id="rId47" Type="http://schemas.openxmlformats.org/officeDocument/2006/relationships/slide" Target="slides/slide39.xml"/><Relationship Id="rId63" Type="http://schemas.openxmlformats.org/officeDocument/2006/relationships/slide" Target="slides/slide55.xml"/><Relationship Id="rId68" Type="http://schemas.openxmlformats.org/officeDocument/2006/relationships/slide" Target="slides/slide60.xml"/><Relationship Id="rId84" Type="http://schemas.openxmlformats.org/officeDocument/2006/relationships/viewProps" Target="viewProps.xml"/><Relationship Id="rId16" Type="http://schemas.openxmlformats.org/officeDocument/2006/relationships/slide" Target="slides/slide8.xml"/><Relationship Id="rId11" Type="http://schemas.openxmlformats.org/officeDocument/2006/relationships/slide" Target="slides/slide3.xml"/><Relationship Id="rId32" Type="http://schemas.openxmlformats.org/officeDocument/2006/relationships/slide" Target="slides/slide24.xml"/><Relationship Id="rId37" Type="http://schemas.openxmlformats.org/officeDocument/2006/relationships/slide" Target="slides/slide29.xml"/><Relationship Id="rId53" Type="http://schemas.openxmlformats.org/officeDocument/2006/relationships/slide" Target="slides/slide45.xml"/><Relationship Id="rId58" Type="http://schemas.openxmlformats.org/officeDocument/2006/relationships/slide" Target="slides/slide50.xml"/><Relationship Id="rId74" Type="http://schemas.openxmlformats.org/officeDocument/2006/relationships/slide" Target="slides/slide66.xml"/><Relationship Id="rId79" Type="http://schemas.openxmlformats.org/officeDocument/2006/relationships/slide" Target="slides/slide71.xml"/><Relationship Id="rId5" Type="http://schemas.openxmlformats.org/officeDocument/2006/relationships/slideMaster" Target="slideMasters/slideMaster5.xml"/><Relationship Id="rId19" Type="http://schemas.openxmlformats.org/officeDocument/2006/relationships/slide" Target="slides/slide1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slide" Target="slides/slide27.xml"/><Relationship Id="rId43" Type="http://schemas.openxmlformats.org/officeDocument/2006/relationships/slide" Target="slides/slide35.xml"/><Relationship Id="rId48" Type="http://schemas.openxmlformats.org/officeDocument/2006/relationships/slide" Target="slides/slide40.xml"/><Relationship Id="rId56" Type="http://schemas.openxmlformats.org/officeDocument/2006/relationships/slide" Target="slides/slide48.xml"/><Relationship Id="rId64" Type="http://schemas.openxmlformats.org/officeDocument/2006/relationships/slide" Target="slides/slide56.xml"/><Relationship Id="rId69" Type="http://schemas.openxmlformats.org/officeDocument/2006/relationships/slide" Target="slides/slide61.xml"/><Relationship Id="rId77" Type="http://schemas.openxmlformats.org/officeDocument/2006/relationships/slide" Target="slides/slide69.xml"/><Relationship Id="rId8" Type="http://schemas.openxmlformats.org/officeDocument/2006/relationships/slideMaster" Target="slideMasters/slideMaster8.xml"/><Relationship Id="rId51" Type="http://schemas.openxmlformats.org/officeDocument/2006/relationships/slide" Target="slides/slide43.xml"/><Relationship Id="rId72" Type="http://schemas.openxmlformats.org/officeDocument/2006/relationships/slide" Target="slides/slide64.xml"/><Relationship Id="rId80" Type="http://schemas.openxmlformats.org/officeDocument/2006/relationships/slide" Target="slides/slide72.xml"/><Relationship Id="rId85" Type="http://schemas.openxmlformats.org/officeDocument/2006/relationships/theme" Target="theme/theme1.xml"/><Relationship Id="rId3" Type="http://schemas.openxmlformats.org/officeDocument/2006/relationships/slideMaster" Target="slideMasters/slideMaster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38" Type="http://schemas.openxmlformats.org/officeDocument/2006/relationships/slide" Target="slides/slide30.xml"/><Relationship Id="rId46" Type="http://schemas.openxmlformats.org/officeDocument/2006/relationships/slide" Target="slides/slide38.xml"/><Relationship Id="rId59" Type="http://schemas.openxmlformats.org/officeDocument/2006/relationships/slide" Target="slides/slide51.xml"/><Relationship Id="rId67" Type="http://schemas.openxmlformats.org/officeDocument/2006/relationships/slide" Target="slides/slide59.xml"/><Relationship Id="rId20" Type="http://schemas.openxmlformats.org/officeDocument/2006/relationships/slide" Target="slides/slide12.xml"/><Relationship Id="rId41" Type="http://schemas.openxmlformats.org/officeDocument/2006/relationships/slide" Target="slides/slide33.xml"/><Relationship Id="rId54" Type="http://schemas.openxmlformats.org/officeDocument/2006/relationships/slide" Target="slides/slide46.xml"/><Relationship Id="rId62" Type="http://schemas.openxmlformats.org/officeDocument/2006/relationships/slide" Target="slides/slide54.xml"/><Relationship Id="rId70" Type="http://schemas.openxmlformats.org/officeDocument/2006/relationships/slide" Target="slides/slide62.xml"/><Relationship Id="rId75" Type="http://schemas.openxmlformats.org/officeDocument/2006/relationships/slide" Target="slides/slide67.xml"/><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slide" Target="slides/slide28.xml"/><Relationship Id="rId49" Type="http://schemas.openxmlformats.org/officeDocument/2006/relationships/slide" Target="slides/slide41.xml"/><Relationship Id="rId57" Type="http://schemas.openxmlformats.org/officeDocument/2006/relationships/slide" Target="slides/slide49.xml"/><Relationship Id="rId10" Type="http://schemas.openxmlformats.org/officeDocument/2006/relationships/slide" Target="slides/slide2.xml"/><Relationship Id="rId31" Type="http://schemas.openxmlformats.org/officeDocument/2006/relationships/slide" Target="slides/slide23.xml"/><Relationship Id="rId44" Type="http://schemas.openxmlformats.org/officeDocument/2006/relationships/slide" Target="slides/slide36.xml"/><Relationship Id="rId52" Type="http://schemas.openxmlformats.org/officeDocument/2006/relationships/slide" Target="slides/slide44.xml"/><Relationship Id="rId60" Type="http://schemas.openxmlformats.org/officeDocument/2006/relationships/slide" Target="slides/slide52.xml"/><Relationship Id="rId65" Type="http://schemas.openxmlformats.org/officeDocument/2006/relationships/slide" Target="slides/slide57.xml"/><Relationship Id="rId73" Type="http://schemas.openxmlformats.org/officeDocument/2006/relationships/slide" Target="slides/slide65.xml"/><Relationship Id="rId78" Type="http://schemas.openxmlformats.org/officeDocument/2006/relationships/slide" Target="slides/slide70.xml"/><Relationship Id="rId81" Type="http://schemas.openxmlformats.org/officeDocument/2006/relationships/slide" Target="slides/slide73.xml"/><Relationship Id="rId86"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1.xml"/><Relationship Id="rId13" Type="http://schemas.openxmlformats.org/officeDocument/2006/relationships/slide" Target="slides/slide5.xml"/><Relationship Id="rId18" Type="http://schemas.openxmlformats.org/officeDocument/2006/relationships/slide" Target="slides/slide10.xml"/><Relationship Id="rId39" Type="http://schemas.openxmlformats.org/officeDocument/2006/relationships/slide" Target="slides/slide31.xml"/><Relationship Id="rId34" Type="http://schemas.openxmlformats.org/officeDocument/2006/relationships/slide" Target="slides/slide26.xml"/><Relationship Id="rId50" Type="http://schemas.openxmlformats.org/officeDocument/2006/relationships/slide" Target="slides/slide42.xml"/><Relationship Id="rId55" Type="http://schemas.openxmlformats.org/officeDocument/2006/relationships/slide" Target="slides/slide47.xml"/><Relationship Id="rId76" Type="http://schemas.openxmlformats.org/officeDocument/2006/relationships/slide" Target="slides/slide68.xml"/><Relationship Id="rId7" Type="http://schemas.openxmlformats.org/officeDocument/2006/relationships/slideMaster" Target="slideMasters/slideMaster7.xml"/><Relationship Id="rId71" Type="http://schemas.openxmlformats.org/officeDocument/2006/relationships/slide" Target="slides/slide63.xml"/><Relationship Id="rId2" Type="http://schemas.openxmlformats.org/officeDocument/2006/relationships/slideMaster" Target="slideMasters/slideMaster2.xml"/><Relationship Id="rId29" Type="http://schemas.openxmlformats.org/officeDocument/2006/relationships/slide" Target="slides/slide21.xml"/><Relationship Id="rId24" Type="http://schemas.openxmlformats.org/officeDocument/2006/relationships/slide" Target="slides/slide16.xml"/><Relationship Id="rId40" Type="http://schemas.openxmlformats.org/officeDocument/2006/relationships/slide" Target="slides/slide32.xml"/><Relationship Id="rId45" Type="http://schemas.openxmlformats.org/officeDocument/2006/relationships/slide" Target="slides/slide37.xml"/><Relationship Id="rId66" Type="http://schemas.openxmlformats.org/officeDocument/2006/relationships/slide" Target="slides/slide58.xml"/><Relationship Id="rId61" Type="http://schemas.openxmlformats.org/officeDocument/2006/relationships/slide" Target="slides/slide53.xml"/><Relationship Id="rId8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10DDCF3-2906-47B6-B9EF-7C00625D67F9}" type="datetimeFigureOut">
              <a:rPr lang="en-IN" smtClean="0"/>
              <a:t>28-03-2021</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2CE9592-BADD-4923-AC0E-4EAF418E0AF4}" type="slidenum">
              <a:rPr lang="en-IN" smtClean="0"/>
              <a:t>‹#›</a:t>
            </a:fld>
            <a:endParaRPr lang="en-IN"/>
          </a:p>
        </p:txBody>
      </p:sp>
    </p:spTree>
    <p:extLst>
      <p:ext uri="{BB962C8B-B14F-4D97-AF65-F5344CB8AC3E}">
        <p14:creationId xmlns:p14="http://schemas.microsoft.com/office/powerpoint/2010/main" val="6343564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12CE9592-BADD-4923-AC0E-4EAF418E0AF4}" type="slidenum">
              <a:rPr lang="en-IN" smtClean="0"/>
              <a:t>10</a:t>
            </a:fld>
            <a:endParaRPr lang="en-IN"/>
          </a:p>
        </p:txBody>
      </p:sp>
    </p:spTree>
    <p:extLst>
      <p:ext uri="{BB962C8B-B14F-4D97-AF65-F5344CB8AC3E}">
        <p14:creationId xmlns:p14="http://schemas.microsoft.com/office/powerpoint/2010/main" val="34063123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5"/>
          </p:nvPr>
        </p:nvSpPr>
        <p:spPr/>
        <p:txBody>
          <a:bodyPr/>
          <a:lstStyle/>
          <a:p>
            <a:fld id="{12CE9592-BADD-4923-AC0E-4EAF418E0AF4}" type="slidenum">
              <a:rPr lang="en-IN" smtClean="0"/>
              <a:t>54</a:t>
            </a:fld>
            <a:endParaRPr lang="en-IN"/>
          </a:p>
        </p:txBody>
      </p:sp>
    </p:spTree>
    <p:extLst>
      <p:ext uri="{BB962C8B-B14F-4D97-AF65-F5344CB8AC3E}">
        <p14:creationId xmlns:p14="http://schemas.microsoft.com/office/powerpoint/2010/main" val="17632437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COVER">
    <p:bg>
      <p:bgPr>
        <a:solidFill>
          <a:schemeClr val="bg1"/>
        </a:solidFill>
        <a:effectLst/>
      </p:bgPr>
    </p:bg>
    <p:spTree>
      <p:nvGrpSpPr>
        <p:cNvPr id="1" name=""/>
        <p:cNvGrpSpPr/>
        <p:nvPr/>
      </p:nvGrpSpPr>
      <p:grpSpPr>
        <a:xfrm>
          <a:off x="0" y="0"/>
          <a:ext cx="0" cy="0"/>
          <a:chOff x="0" y="0"/>
          <a:chExt cx="0" cy="0"/>
        </a:xfrm>
      </p:grpSpPr>
      <p:sp>
        <p:nvSpPr>
          <p:cNvPr id="7" name="Title"/>
          <p:cNvSpPr>
            <a:spLocks noGrp="1"/>
          </p:cNvSpPr>
          <p:nvPr>
            <p:ph type="ctrTitle" hasCustomPrompt="1"/>
          </p:nvPr>
        </p:nvSpPr>
        <p:spPr>
          <a:xfrm>
            <a:off x="4572000" y="1348470"/>
            <a:ext cx="4572000" cy="1320966"/>
          </a:xfrm>
          <a:prstGeom prst="rect">
            <a:avLst/>
          </a:prstGeom>
          <a:solidFill>
            <a:schemeClr val="bg1">
              <a:alpha val="0"/>
            </a:schemeClr>
          </a:solidFill>
        </p:spPr>
        <p:txBody>
          <a:bodyPr anchor="ctr">
            <a:noAutofit/>
          </a:bodyPr>
          <a:lstStyle>
            <a:lvl1pPr algn="ctr">
              <a:lnSpc>
                <a:spcPct val="100000"/>
              </a:lnSpc>
              <a:defRPr sz="4000" b="1" i="1">
                <a:solidFill>
                  <a:srgbClr val="DB0F0F"/>
                </a:solidFill>
                <a:latin typeface="Arial (Headings)"/>
                <a:cs typeface="Calibri" panose="020F0502020204030204" pitchFamily="34" charset="0"/>
              </a:defRPr>
            </a:lvl1pPr>
          </a:lstStyle>
          <a:p>
            <a:r>
              <a:rPr lang="en-US" dirty="0"/>
              <a:t>Chapter Title</a:t>
            </a:r>
          </a:p>
        </p:txBody>
      </p:sp>
      <p:sp>
        <p:nvSpPr>
          <p:cNvPr id="8" name="Subtitle" hidden="1"/>
          <p:cNvSpPr>
            <a:spLocks noGrp="1"/>
          </p:cNvSpPr>
          <p:nvPr>
            <p:ph type="subTitle" idx="1" hasCustomPrompt="1"/>
          </p:nvPr>
        </p:nvSpPr>
        <p:spPr>
          <a:xfrm>
            <a:off x="3242733" y="2133600"/>
            <a:ext cx="5748866" cy="1011381"/>
          </a:xfrm>
          <a:prstGeom prst="rect">
            <a:avLst/>
          </a:prstGeom>
          <a:solidFill>
            <a:schemeClr val="bg1">
              <a:alpha val="0"/>
            </a:schemeClr>
          </a:solidFill>
        </p:spPr>
        <p:txBody>
          <a:bodyPr anchor="ctr"/>
          <a:lstStyle>
            <a:lvl1pPr marL="0" indent="0" algn="ctr" defTabSz="914400" rtl="0" eaLnBrk="1" latinLnBrk="0" hangingPunct="1">
              <a:lnSpc>
                <a:spcPct val="100000"/>
              </a:lnSpc>
              <a:spcBef>
                <a:spcPct val="0"/>
              </a:spcBef>
              <a:buNone/>
              <a:defRPr lang="en-US" sz="5400" b="1" kern="1200" dirty="0">
                <a:solidFill>
                  <a:schemeClr val="bg1"/>
                </a:solidFill>
                <a:effectLst>
                  <a:outerShdw blurRad="38100" dist="38100" dir="2700000" algn="ctr" rotWithShape="0">
                    <a:schemeClr val="tx1"/>
                  </a:outerShdw>
                </a:effectLst>
                <a:latin typeface="Calibri (Headings)"/>
                <a:ea typeface="+mj-ea"/>
                <a:cs typeface="+mj-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Chapter Subtitle</a:t>
            </a:r>
          </a:p>
        </p:txBody>
      </p:sp>
      <p:sp>
        <p:nvSpPr>
          <p:cNvPr id="3" name="Content Placeholder 2">
            <a:extLst>
              <a:ext uri="{FF2B5EF4-FFF2-40B4-BE49-F238E27FC236}">
                <a16:creationId xmlns:a16="http://schemas.microsoft.com/office/drawing/2014/main" id="{5A006BF3-2CB8-4BD4-9ACF-A1517A92D517}"/>
              </a:ext>
            </a:extLst>
          </p:cNvPr>
          <p:cNvSpPr>
            <a:spLocks noGrp="1"/>
          </p:cNvSpPr>
          <p:nvPr>
            <p:ph sz="quarter" idx="11" hasCustomPrompt="1"/>
          </p:nvPr>
        </p:nvSpPr>
        <p:spPr>
          <a:xfrm>
            <a:off x="4572000" y="2757640"/>
            <a:ext cx="4572000" cy="622300"/>
          </a:xfrm>
          <a:prstGeom prst="rect">
            <a:avLst/>
          </a:prstGeom>
        </p:spPr>
        <p:txBody>
          <a:bodyPr anchor="ctr"/>
          <a:lstStyle>
            <a:lvl1pPr algn="ctr">
              <a:defRPr sz="1800" b="1">
                <a:latin typeface="Arial (Headings)"/>
              </a:defRPr>
            </a:lvl1pPr>
          </a:lstStyle>
          <a:p>
            <a:pPr lvl="0"/>
            <a:r>
              <a:rPr lang="en-US" dirty="0"/>
              <a:t>Content </a:t>
            </a:r>
            <a:r>
              <a:rPr lang="en-US" dirty="0" err="1"/>
              <a:t>placehlder</a:t>
            </a:r>
            <a:r>
              <a:rPr lang="en-US" dirty="0"/>
              <a:t> 1</a:t>
            </a:r>
          </a:p>
        </p:txBody>
      </p:sp>
      <p:sp>
        <p:nvSpPr>
          <p:cNvPr id="5" name="Content Placeholder 4">
            <a:extLst>
              <a:ext uri="{FF2B5EF4-FFF2-40B4-BE49-F238E27FC236}">
                <a16:creationId xmlns:a16="http://schemas.microsoft.com/office/drawing/2014/main" id="{72BFCBE2-A216-47C6-9214-A3955A557166}"/>
              </a:ext>
            </a:extLst>
          </p:cNvPr>
          <p:cNvSpPr>
            <a:spLocks noGrp="1"/>
          </p:cNvSpPr>
          <p:nvPr>
            <p:ph sz="quarter" idx="12" hasCustomPrompt="1"/>
          </p:nvPr>
        </p:nvSpPr>
        <p:spPr>
          <a:xfrm>
            <a:off x="4572000" y="3791102"/>
            <a:ext cx="4572000" cy="961001"/>
          </a:xfrm>
          <a:prstGeom prst="rect">
            <a:avLst/>
          </a:prstGeom>
        </p:spPr>
        <p:txBody>
          <a:bodyPr anchor="t"/>
          <a:lstStyle>
            <a:lvl1pPr algn="ctr">
              <a:defRPr sz="2800">
                <a:latin typeface="Arial (Headings)"/>
              </a:defRPr>
            </a:lvl1pPr>
          </a:lstStyle>
          <a:p>
            <a:pPr lvl="0"/>
            <a:r>
              <a:rPr lang="en-US" dirty="0"/>
              <a:t>Content </a:t>
            </a:r>
            <a:r>
              <a:rPr lang="en-US" dirty="0" err="1"/>
              <a:t>placehlder</a:t>
            </a:r>
            <a:r>
              <a:rPr lang="en-US" dirty="0"/>
              <a:t> 2</a:t>
            </a:r>
          </a:p>
        </p:txBody>
      </p:sp>
      <p:sp>
        <p:nvSpPr>
          <p:cNvPr id="15" name="Content Placeholder 14">
            <a:extLst>
              <a:ext uri="{FF2B5EF4-FFF2-40B4-BE49-F238E27FC236}">
                <a16:creationId xmlns:a16="http://schemas.microsoft.com/office/drawing/2014/main" id="{93627D8A-B3C5-4BF6-B433-D9B26D347CC0}"/>
              </a:ext>
            </a:extLst>
          </p:cNvPr>
          <p:cNvSpPr>
            <a:spLocks noGrp="1"/>
          </p:cNvSpPr>
          <p:nvPr>
            <p:ph sz="quarter" idx="13" hasCustomPrompt="1"/>
          </p:nvPr>
        </p:nvSpPr>
        <p:spPr>
          <a:xfrm>
            <a:off x="4572000" y="4932068"/>
            <a:ext cx="4572000" cy="663575"/>
          </a:xfrm>
          <a:prstGeom prst="rect">
            <a:avLst/>
          </a:prstGeom>
        </p:spPr>
        <p:txBody>
          <a:bodyPr/>
          <a:lstStyle>
            <a:lvl1pPr algn="ctr">
              <a:defRPr b="1"/>
            </a:lvl1pPr>
          </a:lstStyle>
          <a:p>
            <a:pPr lvl="0"/>
            <a:r>
              <a:rPr lang="en-US" dirty="0"/>
              <a:t>Content placeholder 3</a:t>
            </a:r>
          </a:p>
        </p:txBody>
      </p:sp>
      <p:sp>
        <p:nvSpPr>
          <p:cNvPr id="14" name="Slide Number Placeholder" hidden="1">
            <a:extLst>
              <a:ext uri="{FF2B5EF4-FFF2-40B4-BE49-F238E27FC236}">
                <a16:creationId xmlns:a16="http://schemas.microsoft.com/office/drawing/2014/main" id="{5C691E31-1A94-439E-8E83-DB872CC124C4}"/>
              </a:ext>
            </a:extLst>
          </p:cNvPr>
          <p:cNvSpPr>
            <a:spLocks noGrp="1"/>
          </p:cNvSpPr>
          <p:nvPr>
            <p:ph type="sldNum" sz="quarter" idx="4"/>
          </p:nvPr>
        </p:nvSpPr>
        <p:spPr>
          <a:xfrm>
            <a:off x="8444542" y="6194459"/>
            <a:ext cx="461703" cy="279400"/>
          </a:xfrm>
          <a:prstGeom prst="rect">
            <a:avLst/>
          </a:prstGeom>
        </p:spPr>
        <p:txBody>
          <a:bodyPr vert="horz" lIns="45720" tIns="45720" rIns="45720" bIns="45720" rtlCol="0" anchor="ctr"/>
          <a:lstStyle>
            <a:lvl1pPr algn="r">
              <a:defRPr sz="10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sz="1000" dirty="0"/>
          </a:p>
        </p:txBody>
      </p:sp>
    </p:spTree>
    <p:extLst>
      <p:ext uri="{BB962C8B-B14F-4D97-AF65-F5344CB8AC3E}">
        <p14:creationId xmlns:p14="http://schemas.microsoft.com/office/powerpoint/2010/main" val="1795482773"/>
      </p:ext>
    </p:extLst>
  </p:cSld>
  <p:clrMapOvr>
    <a:masterClrMapping/>
  </p:clrMapOvr>
  <p:extLst>
    <p:ext uri="{DCECCB84-F9BA-43D5-87BE-67443E8EF086}">
      <p15:sldGuideLst xmlns:p15="http://schemas.microsoft.com/office/powerpoint/2012/main">
        <p15:guide id="1" orient="horz" pos="1320">
          <p15:clr>
            <a:srgbClr val="FBAE40"/>
          </p15:clr>
        </p15:guide>
        <p15:guide id="2" orient="horz" pos="3768">
          <p15:clr>
            <a:srgbClr val="FBAE40"/>
          </p15:clr>
        </p15:guide>
        <p15:guide id="3" pos="2664">
          <p15:clr>
            <a:srgbClr val="FBAE40"/>
          </p15:clr>
        </p15:guide>
        <p15:guide id="4" pos="2880">
          <p15:clr>
            <a:srgbClr val="FBAE40"/>
          </p15:clr>
        </p15:guide>
        <p15:guide id="5" pos="2472">
          <p15:clr>
            <a:srgbClr val="FBAE40"/>
          </p15:clr>
        </p15:guide>
        <p15:guide id="6" pos="312">
          <p15:clr>
            <a:srgbClr val="FBAE40"/>
          </p15:clr>
        </p15:guide>
        <p15:guide id="7" orient="horz" pos="1488">
          <p15:clr>
            <a:srgbClr val="FBAE40"/>
          </p15:clr>
        </p15:guide>
        <p15:guide id="8" orient="horz" pos="3672">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08F9AD23-695F-4808-8E99-6281554D0F77}" type="slidenum">
              <a:rPr lang="en-IN" smtClean="0"/>
              <a:t>‹#›</a:t>
            </a:fld>
            <a:endParaRPr lang="en-IN"/>
          </a:p>
        </p:txBody>
      </p:sp>
    </p:spTree>
    <p:extLst>
      <p:ext uri="{BB962C8B-B14F-4D97-AF65-F5344CB8AC3E}">
        <p14:creationId xmlns:p14="http://schemas.microsoft.com/office/powerpoint/2010/main" val="11096006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BodyText_1">
    <p:bg>
      <p:bgPr>
        <a:solidFill>
          <a:schemeClr val="bg1"/>
        </a:solidFill>
        <a:effectLst/>
      </p:bgPr>
    </p:bg>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
            <a:ext cx="9144000" cy="948213"/>
          </a:xfrm>
          <a:prstGeom prst="rect">
            <a:avLst/>
          </a:prstGeom>
        </p:spPr>
        <p:txBody>
          <a:bodyPr anchor="ctr">
            <a:noAutofit/>
          </a:bodyPr>
          <a:lstStyle>
            <a:lvl1pPr algn="ctr" defTabSz="914400" rtl="0" eaLnBrk="1" latinLnBrk="0" hangingPunct="1">
              <a:spcBef>
                <a:spcPct val="0"/>
              </a:spcBef>
              <a:buNone/>
              <a:defRPr lang="en-US" sz="4000" b="1" kern="1200" dirty="0">
                <a:solidFill>
                  <a:srgbClr val="242852"/>
                </a:solidFill>
                <a:latin typeface="Arial (Headings)"/>
                <a:ea typeface="+mn-ea"/>
                <a:cs typeface="Calibri" panose="020F0502020204030204" pitchFamily="34" charset="0"/>
              </a:defRPr>
            </a:lvl1pPr>
          </a:lstStyle>
          <a:p>
            <a:r>
              <a:rPr lang="en-US" dirty="0"/>
              <a:t>Slide Title</a:t>
            </a:r>
          </a:p>
        </p:txBody>
      </p:sp>
      <p:sp>
        <p:nvSpPr>
          <p:cNvPr id="23" name="Long Description Link 22">
            <a:extLst>
              <a:ext uri="{FF2B5EF4-FFF2-40B4-BE49-F238E27FC236}">
                <a16:creationId xmlns:a16="http://schemas.microsoft.com/office/drawing/2014/main" id="{BD42A2ED-50EC-4CB6-89B9-F2440BE97967}"/>
              </a:ext>
            </a:extLst>
          </p:cNvPr>
          <p:cNvSpPr>
            <a:spLocks noGrp="1"/>
          </p:cNvSpPr>
          <p:nvPr>
            <p:ph type="body" sz="quarter" idx="18" hasCustomPrompt="1"/>
          </p:nvPr>
        </p:nvSpPr>
        <p:spPr>
          <a:xfrm>
            <a:off x="521259" y="6193594"/>
            <a:ext cx="8101481" cy="314325"/>
          </a:xfrm>
        </p:spPr>
        <p:txBody>
          <a:bodyPr anchor="ctr">
            <a:normAutofit/>
          </a:bodyPr>
          <a:lstStyle>
            <a:lvl1pPr algn="ctr">
              <a:defRPr sz="900">
                <a:latin typeface="Arial (Body)"/>
              </a:defRPr>
            </a:lvl1pPr>
          </a:lstStyle>
          <a:p>
            <a:pPr lvl="0"/>
            <a:r>
              <a:rPr lang="en-US" dirty="0"/>
              <a:t>Add text alternative link, if needed.</a:t>
            </a:r>
          </a:p>
        </p:txBody>
      </p:sp>
      <p:sp>
        <p:nvSpPr>
          <p:cNvPr id="16" name="Slide Number Placeholder">
            <a:extLst>
              <a:ext uri="{FF2B5EF4-FFF2-40B4-BE49-F238E27FC236}">
                <a16:creationId xmlns:a16="http://schemas.microsoft.com/office/drawing/2014/main" id="{C6E0F058-6A14-4C7D-AB8C-89C8AB1FC88F}"/>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
        <p:nvSpPr>
          <p:cNvPr id="4" name="Text Placeholder 3">
            <a:extLst>
              <a:ext uri="{FF2B5EF4-FFF2-40B4-BE49-F238E27FC236}">
                <a16:creationId xmlns:a16="http://schemas.microsoft.com/office/drawing/2014/main" id="{304C6754-5194-4521-8F81-6A363B045779}"/>
              </a:ext>
            </a:extLst>
          </p:cNvPr>
          <p:cNvSpPr>
            <a:spLocks noGrp="1"/>
          </p:cNvSpPr>
          <p:nvPr>
            <p:ph type="body" sz="quarter" idx="19"/>
          </p:nvPr>
        </p:nvSpPr>
        <p:spPr>
          <a:xfrm>
            <a:off x="842963" y="1177180"/>
            <a:ext cx="7623676" cy="9144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8" name="Text Placeholder 3">
            <a:extLst>
              <a:ext uri="{FF2B5EF4-FFF2-40B4-BE49-F238E27FC236}">
                <a16:creationId xmlns:a16="http://schemas.microsoft.com/office/drawing/2014/main" id="{65F38756-9587-4F47-AAF7-1F04C911367E}"/>
              </a:ext>
            </a:extLst>
          </p:cNvPr>
          <p:cNvSpPr>
            <a:spLocks noGrp="1"/>
          </p:cNvSpPr>
          <p:nvPr>
            <p:ph type="body" sz="quarter" idx="21" hasCustomPrompt="1"/>
          </p:nvPr>
        </p:nvSpPr>
        <p:spPr>
          <a:xfrm>
            <a:off x="520698" y="6563439"/>
            <a:ext cx="8101482" cy="191493"/>
          </a:xfrm>
        </p:spPr>
        <p:txBody>
          <a:bodyPr>
            <a:noAutofit/>
          </a:bodyPr>
          <a:lstStyle>
            <a:lvl1pPr algn="r">
              <a:defRPr sz="700">
                <a:latin typeface="Arial (Body)"/>
              </a:defRPr>
            </a:lvl1pPr>
          </a:lstStyle>
          <a:p>
            <a:pPr lvl="0"/>
            <a:r>
              <a:rPr lang="en-US" dirty="0"/>
              <a:t>Image credit</a:t>
            </a:r>
          </a:p>
        </p:txBody>
      </p:sp>
    </p:spTree>
    <p:extLst>
      <p:ext uri="{BB962C8B-B14F-4D97-AF65-F5344CB8AC3E}">
        <p14:creationId xmlns:p14="http://schemas.microsoft.com/office/powerpoint/2010/main" val="158096288"/>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BodyText_1">
    <p:bg>
      <p:bgPr>
        <a:solidFill>
          <a:schemeClr val="bg1"/>
        </a:solidFill>
        <a:effectLst/>
      </p:bgPr>
    </p:bg>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
            <a:ext cx="9144000" cy="948213"/>
          </a:xfrm>
          <a:prstGeom prst="rect">
            <a:avLst/>
          </a:prstGeom>
        </p:spPr>
        <p:txBody>
          <a:bodyPr anchor="ctr">
            <a:noAutofit/>
          </a:bodyPr>
          <a:lstStyle>
            <a:lvl1pPr algn="ctr" defTabSz="914400" rtl="0" eaLnBrk="1" latinLnBrk="0" hangingPunct="1">
              <a:spcBef>
                <a:spcPct val="0"/>
              </a:spcBef>
              <a:buNone/>
              <a:defRPr lang="en-US" sz="4000" b="1" kern="1200" dirty="0">
                <a:solidFill>
                  <a:srgbClr val="242852"/>
                </a:solidFill>
                <a:latin typeface="Arial (Headings)"/>
                <a:ea typeface="+mn-ea"/>
                <a:cs typeface="Calibri" panose="020F0502020204030204" pitchFamily="34" charset="0"/>
              </a:defRPr>
            </a:lvl1pPr>
          </a:lstStyle>
          <a:p>
            <a:r>
              <a:rPr lang="en-US" dirty="0"/>
              <a:t>Slide Title</a:t>
            </a:r>
          </a:p>
        </p:txBody>
      </p:sp>
      <p:sp>
        <p:nvSpPr>
          <p:cNvPr id="4" name="Text Placeholder 2">
            <a:extLst>
              <a:ext uri="{FF2B5EF4-FFF2-40B4-BE49-F238E27FC236}">
                <a16:creationId xmlns:a16="http://schemas.microsoft.com/office/drawing/2014/main" id="{304C6754-5194-4521-8F81-6A363B045779}"/>
              </a:ext>
            </a:extLst>
          </p:cNvPr>
          <p:cNvSpPr>
            <a:spLocks noGrp="1"/>
          </p:cNvSpPr>
          <p:nvPr>
            <p:ph type="body" sz="quarter" idx="19"/>
          </p:nvPr>
        </p:nvSpPr>
        <p:spPr>
          <a:xfrm>
            <a:off x="842963" y="1177180"/>
            <a:ext cx="7623676" cy="9144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6" name="Slide Number Placeholder">
            <a:extLst>
              <a:ext uri="{FF2B5EF4-FFF2-40B4-BE49-F238E27FC236}">
                <a16:creationId xmlns:a16="http://schemas.microsoft.com/office/drawing/2014/main" id="{C6E0F058-6A14-4C7D-AB8C-89C8AB1FC88F}"/>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2792942763"/>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odyText_1">
    <p:bg>
      <p:bgPr>
        <a:solidFill>
          <a:schemeClr val="bg1"/>
        </a:solidFill>
        <a:effectLst/>
      </p:bgPr>
    </p:bg>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
            <a:ext cx="9144000" cy="948213"/>
          </a:xfrm>
          <a:prstGeom prst="rect">
            <a:avLst/>
          </a:prstGeom>
        </p:spPr>
        <p:txBody>
          <a:bodyPr anchor="ctr">
            <a:noAutofit/>
          </a:bodyPr>
          <a:lstStyle>
            <a:lvl1pPr algn="ctr" defTabSz="914400" rtl="0" eaLnBrk="1" latinLnBrk="0" hangingPunct="1">
              <a:spcBef>
                <a:spcPct val="0"/>
              </a:spcBef>
              <a:buNone/>
              <a:defRPr lang="en-US" sz="4000" b="1" kern="1200" dirty="0">
                <a:solidFill>
                  <a:srgbClr val="242852"/>
                </a:solidFill>
                <a:latin typeface="Arial (Headings)"/>
                <a:ea typeface="+mn-ea"/>
                <a:cs typeface="Calibri" panose="020F0502020204030204" pitchFamily="34" charset="0"/>
              </a:defRPr>
            </a:lvl1pPr>
          </a:lstStyle>
          <a:p>
            <a:r>
              <a:rPr lang="en-US" dirty="0"/>
              <a:t>Slide Title</a:t>
            </a:r>
          </a:p>
        </p:txBody>
      </p:sp>
      <p:sp>
        <p:nvSpPr>
          <p:cNvPr id="23" name="Long Description Link 22">
            <a:extLst>
              <a:ext uri="{FF2B5EF4-FFF2-40B4-BE49-F238E27FC236}">
                <a16:creationId xmlns:a16="http://schemas.microsoft.com/office/drawing/2014/main" id="{BD42A2ED-50EC-4CB6-89B9-F2440BE97967}"/>
              </a:ext>
            </a:extLst>
          </p:cNvPr>
          <p:cNvSpPr>
            <a:spLocks noGrp="1"/>
          </p:cNvSpPr>
          <p:nvPr>
            <p:ph type="body" sz="quarter" idx="18" hasCustomPrompt="1"/>
          </p:nvPr>
        </p:nvSpPr>
        <p:spPr>
          <a:xfrm>
            <a:off x="521259" y="6193594"/>
            <a:ext cx="8101481" cy="314325"/>
          </a:xfrm>
        </p:spPr>
        <p:txBody>
          <a:bodyPr anchor="ctr">
            <a:normAutofit/>
          </a:bodyPr>
          <a:lstStyle>
            <a:lvl1pPr algn="ctr">
              <a:defRPr sz="900">
                <a:latin typeface="Arial (Body)"/>
              </a:defRPr>
            </a:lvl1pPr>
          </a:lstStyle>
          <a:p>
            <a:pPr lvl="0"/>
            <a:r>
              <a:rPr lang="en-US" dirty="0"/>
              <a:t>Add text alternative link, if needed.</a:t>
            </a:r>
          </a:p>
        </p:txBody>
      </p:sp>
      <p:sp>
        <p:nvSpPr>
          <p:cNvPr id="16" name="Slide Number Placeholder">
            <a:extLst>
              <a:ext uri="{FF2B5EF4-FFF2-40B4-BE49-F238E27FC236}">
                <a16:creationId xmlns:a16="http://schemas.microsoft.com/office/drawing/2014/main" id="{C6E0F058-6A14-4C7D-AB8C-89C8AB1FC88F}"/>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
        <p:nvSpPr>
          <p:cNvPr id="4" name="Text Placeholder 3">
            <a:extLst>
              <a:ext uri="{FF2B5EF4-FFF2-40B4-BE49-F238E27FC236}">
                <a16:creationId xmlns:a16="http://schemas.microsoft.com/office/drawing/2014/main" id="{304C6754-5194-4521-8F81-6A363B045779}"/>
              </a:ext>
            </a:extLst>
          </p:cNvPr>
          <p:cNvSpPr>
            <a:spLocks noGrp="1"/>
          </p:cNvSpPr>
          <p:nvPr>
            <p:ph type="body" sz="quarter" idx="19"/>
          </p:nvPr>
        </p:nvSpPr>
        <p:spPr>
          <a:xfrm>
            <a:off x="842963" y="1177180"/>
            <a:ext cx="7623676" cy="9144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Text Placeholder 6">
            <a:extLst>
              <a:ext uri="{FF2B5EF4-FFF2-40B4-BE49-F238E27FC236}">
                <a16:creationId xmlns:a16="http://schemas.microsoft.com/office/drawing/2014/main" id="{32A6A4AB-91A1-4299-9C52-11E0C402AF08}"/>
              </a:ext>
            </a:extLst>
          </p:cNvPr>
          <p:cNvSpPr>
            <a:spLocks noGrp="1"/>
          </p:cNvSpPr>
          <p:nvPr>
            <p:ph type="body" sz="quarter" idx="20"/>
          </p:nvPr>
        </p:nvSpPr>
        <p:spPr>
          <a:xfrm>
            <a:off x="950913" y="3429000"/>
            <a:ext cx="7515726" cy="9144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8" name="Text Placeholder 3">
            <a:extLst>
              <a:ext uri="{FF2B5EF4-FFF2-40B4-BE49-F238E27FC236}">
                <a16:creationId xmlns:a16="http://schemas.microsoft.com/office/drawing/2014/main" id="{6C2A9141-206E-4D7B-A0C1-70BA6703B6EB}"/>
              </a:ext>
            </a:extLst>
          </p:cNvPr>
          <p:cNvSpPr>
            <a:spLocks noGrp="1"/>
          </p:cNvSpPr>
          <p:nvPr>
            <p:ph type="body" sz="quarter" idx="21" hasCustomPrompt="1"/>
          </p:nvPr>
        </p:nvSpPr>
        <p:spPr>
          <a:xfrm>
            <a:off x="520698" y="6563439"/>
            <a:ext cx="8101482" cy="191493"/>
          </a:xfrm>
        </p:spPr>
        <p:txBody>
          <a:bodyPr>
            <a:noAutofit/>
          </a:bodyPr>
          <a:lstStyle>
            <a:lvl1pPr algn="r">
              <a:defRPr sz="700">
                <a:latin typeface="Arial (Body)"/>
              </a:defRPr>
            </a:lvl1pPr>
          </a:lstStyle>
          <a:p>
            <a:pPr lvl="0"/>
            <a:r>
              <a:rPr lang="en-US" dirty="0"/>
              <a:t>Image credit</a:t>
            </a:r>
          </a:p>
        </p:txBody>
      </p:sp>
    </p:spTree>
    <p:extLst>
      <p:ext uri="{BB962C8B-B14F-4D97-AF65-F5344CB8AC3E}">
        <p14:creationId xmlns:p14="http://schemas.microsoft.com/office/powerpoint/2010/main" val="3877095139"/>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BodyText_1">
    <p:bg>
      <p:bgPr>
        <a:solidFill>
          <a:schemeClr val="bg1"/>
        </a:solidFill>
        <a:effectLst/>
      </p:bgPr>
    </p:bg>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
            <a:ext cx="9144000" cy="948213"/>
          </a:xfrm>
          <a:prstGeom prst="rect">
            <a:avLst/>
          </a:prstGeom>
        </p:spPr>
        <p:txBody>
          <a:bodyPr anchor="ctr">
            <a:noAutofit/>
          </a:bodyPr>
          <a:lstStyle>
            <a:lvl1pPr algn="ctr" defTabSz="914400" rtl="0" eaLnBrk="1" latinLnBrk="0" hangingPunct="1">
              <a:spcBef>
                <a:spcPct val="0"/>
              </a:spcBef>
              <a:buNone/>
              <a:defRPr lang="en-US" sz="4000" b="1" kern="1200" dirty="0">
                <a:solidFill>
                  <a:srgbClr val="242852"/>
                </a:solidFill>
                <a:latin typeface="Arial (Headings)"/>
                <a:ea typeface="+mn-ea"/>
                <a:cs typeface="Calibri" panose="020F0502020204030204" pitchFamily="34" charset="0"/>
              </a:defRPr>
            </a:lvl1pPr>
          </a:lstStyle>
          <a:p>
            <a:r>
              <a:rPr lang="en-US" dirty="0"/>
              <a:t>Slide Title</a:t>
            </a:r>
          </a:p>
        </p:txBody>
      </p:sp>
      <p:sp>
        <p:nvSpPr>
          <p:cNvPr id="4" name="Text Placeholder 2">
            <a:extLst>
              <a:ext uri="{FF2B5EF4-FFF2-40B4-BE49-F238E27FC236}">
                <a16:creationId xmlns:a16="http://schemas.microsoft.com/office/drawing/2014/main" id="{304C6754-5194-4521-8F81-6A363B045779}"/>
              </a:ext>
            </a:extLst>
          </p:cNvPr>
          <p:cNvSpPr>
            <a:spLocks noGrp="1"/>
          </p:cNvSpPr>
          <p:nvPr>
            <p:ph type="body" sz="quarter" idx="19"/>
          </p:nvPr>
        </p:nvSpPr>
        <p:spPr>
          <a:xfrm>
            <a:off x="842963" y="1177180"/>
            <a:ext cx="7623676" cy="9144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Text Placeholder 3">
            <a:extLst>
              <a:ext uri="{FF2B5EF4-FFF2-40B4-BE49-F238E27FC236}">
                <a16:creationId xmlns:a16="http://schemas.microsoft.com/office/drawing/2014/main" id="{32A6A4AB-91A1-4299-9C52-11E0C402AF08}"/>
              </a:ext>
            </a:extLst>
          </p:cNvPr>
          <p:cNvSpPr>
            <a:spLocks noGrp="1"/>
          </p:cNvSpPr>
          <p:nvPr>
            <p:ph type="body" sz="quarter" idx="20"/>
          </p:nvPr>
        </p:nvSpPr>
        <p:spPr>
          <a:xfrm>
            <a:off x="950913" y="3429000"/>
            <a:ext cx="7515726" cy="9144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6" name="Slide Number Placeholder">
            <a:extLst>
              <a:ext uri="{FF2B5EF4-FFF2-40B4-BE49-F238E27FC236}">
                <a16:creationId xmlns:a16="http://schemas.microsoft.com/office/drawing/2014/main" id="{C6E0F058-6A14-4C7D-AB8C-89C8AB1FC88F}"/>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3144005547"/>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BodyText_1">
    <p:bg>
      <p:bgPr>
        <a:solidFill>
          <a:schemeClr val="bg1"/>
        </a:solidFill>
        <a:effectLst/>
      </p:bgPr>
    </p:bg>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
            <a:ext cx="9144000" cy="948213"/>
          </a:xfrm>
          <a:prstGeom prst="rect">
            <a:avLst/>
          </a:prstGeom>
        </p:spPr>
        <p:txBody>
          <a:bodyPr anchor="ctr">
            <a:noAutofit/>
          </a:bodyPr>
          <a:lstStyle>
            <a:lvl1pPr algn="ctr" defTabSz="914400" rtl="0" eaLnBrk="1" latinLnBrk="0" hangingPunct="1">
              <a:spcBef>
                <a:spcPct val="0"/>
              </a:spcBef>
              <a:buNone/>
              <a:defRPr lang="en-US" sz="4000" b="1" kern="1200" dirty="0">
                <a:solidFill>
                  <a:srgbClr val="242852"/>
                </a:solidFill>
                <a:latin typeface="Arial (Headings)"/>
                <a:ea typeface="+mn-ea"/>
                <a:cs typeface="Calibri" panose="020F0502020204030204" pitchFamily="34" charset="0"/>
              </a:defRPr>
            </a:lvl1pPr>
          </a:lstStyle>
          <a:p>
            <a:r>
              <a:rPr lang="en-US" dirty="0"/>
              <a:t>Slide Title</a:t>
            </a:r>
          </a:p>
        </p:txBody>
      </p:sp>
      <p:sp>
        <p:nvSpPr>
          <p:cNvPr id="23" name="Long Description Link 22">
            <a:extLst>
              <a:ext uri="{FF2B5EF4-FFF2-40B4-BE49-F238E27FC236}">
                <a16:creationId xmlns:a16="http://schemas.microsoft.com/office/drawing/2014/main" id="{BD42A2ED-50EC-4CB6-89B9-F2440BE97967}"/>
              </a:ext>
            </a:extLst>
          </p:cNvPr>
          <p:cNvSpPr>
            <a:spLocks noGrp="1"/>
          </p:cNvSpPr>
          <p:nvPr>
            <p:ph type="body" sz="quarter" idx="18" hasCustomPrompt="1"/>
          </p:nvPr>
        </p:nvSpPr>
        <p:spPr>
          <a:xfrm>
            <a:off x="521259" y="6193594"/>
            <a:ext cx="8101481" cy="314325"/>
          </a:xfrm>
        </p:spPr>
        <p:txBody>
          <a:bodyPr anchor="ctr">
            <a:normAutofit/>
          </a:bodyPr>
          <a:lstStyle>
            <a:lvl1pPr algn="ctr">
              <a:defRPr sz="900">
                <a:latin typeface="Arial (Body)"/>
              </a:defRPr>
            </a:lvl1pPr>
          </a:lstStyle>
          <a:p>
            <a:pPr lvl="0"/>
            <a:r>
              <a:rPr lang="en-US" dirty="0"/>
              <a:t>Add text alternative link, if needed.</a:t>
            </a:r>
          </a:p>
        </p:txBody>
      </p:sp>
      <p:sp>
        <p:nvSpPr>
          <p:cNvPr id="16" name="Slide Number Placeholder">
            <a:extLst>
              <a:ext uri="{FF2B5EF4-FFF2-40B4-BE49-F238E27FC236}">
                <a16:creationId xmlns:a16="http://schemas.microsoft.com/office/drawing/2014/main" id="{C6E0F058-6A14-4C7D-AB8C-89C8AB1FC88F}"/>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
        <p:nvSpPr>
          <p:cNvPr id="4" name="Text Placeholder 3">
            <a:extLst>
              <a:ext uri="{FF2B5EF4-FFF2-40B4-BE49-F238E27FC236}">
                <a16:creationId xmlns:a16="http://schemas.microsoft.com/office/drawing/2014/main" id="{304C6754-5194-4521-8F81-6A363B045779}"/>
              </a:ext>
            </a:extLst>
          </p:cNvPr>
          <p:cNvSpPr>
            <a:spLocks noGrp="1"/>
          </p:cNvSpPr>
          <p:nvPr>
            <p:ph type="body" sz="quarter" idx="19"/>
          </p:nvPr>
        </p:nvSpPr>
        <p:spPr>
          <a:xfrm>
            <a:off x="842963" y="1177180"/>
            <a:ext cx="7623676" cy="9144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Text Placeholder 6">
            <a:extLst>
              <a:ext uri="{FF2B5EF4-FFF2-40B4-BE49-F238E27FC236}">
                <a16:creationId xmlns:a16="http://schemas.microsoft.com/office/drawing/2014/main" id="{32A6A4AB-91A1-4299-9C52-11E0C402AF08}"/>
              </a:ext>
            </a:extLst>
          </p:cNvPr>
          <p:cNvSpPr>
            <a:spLocks noGrp="1"/>
          </p:cNvSpPr>
          <p:nvPr>
            <p:ph type="body" sz="quarter" idx="20"/>
          </p:nvPr>
        </p:nvSpPr>
        <p:spPr>
          <a:xfrm>
            <a:off x="950913" y="3324439"/>
            <a:ext cx="7515726" cy="9144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8" name="Text Placeholder 6">
            <a:extLst>
              <a:ext uri="{FF2B5EF4-FFF2-40B4-BE49-F238E27FC236}">
                <a16:creationId xmlns:a16="http://schemas.microsoft.com/office/drawing/2014/main" id="{14F7A605-44D5-45ED-BFD6-E58353F97E4F}"/>
              </a:ext>
            </a:extLst>
          </p:cNvPr>
          <p:cNvSpPr>
            <a:spLocks noGrp="1"/>
          </p:cNvSpPr>
          <p:nvPr>
            <p:ph type="body" sz="quarter" idx="21"/>
          </p:nvPr>
        </p:nvSpPr>
        <p:spPr>
          <a:xfrm>
            <a:off x="950913" y="4371939"/>
            <a:ext cx="7515726" cy="9144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Text Placeholder 6">
            <a:extLst>
              <a:ext uri="{FF2B5EF4-FFF2-40B4-BE49-F238E27FC236}">
                <a16:creationId xmlns:a16="http://schemas.microsoft.com/office/drawing/2014/main" id="{D57AE75C-9DC5-469E-8EA6-7C610556BF0A}"/>
              </a:ext>
            </a:extLst>
          </p:cNvPr>
          <p:cNvSpPr>
            <a:spLocks noGrp="1"/>
          </p:cNvSpPr>
          <p:nvPr>
            <p:ph type="body" sz="quarter" idx="22"/>
          </p:nvPr>
        </p:nvSpPr>
        <p:spPr>
          <a:xfrm>
            <a:off x="1181764" y="4979157"/>
            <a:ext cx="7515726" cy="9144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Text Placeholder 3">
            <a:extLst>
              <a:ext uri="{FF2B5EF4-FFF2-40B4-BE49-F238E27FC236}">
                <a16:creationId xmlns:a16="http://schemas.microsoft.com/office/drawing/2014/main" id="{3AF940EB-01BC-47E8-AC82-2D9A2B360896}"/>
              </a:ext>
            </a:extLst>
          </p:cNvPr>
          <p:cNvSpPr>
            <a:spLocks noGrp="1"/>
          </p:cNvSpPr>
          <p:nvPr>
            <p:ph type="body" sz="quarter" idx="23" hasCustomPrompt="1"/>
          </p:nvPr>
        </p:nvSpPr>
        <p:spPr>
          <a:xfrm>
            <a:off x="520698" y="6563439"/>
            <a:ext cx="8101482" cy="191493"/>
          </a:xfrm>
        </p:spPr>
        <p:txBody>
          <a:bodyPr>
            <a:noAutofit/>
          </a:bodyPr>
          <a:lstStyle>
            <a:lvl1pPr algn="r">
              <a:defRPr sz="700">
                <a:latin typeface="Arial (Body)"/>
              </a:defRPr>
            </a:lvl1pPr>
          </a:lstStyle>
          <a:p>
            <a:pPr lvl="0"/>
            <a:r>
              <a:rPr lang="en-US" dirty="0"/>
              <a:t>Image credit</a:t>
            </a:r>
          </a:p>
        </p:txBody>
      </p:sp>
    </p:spTree>
    <p:extLst>
      <p:ext uri="{BB962C8B-B14F-4D97-AF65-F5344CB8AC3E}">
        <p14:creationId xmlns:p14="http://schemas.microsoft.com/office/powerpoint/2010/main" val="1847803097"/>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odyText_2">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4606"/>
            <a:ext cx="9143999" cy="920816"/>
          </a:xfrm>
          <a:prstGeom prst="rect">
            <a:avLst/>
          </a:prstGeom>
        </p:spPr>
        <p:txBody>
          <a:bodyPr anchor="ctr">
            <a:noAutofit/>
          </a:bodyPr>
          <a:lstStyle>
            <a:lvl1pPr algn="ctr" defTabSz="914400" rtl="0" eaLnBrk="1" latinLnBrk="0" hangingPunct="1">
              <a:spcBef>
                <a:spcPct val="0"/>
              </a:spcBef>
              <a:buNone/>
              <a:defRPr lang="en-US" sz="4000" b="1" kern="1200" baseline="0" dirty="0">
                <a:solidFill>
                  <a:srgbClr val="081D48"/>
                </a:solidFill>
                <a:latin typeface="Arial (Headings)"/>
                <a:ea typeface="+mn-ea"/>
                <a:cs typeface="Calibri" panose="020F0502020204030204" pitchFamily="34" charset="0"/>
              </a:defRPr>
            </a:lvl1pPr>
          </a:lstStyle>
          <a:p>
            <a:r>
              <a:rPr lang="en-US" dirty="0"/>
              <a:t>Slide Title</a:t>
            </a:r>
          </a:p>
        </p:txBody>
      </p:sp>
      <p:sp>
        <p:nvSpPr>
          <p:cNvPr id="6" name="Content Placeholder 5">
            <a:extLst>
              <a:ext uri="{FF2B5EF4-FFF2-40B4-BE49-F238E27FC236}">
                <a16:creationId xmlns:a16="http://schemas.microsoft.com/office/drawing/2014/main" id="{54C96008-B1F9-413A-ACB1-B1A0CC43B4AC}"/>
              </a:ext>
            </a:extLst>
          </p:cNvPr>
          <p:cNvSpPr>
            <a:spLocks noGrp="1"/>
          </p:cNvSpPr>
          <p:nvPr>
            <p:ph sz="quarter" idx="11" hasCustomPrompt="1"/>
          </p:nvPr>
        </p:nvSpPr>
        <p:spPr>
          <a:xfrm>
            <a:off x="521260" y="1395453"/>
            <a:ext cx="8101480" cy="406342"/>
          </a:xfrm>
        </p:spPr>
        <p:txBody>
          <a:bodyPr>
            <a:noAutofit/>
          </a:bodyPr>
          <a:lstStyle>
            <a:lvl1pPr>
              <a:defRPr sz="2600">
                <a:latin typeface="Arial (Body)"/>
              </a:defRPr>
            </a:lvl1pPr>
            <a:lvl2pPr>
              <a:defRPr sz="3200">
                <a:latin typeface="Calibri (Body)"/>
              </a:defRPr>
            </a:lvl2pPr>
            <a:lvl3pPr>
              <a:defRPr sz="3200">
                <a:latin typeface="Calibri (Body)"/>
              </a:defRPr>
            </a:lvl3pPr>
            <a:lvl4pPr>
              <a:defRPr sz="3200">
                <a:latin typeface="Calibri (Body)"/>
              </a:defRPr>
            </a:lvl4pPr>
            <a:lvl5pPr>
              <a:defRPr sz="3200">
                <a:latin typeface="Calibri (Body)"/>
              </a:defRPr>
            </a:lvl5pPr>
          </a:lstStyle>
          <a:p>
            <a:pPr lvl="0"/>
            <a:r>
              <a:rPr lang="en-US" dirty="0"/>
              <a:t>Content Placeholder 1</a:t>
            </a:r>
          </a:p>
        </p:txBody>
      </p:sp>
      <p:sp>
        <p:nvSpPr>
          <p:cNvPr id="11" name="Content Placeholder 10">
            <a:extLst>
              <a:ext uri="{FF2B5EF4-FFF2-40B4-BE49-F238E27FC236}">
                <a16:creationId xmlns:a16="http://schemas.microsoft.com/office/drawing/2014/main" id="{F85AD958-0059-4A1D-B504-B60338828B65}"/>
              </a:ext>
            </a:extLst>
          </p:cNvPr>
          <p:cNvSpPr>
            <a:spLocks noGrp="1"/>
          </p:cNvSpPr>
          <p:nvPr>
            <p:ph sz="quarter" idx="12" hasCustomPrompt="1"/>
          </p:nvPr>
        </p:nvSpPr>
        <p:spPr>
          <a:xfrm>
            <a:off x="521260" y="1865081"/>
            <a:ext cx="8101481" cy="406342"/>
          </a:xfrm>
        </p:spPr>
        <p:txBody>
          <a:bodyPr>
            <a:noAutofit/>
          </a:bodyPr>
          <a:lstStyle>
            <a:lvl1pPr>
              <a:defRPr lang="en-US" sz="2600" kern="1200" dirty="0">
                <a:solidFill>
                  <a:schemeClr val="tx2"/>
                </a:solidFill>
                <a:latin typeface="Arial (Body)"/>
                <a:ea typeface="+mn-ea"/>
                <a:cs typeface="Calibri" panose="020F0502020204030204" pitchFamily="34" charset="0"/>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pPr>
            <a:r>
              <a:rPr lang="en-US" dirty="0"/>
              <a:t>Content Placeholder 2</a:t>
            </a:r>
          </a:p>
        </p:txBody>
      </p:sp>
      <p:sp>
        <p:nvSpPr>
          <p:cNvPr id="13" name="Content Placeholder 12">
            <a:extLst>
              <a:ext uri="{FF2B5EF4-FFF2-40B4-BE49-F238E27FC236}">
                <a16:creationId xmlns:a16="http://schemas.microsoft.com/office/drawing/2014/main" id="{AF2B8440-A8C3-4970-9445-DE220532B290}"/>
              </a:ext>
            </a:extLst>
          </p:cNvPr>
          <p:cNvSpPr>
            <a:spLocks noGrp="1"/>
          </p:cNvSpPr>
          <p:nvPr>
            <p:ph sz="quarter" idx="13" hasCustomPrompt="1"/>
          </p:nvPr>
        </p:nvSpPr>
        <p:spPr>
          <a:xfrm>
            <a:off x="521260" y="2388483"/>
            <a:ext cx="8101480" cy="406342"/>
          </a:xfrm>
        </p:spPr>
        <p:txBody>
          <a:bodyPr>
            <a:noAutofit/>
          </a:bodyPr>
          <a:lst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lang="en-US" sz="2600" kern="1200" dirty="0">
                <a:solidFill>
                  <a:schemeClr val="tx2"/>
                </a:solidFill>
                <a:latin typeface="Arial (Body)"/>
                <a:ea typeface="+mn-ea"/>
                <a:cs typeface="Calibri" panose="020F0502020204030204" pitchFamily="34" charset="0"/>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pPr>
            <a:r>
              <a:rPr lang="en-US" dirty="0"/>
              <a:t>Content Placeholder 3</a:t>
            </a:r>
          </a:p>
        </p:txBody>
      </p:sp>
      <p:sp>
        <p:nvSpPr>
          <p:cNvPr id="15" name="Content Placeholder 14">
            <a:extLst>
              <a:ext uri="{FF2B5EF4-FFF2-40B4-BE49-F238E27FC236}">
                <a16:creationId xmlns:a16="http://schemas.microsoft.com/office/drawing/2014/main" id="{2AA36A2C-553A-49F8-A35E-5142F66F8C7C}"/>
              </a:ext>
            </a:extLst>
          </p:cNvPr>
          <p:cNvSpPr>
            <a:spLocks noGrp="1"/>
          </p:cNvSpPr>
          <p:nvPr>
            <p:ph sz="quarter" idx="14" hasCustomPrompt="1"/>
          </p:nvPr>
        </p:nvSpPr>
        <p:spPr>
          <a:xfrm>
            <a:off x="521259" y="2889294"/>
            <a:ext cx="8101481" cy="406342"/>
          </a:xfrm>
        </p:spPr>
        <p:txBody>
          <a:bodyPr>
            <a:normAutofit/>
          </a:bodyPr>
          <a:lst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lang="en-US" sz="2600" kern="1200" dirty="0">
                <a:solidFill>
                  <a:schemeClr val="tx2"/>
                </a:solidFill>
                <a:latin typeface="Arial (Body)"/>
                <a:ea typeface="+mn-ea"/>
                <a:cs typeface="Calibri" panose="020F0502020204030204" pitchFamily="34" charset="0"/>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pPr>
            <a:r>
              <a:rPr lang="en-US" dirty="0"/>
              <a:t>Content Placeholder 4</a:t>
            </a:r>
          </a:p>
        </p:txBody>
      </p:sp>
      <p:sp>
        <p:nvSpPr>
          <p:cNvPr id="17" name="Content Placeholder 16">
            <a:extLst>
              <a:ext uri="{FF2B5EF4-FFF2-40B4-BE49-F238E27FC236}">
                <a16:creationId xmlns:a16="http://schemas.microsoft.com/office/drawing/2014/main" id="{BF2C5FFC-20D4-4A05-9580-282061042C42}"/>
              </a:ext>
            </a:extLst>
          </p:cNvPr>
          <p:cNvSpPr>
            <a:spLocks noGrp="1"/>
          </p:cNvSpPr>
          <p:nvPr>
            <p:ph sz="quarter" idx="15" hasCustomPrompt="1"/>
          </p:nvPr>
        </p:nvSpPr>
        <p:spPr>
          <a:xfrm>
            <a:off x="521259" y="3361720"/>
            <a:ext cx="8101481" cy="406342"/>
          </a:xfrm>
        </p:spPr>
        <p:txBody>
          <a:bodyPr>
            <a:normAutofit/>
          </a:bodyPr>
          <a:lst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lang="en-US" sz="2600" kern="1200" dirty="0">
                <a:solidFill>
                  <a:schemeClr val="tx2"/>
                </a:solidFill>
                <a:latin typeface="Arial (Body)"/>
                <a:ea typeface="+mn-ea"/>
                <a:cs typeface="Calibri" panose="020F0502020204030204" pitchFamily="34" charset="0"/>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pPr>
            <a:r>
              <a:rPr lang="en-US" dirty="0"/>
              <a:t>Content Placeholder 5</a:t>
            </a:r>
          </a:p>
        </p:txBody>
      </p:sp>
      <p:sp>
        <p:nvSpPr>
          <p:cNvPr id="19" name="Content Placeholder 18">
            <a:extLst>
              <a:ext uri="{FF2B5EF4-FFF2-40B4-BE49-F238E27FC236}">
                <a16:creationId xmlns:a16="http://schemas.microsoft.com/office/drawing/2014/main" id="{EFE9EF17-8BE8-440A-B62B-80D09B55AC38}"/>
              </a:ext>
            </a:extLst>
          </p:cNvPr>
          <p:cNvSpPr>
            <a:spLocks noGrp="1"/>
          </p:cNvSpPr>
          <p:nvPr>
            <p:ph sz="quarter" idx="16" hasCustomPrompt="1"/>
          </p:nvPr>
        </p:nvSpPr>
        <p:spPr>
          <a:xfrm>
            <a:off x="521259" y="3855374"/>
            <a:ext cx="8101481" cy="406342"/>
          </a:xfrm>
        </p:spPr>
        <p:txBody>
          <a:bodyPr>
            <a:noAutofit/>
          </a:bodyPr>
          <a:lst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lang="en-US" sz="2600" kern="1200" dirty="0">
                <a:solidFill>
                  <a:schemeClr val="tx2"/>
                </a:solidFill>
                <a:latin typeface="Arial (Body)"/>
                <a:ea typeface="+mn-ea"/>
                <a:cs typeface="Calibri" panose="020F0502020204030204" pitchFamily="34" charset="0"/>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pPr>
            <a:r>
              <a:rPr lang="en-US" dirty="0"/>
              <a:t>Content Placeholder 6</a:t>
            </a:r>
          </a:p>
        </p:txBody>
      </p:sp>
      <p:sp>
        <p:nvSpPr>
          <p:cNvPr id="21" name="Content Placeholder 20">
            <a:extLst>
              <a:ext uri="{FF2B5EF4-FFF2-40B4-BE49-F238E27FC236}">
                <a16:creationId xmlns:a16="http://schemas.microsoft.com/office/drawing/2014/main" id="{AD4C7CD8-D449-4D2F-B0E8-59D4E0725C11}"/>
              </a:ext>
            </a:extLst>
          </p:cNvPr>
          <p:cNvSpPr>
            <a:spLocks noGrp="1"/>
          </p:cNvSpPr>
          <p:nvPr>
            <p:ph sz="quarter" idx="17" hasCustomPrompt="1"/>
          </p:nvPr>
        </p:nvSpPr>
        <p:spPr>
          <a:xfrm>
            <a:off x="521259" y="4379625"/>
            <a:ext cx="8101482" cy="406342"/>
          </a:xfrm>
        </p:spPr>
        <p:txBody>
          <a:bodyPr>
            <a:noAutofit/>
          </a:bodyPr>
          <a:lst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lang="en-US" sz="2600" kern="1200" dirty="0">
                <a:solidFill>
                  <a:schemeClr val="tx2"/>
                </a:solidFill>
                <a:latin typeface="Arial (Body)"/>
                <a:ea typeface="+mn-ea"/>
                <a:cs typeface="Calibri" panose="020F0502020204030204" pitchFamily="34" charset="0"/>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pPr>
            <a:r>
              <a:rPr lang="en-US" dirty="0"/>
              <a:t>Content Placeholder 7</a:t>
            </a:r>
          </a:p>
        </p:txBody>
      </p:sp>
      <p:sp>
        <p:nvSpPr>
          <p:cNvPr id="5" name="Content Placeholder 4">
            <a:extLst>
              <a:ext uri="{FF2B5EF4-FFF2-40B4-BE49-F238E27FC236}">
                <a16:creationId xmlns:a16="http://schemas.microsoft.com/office/drawing/2014/main" id="{63D910F2-5B14-B640-BA8E-D5BAE35431D4}"/>
              </a:ext>
            </a:extLst>
          </p:cNvPr>
          <p:cNvSpPr>
            <a:spLocks noGrp="1"/>
          </p:cNvSpPr>
          <p:nvPr>
            <p:ph sz="quarter" idx="18" hasCustomPrompt="1"/>
          </p:nvPr>
        </p:nvSpPr>
        <p:spPr>
          <a:xfrm>
            <a:off x="520700" y="4873063"/>
            <a:ext cx="8101480" cy="406342"/>
          </a:xfrm>
        </p:spPr>
        <p:txBody>
          <a:bodyPr>
            <a:noAutofit/>
          </a:bodyPr>
          <a:lst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lang="en-US" sz="2600" kern="1200" dirty="0">
                <a:solidFill>
                  <a:schemeClr val="tx2"/>
                </a:solidFill>
                <a:latin typeface="Arial (Body)"/>
                <a:ea typeface="+mn-ea"/>
                <a:cs typeface="Calibri" panose="020F0502020204030204" pitchFamily="34" charset="0"/>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pPr>
            <a:r>
              <a:rPr lang="en-US" dirty="0"/>
              <a:t>Content Placeholder 8</a:t>
            </a:r>
          </a:p>
        </p:txBody>
      </p:sp>
      <p:sp>
        <p:nvSpPr>
          <p:cNvPr id="8" name="Content Placeholder 7">
            <a:extLst>
              <a:ext uri="{FF2B5EF4-FFF2-40B4-BE49-F238E27FC236}">
                <a16:creationId xmlns:a16="http://schemas.microsoft.com/office/drawing/2014/main" id="{6AC24DEE-53EB-E940-8BA1-39C4FCB5CF81}"/>
              </a:ext>
            </a:extLst>
          </p:cNvPr>
          <p:cNvSpPr>
            <a:spLocks noGrp="1"/>
          </p:cNvSpPr>
          <p:nvPr>
            <p:ph sz="quarter" idx="19" hasCustomPrompt="1"/>
          </p:nvPr>
        </p:nvSpPr>
        <p:spPr>
          <a:xfrm>
            <a:off x="520700" y="5355908"/>
            <a:ext cx="8101482" cy="380671"/>
          </a:xfrm>
        </p:spPr>
        <p:txBody>
          <a:bodyPr>
            <a:noAutofit/>
          </a:bodyPr>
          <a:lst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lang="en-US" sz="2600" kern="1200" dirty="0">
                <a:solidFill>
                  <a:schemeClr val="tx2"/>
                </a:solidFill>
                <a:latin typeface="Arial (Body)"/>
                <a:ea typeface="+mn-ea"/>
                <a:cs typeface="Calibri" panose="020F0502020204030204" pitchFamily="34" charset="0"/>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pPr>
            <a:r>
              <a:rPr lang="en-US" dirty="0"/>
              <a:t>Content Placeholder 9</a:t>
            </a:r>
          </a:p>
        </p:txBody>
      </p:sp>
      <p:sp>
        <p:nvSpPr>
          <p:cNvPr id="18" name="Long Description Link 22">
            <a:extLst>
              <a:ext uri="{FF2B5EF4-FFF2-40B4-BE49-F238E27FC236}">
                <a16:creationId xmlns:a16="http://schemas.microsoft.com/office/drawing/2014/main" id="{B58759B8-BBA5-814F-A7AC-974E1C4DFA9D}"/>
              </a:ext>
            </a:extLst>
          </p:cNvPr>
          <p:cNvSpPr>
            <a:spLocks noGrp="1"/>
          </p:cNvSpPr>
          <p:nvPr>
            <p:ph type="body" sz="quarter" idx="20" hasCustomPrompt="1"/>
          </p:nvPr>
        </p:nvSpPr>
        <p:spPr>
          <a:xfrm>
            <a:off x="520698" y="5965086"/>
            <a:ext cx="8101481" cy="314325"/>
          </a:xfrm>
        </p:spPr>
        <p:txBody>
          <a:bodyPr anchor="ctr">
            <a:normAutofit/>
          </a:bodyPr>
          <a:lstStyle>
            <a:lvl1pPr algn="ctr">
              <a:defRPr sz="1200">
                <a:latin typeface="Arial (Body)"/>
              </a:defRPr>
            </a:lvl1pPr>
          </a:lstStyle>
          <a:p>
            <a:pPr lvl="0"/>
            <a:r>
              <a:rPr lang="en-US" dirty="0"/>
              <a:t>Add text alternative link, if needed.</a:t>
            </a:r>
          </a:p>
        </p:txBody>
      </p:sp>
      <p:sp>
        <p:nvSpPr>
          <p:cNvPr id="4" name="Text Placeholder 3">
            <a:extLst>
              <a:ext uri="{FF2B5EF4-FFF2-40B4-BE49-F238E27FC236}">
                <a16:creationId xmlns:a16="http://schemas.microsoft.com/office/drawing/2014/main" id="{F5D3D98C-B108-47F8-BEFF-9D8CAA57926D}"/>
              </a:ext>
            </a:extLst>
          </p:cNvPr>
          <p:cNvSpPr>
            <a:spLocks noGrp="1"/>
          </p:cNvSpPr>
          <p:nvPr>
            <p:ph type="body" sz="quarter" idx="21" hasCustomPrompt="1"/>
          </p:nvPr>
        </p:nvSpPr>
        <p:spPr>
          <a:xfrm>
            <a:off x="520698" y="6563439"/>
            <a:ext cx="8101482" cy="191493"/>
          </a:xfrm>
        </p:spPr>
        <p:txBody>
          <a:bodyPr>
            <a:noAutofit/>
          </a:bodyPr>
          <a:lstStyle>
            <a:lvl1pPr algn="r">
              <a:defRPr sz="700">
                <a:latin typeface="Arial (Body)"/>
              </a:defRPr>
            </a:lvl1pPr>
          </a:lstStyle>
          <a:p>
            <a:pPr lvl="0"/>
            <a:r>
              <a:rPr lang="en-US" dirty="0"/>
              <a:t>Image credit</a:t>
            </a:r>
          </a:p>
        </p:txBody>
      </p:sp>
      <p:sp>
        <p:nvSpPr>
          <p:cNvPr id="20" name="Slide Number Placeholder">
            <a:extLst>
              <a:ext uri="{FF2B5EF4-FFF2-40B4-BE49-F238E27FC236}">
                <a16:creationId xmlns:a16="http://schemas.microsoft.com/office/drawing/2014/main" id="{F0C0D4EB-AC98-41A7-BF3A-6A5C921415DD}"/>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4095949948"/>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BodyText_2">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4606"/>
            <a:ext cx="9143999" cy="920816"/>
          </a:xfrm>
          <a:prstGeom prst="rect">
            <a:avLst/>
          </a:prstGeom>
        </p:spPr>
        <p:txBody>
          <a:bodyPr anchor="ctr">
            <a:noAutofit/>
          </a:bodyPr>
          <a:lstStyle>
            <a:lvl1pPr algn="ctr" defTabSz="914400" rtl="0" eaLnBrk="1" latinLnBrk="0" hangingPunct="1">
              <a:spcBef>
                <a:spcPct val="0"/>
              </a:spcBef>
              <a:buNone/>
              <a:defRPr lang="en-US" sz="4000" b="1" kern="1200" baseline="0" dirty="0">
                <a:solidFill>
                  <a:srgbClr val="081D48"/>
                </a:solidFill>
                <a:latin typeface="Arial (Headings)"/>
                <a:ea typeface="+mn-ea"/>
                <a:cs typeface="Calibri" panose="020F0502020204030204" pitchFamily="34" charset="0"/>
              </a:defRPr>
            </a:lvl1pPr>
          </a:lstStyle>
          <a:p>
            <a:r>
              <a:rPr lang="en-US" dirty="0"/>
              <a:t>Slide Title</a:t>
            </a:r>
          </a:p>
        </p:txBody>
      </p:sp>
      <p:sp>
        <p:nvSpPr>
          <p:cNvPr id="6" name="Content Placeholder 5">
            <a:extLst>
              <a:ext uri="{FF2B5EF4-FFF2-40B4-BE49-F238E27FC236}">
                <a16:creationId xmlns:a16="http://schemas.microsoft.com/office/drawing/2014/main" id="{54C96008-B1F9-413A-ACB1-B1A0CC43B4AC}"/>
              </a:ext>
            </a:extLst>
          </p:cNvPr>
          <p:cNvSpPr>
            <a:spLocks noGrp="1"/>
          </p:cNvSpPr>
          <p:nvPr>
            <p:ph sz="quarter" idx="11" hasCustomPrompt="1"/>
          </p:nvPr>
        </p:nvSpPr>
        <p:spPr>
          <a:xfrm>
            <a:off x="521260" y="1395453"/>
            <a:ext cx="8101480" cy="406342"/>
          </a:xfrm>
        </p:spPr>
        <p:txBody>
          <a:bodyPr>
            <a:noAutofit/>
          </a:bodyPr>
          <a:lstStyle>
            <a:lvl1pPr>
              <a:defRPr sz="2600">
                <a:latin typeface="Arial (Body)"/>
              </a:defRPr>
            </a:lvl1pPr>
            <a:lvl2pPr>
              <a:defRPr sz="3200">
                <a:latin typeface="Calibri (Body)"/>
              </a:defRPr>
            </a:lvl2pPr>
            <a:lvl3pPr>
              <a:defRPr sz="3200">
                <a:latin typeface="Calibri (Body)"/>
              </a:defRPr>
            </a:lvl3pPr>
            <a:lvl4pPr>
              <a:defRPr sz="3200">
                <a:latin typeface="Calibri (Body)"/>
              </a:defRPr>
            </a:lvl4pPr>
            <a:lvl5pPr>
              <a:defRPr sz="3200">
                <a:latin typeface="Calibri (Body)"/>
              </a:defRPr>
            </a:lvl5pPr>
          </a:lstStyle>
          <a:p>
            <a:pPr lvl="0"/>
            <a:r>
              <a:rPr lang="en-US" dirty="0"/>
              <a:t>Content Placeholder 1</a:t>
            </a:r>
          </a:p>
        </p:txBody>
      </p:sp>
      <p:sp>
        <p:nvSpPr>
          <p:cNvPr id="18" name="Long Description Link 22">
            <a:extLst>
              <a:ext uri="{FF2B5EF4-FFF2-40B4-BE49-F238E27FC236}">
                <a16:creationId xmlns:a16="http://schemas.microsoft.com/office/drawing/2014/main" id="{B58759B8-BBA5-814F-A7AC-974E1C4DFA9D}"/>
              </a:ext>
            </a:extLst>
          </p:cNvPr>
          <p:cNvSpPr>
            <a:spLocks noGrp="1"/>
          </p:cNvSpPr>
          <p:nvPr>
            <p:ph type="body" sz="quarter" idx="20" hasCustomPrompt="1"/>
          </p:nvPr>
        </p:nvSpPr>
        <p:spPr>
          <a:xfrm>
            <a:off x="520698" y="5965086"/>
            <a:ext cx="8101481" cy="314325"/>
          </a:xfrm>
        </p:spPr>
        <p:txBody>
          <a:bodyPr anchor="ctr">
            <a:normAutofit/>
          </a:bodyPr>
          <a:lstStyle>
            <a:lvl1pPr algn="ctr">
              <a:defRPr sz="1200">
                <a:latin typeface="Arial (Body)"/>
              </a:defRPr>
            </a:lvl1pPr>
          </a:lstStyle>
          <a:p>
            <a:pPr lvl="0"/>
            <a:r>
              <a:rPr lang="en-US" dirty="0"/>
              <a:t>Add text alternative link, if needed.</a:t>
            </a:r>
          </a:p>
        </p:txBody>
      </p:sp>
      <p:sp>
        <p:nvSpPr>
          <p:cNvPr id="4" name="Text Placeholder 3">
            <a:extLst>
              <a:ext uri="{FF2B5EF4-FFF2-40B4-BE49-F238E27FC236}">
                <a16:creationId xmlns:a16="http://schemas.microsoft.com/office/drawing/2014/main" id="{F5D3D98C-B108-47F8-BEFF-9D8CAA57926D}"/>
              </a:ext>
            </a:extLst>
          </p:cNvPr>
          <p:cNvSpPr>
            <a:spLocks noGrp="1"/>
          </p:cNvSpPr>
          <p:nvPr>
            <p:ph type="body" sz="quarter" idx="21" hasCustomPrompt="1"/>
          </p:nvPr>
        </p:nvSpPr>
        <p:spPr>
          <a:xfrm>
            <a:off x="520698" y="6563439"/>
            <a:ext cx="8101482" cy="191493"/>
          </a:xfrm>
        </p:spPr>
        <p:txBody>
          <a:bodyPr>
            <a:noAutofit/>
          </a:bodyPr>
          <a:lstStyle>
            <a:lvl1pPr algn="r">
              <a:defRPr sz="700">
                <a:latin typeface="Arial (Body)"/>
              </a:defRPr>
            </a:lvl1pPr>
          </a:lstStyle>
          <a:p>
            <a:pPr lvl="0"/>
            <a:r>
              <a:rPr lang="en-US" dirty="0"/>
              <a:t>Image credit</a:t>
            </a:r>
          </a:p>
        </p:txBody>
      </p:sp>
      <p:sp>
        <p:nvSpPr>
          <p:cNvPr id="20" name="Slide Number Placeholder">
            <a:extLst>
              <a:ext uri="{FF2B5EF4-FFF2-40B4-BE49-F238E27FC236}">
                <a16:creationId xmlns:a16="http://schemas.microsoft.com/office/drawing/2014/main" id="{F0C0D4EB-AC98-41A7-BF3A-6A5C921415DD}"/>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44600128"/>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4_BodyText_2">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4606"/>
            <a:ext cx="9143999" cy="920816"/>
          </a:xfrm>
          <a:prstGeom prst="rect">
            <a:avLst/>
          </a:prstGeom>
        </p:spPr>
        <p:txBody>
          <a:bodyPr anchor="ctr">
            <a:noAutofit/>
          </a:bodyPr>
          <a:lstStyle>
            <a:lvl1pPr algn="ctr" defTabSz="914400" rtl="0" eaLnBrk="1" latinLnBrk="0" hangingPunct="1">
              <a:spcBef>
                <a:spcPct val="0"/>
              </a:spcBef>
              <a:buNone/>
              <a:defRPr lang="en-US" sz="4000" b="1" kern="1200" baseline="0" dirty="0">
                <a:solidFill>
                  <a:srgbClr val="081D48"/>
                </a:solidFill>
                <a:latin typeface="Arial (Headings)"/>
                <a:ea typeface="+mn-ea"/>
                <a:cs typeface="Calibri" panose="020F0502020204030204" pitchFamily="34" charset="0"/>
              </a:defRPr>
            </a:lvl1pPr>
          </a:lstStyle>
          <a:p>
            <a:r>
              <a:rPr lang="en-US" dirty="0"/>
              <a:t>Slide Title</a:t>
            </a:r>
          </a:p>
        </p:txBody>
      </p:sp>
      <p:sp>
        <p:nvSpPr>
          <p:cNvPr id="6" name="Content Placeholder 5">
            <a:extLst>
              <a:ext uri="{FF2B5EF4-FFF2-40B4-BE49-F238E27FC236}">
                <a16:creationId xmlns:a16="http://schemas.microsoft.com/office/drawing/2014/main" id="{54C96008-B1F9-413A-ACB1-B1A0CC43B4AC}"/>
              </a:ext>
            </a:extLst>
          </p:cNvPr>
          <p:cNvSpPr>
            <a:spLocks noGrp="1"/>
          </p:cNvSpPr>
          <p:nvPr>
            <p:ph sz="quarter" idx="11" hasCustomPrompt="1"/>
          </p:nvPr>
        </p:nvSpPr>
        <p:spPr>
          <a:xfrm>
            <a:off x="521260" y="1395453"/>
            <a:ext cx="8101480" cy="406342"/>
          </a:xfrm>
        </p:spPr>
        <p:txBody>
          <a:bodyPr>
            <a:noAutofit/>
          </a:bodyPr>
          <a:lstStyle>
            <a:lvl1pPr>
              <a:defRPr sz="2600">
                <a:latin typeface="Arial (Body)"/>
              </a:defRPr>
            </a:lvl1pPr>
            <a:lvl2pPr>
              <a:defRPr sz="3200">
                <a:latin typeface="Calibri (Body)"/>
              </a:defRPr>
            </a:lvl2pPr>
            <a:lvl3pPr>
              <a:defRPr sz="3200">
                <a:latin typeface="Calibri (Body)"/>
              </a:defRPr>
            </a:lvl3pPr>
            <a:lvl4pPr>
              <a:defRPr sz="3200">
                <a:latin typeface="Calibri (Body)"/>
              </a:defRPr>
            </a:lvl4pPr>
            <a:lvl5pPr>
              <a:defRPr sz="3200">
                <a:latin typeface="Calibri (Body)"/>
              </a:defRPr>
            </a:lvl5pPr>
          </a:lstStyle>
          <a:p>
            <a:pPr lvl="0"/>
            <a:r>
              <a:rPr lang="en-US" dirty="0"/>
              <a:t>Content Placeholder 1</a:t>
            </a:r>
          </a:p>
        </p:txBody>
      </p:sp>
      <p:sp>
        <p:nvSpPr>
          <p:cNvPr id="20" name="Slide Number Placeholder">
            <a:extLst>
              <a:ext uri="{FF2B5EF4-FFF2-40B4-BE49-F238E27FC236}">
                <a16:creationId xmlns:a16="http://schemas.microsoft.com/office/drawing/2014/main" id="{F0C0D4EB-AC98-41A7-BF3A-6A5C921415DD}"/>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2136055173"/>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_BodyText_2">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4606"/>
            <a:ext cx="9143999" cy="920816"/>
          </a:xfrm>
          <a:prstGeom prst="rect">
            <a:avLst/>
          </a:prstGeom>
        </p:spPr>
        <p:txBody>
          <a:bodyPr anchor="ctr">
            <a:noAutofit/>
          </a:bodyPr>
          <a:lstStyle>
            <a:lvl1pPr algn="ctr" defTabSz="914400" rtl="0" eaLnBrk="1" latinLnBrk="0" hangingPunct="1">
              <a:spcBef>
                <a:spcPct val="0"/>
              </a:spcBef>
              <a:buNone/>
              <a:defRPr lang="en-US" sz="4000" b="1" kern="1200" baseline="0" dirty="0">
                <a:solidFill>
                  <a:srgbClr val="081D48"/>
                </a:solidFill>
                <a:latin typeface="Arial (Headings)"/>
                <a:ea typeface="+mn-ea"/>
                <a:cs typeface="Calibri" panose="020F0502020204030204" pitchFamily="34" charset="0"/>
              </a:defRPr>
            </a:lvl1pPr>
          </a:lstStyle>
          <a:p>
            <a:r>
              <a:rPr lang="en-US" dirty="0"/>
              <a:t>Slide Title</a:t>
            </a:r>
          </a:p>
        </p:txBody>
      </p:sp>
      <p:sp>
        <p:nvSpPr>
          <p:cNvPr id="6" name="Content Placeholder 5">
            <a:extLst>
              <a:ext uri="{FF2B5EF4-FFF2-40B4-BE49-F238E27FC236}">
                <a16:creationId xmlns:a16="http://schemas.microsoft.com/office/drawing/2014/main" id="{54C96008-B1F9-413A-ACB1-B1A0CC43B4AC}"/>
              </a:ext>
            </a:extLst>
          </p:cNvPr>
          <p:cNvSpPr>
            <a:spLocks noGrp="1"/>
          </p:cNvSpPr>
          <p:nvPr>
            <p:ph sz="quarter" idx="11" hasCustomPrompt="1"/>
          </p:nvPr>
        </p:nvSpPr>
        <p:spPr>
          <a:xfrm>
            <a:off x="521260" y="1395453"/>
            <a:ext cx="8101480" cy="406342"/>
          </a:xfrm>
        </p:spPr>
        <p:txBody>
          <a:bodyPr>
            <a:noAutofit/>
          </a:bodyPr>
          <a:lstStyle>
            <a:lvl1pPr>
              <a:defRPr sz="2600">
                <a:latin typeface="Arial (Body)"/>
              </a:defRPr>
            </a:lvl1pPr>
            <a:lvl2pPr>
              <a:defRPr sz="3200">
                <a:latin typeface="Calibri (Body)"/>
              </a:defRPr>
            </a:lvl2pPr>
            <a:lvl3pPr>
              <a:defRPr sz="3200">
                <a:latin typeface="Calibri (Body)"/>
              </a:defRPr>
            </a:lvl3pPr>
            <a:lvl4pPr>
              <a:defRPr sz="3200">
                <a:latin typeface="Calibri (Body)"/>
              </a:defRPr>
            </a:lvl4pPr>
            <a:lvl5pPr>
              <a:defRPr sz="3200">
                <a:latin typeface="Calibri (Body)"/>
              </a:defRPr>
            </a:lvl5pPr>
          </a:lstStyle>
          <a:p>
            <a:pPr lvl="0"/>
            <a:r>
              <a:rPr lang="en-US" dirty="0"/>
              <a:t>Content Placeholder 1</a:t>
            </a:r>
          </a:p>
        </p:txBody>
      </p:sp>
      <p:sp>
        <p:nvSpPr>
          <p:cNvPr id="18" name="Long Description Link 22">
            <a:extLst>
              <a:ext uri="{FF2B5EF4-FFF2-40B4-BE49-F238E27FC236}">
                <a16:creationId xmlns:a16="http://schemas.microsoft.com/office/drawing/2014/main" id="{B58759B8-BBA5-814F-A7AC-974E1C4DFA9D}"/>
              </a:ext>
            </a:extLst>
          </p:cNvPr>
          <p:cNvSpPr>
            <a:spLocks noGrp="1"/>
          </p:cNvSpPr>
          <p:nvPr>
            <p:ph type="body" sz="quarter" idx="20" hasCustomPrompt="1"/>
          </p:nvPr>
        </p:nvSpPr>
        <p:spPr>
          <a:xfrm>
            <a:off x="520698" y="5965086"/>
            <a:ext cx="8101481" cy="314325"/>
          </a:xfrm>
        </p:spPr>
        <p:txBody>
          <a:bodyPr anchor="ctr">
            <a:normAutofit/>
          </a:bodyPr>
          <a:lstStyle>
            <a:lvl1pPr algn="ctr">
              <a:defRPr sz="1200">
                <a:latin typeface="Arial (Body)"/>
              </a:defRPr>
            </a:lvl1pPr>
          </a:lstStyle>
          <a:p>
            <a:pPr lvl="0"/>
            <a:r>
              <a:rPr lang="en-US" dirty="0"/>
              <a:t>Add text alternative link, if needed.</a:t>
            </a:r>
          </a:p>
        </p:txBody>
      </p:sp>
      <p:sp>
        <p:nvSpPr>
          <p:cNvPr id="4" name="Text Placeholder 3">
            <a:extLst>
              <a:ext uri="{FF2B5EF4-FFF2-40B4-BE49-F238E27FC236}">
                <a16:creationId xmlns:a16="http://schemas.microsoft.com/office/drawing/2014/main" id="{F5D3D98C-B108-47F8-BEFF-9D8CAA57926D}"/>
              </a:ext>
            </a:extLst>
          </p:cNvPr>
          <p:cNvSpPr>
            <a:spLocks noGrp="1"/>
          </p:cNvSpPr>
          <p:nvPr>
            <p:ph type="body" sz="quarter" idx="21" hasCustomPrompt="1"/>
          </p:nvPr>
        </p:nvSpPr>
        <p:spPr>
          <a:xfrm>
            <a:off x="520698" y="6563439"/>
            <a:ext cx="8101482" cy="191493"/>
          </a:xfrm>
        </p:spPr>
        <p:txBody>
          <a:bodyPr>
            <a:noAutofit/>
          </a:bodyPr>
          <a:lstStyle>
            <a:lvl1pPr algn="r">
              <a:defRPr sz="700">
                <a:latin typeface="Arial (Body)"/>
              </a:defRPr>
            </a:lvl1pPr>
          </a:lstStyle>
          <a:p>
            <a:pPr lvl="0"/>
            <a:r>
              <a:rPr lang="en-US" dirty="0"/>
              <a:t>Image credit</a:t>
            </a:r>
          </a:p>
        </p:txBody>
      </p:sp>
      <p:sp>
        <p:nvSpPr>
          <p:cNvPr id="20" name="Slide Number Placeholder">
            <a:extLst>
              <a:ext uri="{FF2B5EF4-FFF2-40B4-BE49-F238E27FC236}">
                <a16:creationId xmlns:a16="http://schemas.microsoft.com/office/drawing/2014/main" id="{F0C0D4EB-AC98-41A7-BF3A-6A5C921415DD}"/>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1288961358"/>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BodyText_2">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4606"/>
            <a:ext cx="9143999" cy="920816"/>
          </a:xfrm>
          <a:prstGeom prst="rect">
            <a:avLst/>
          </a:prstGeom>
        </p:spPr>
        <p:txBody>
          <a:bodyPr anchor="ctr">
            <a:noAutofit/>
          </a:bodyPr>
          <a:lstStyle>
            <a:lvl1pPr algn="ctr" defTabSz="914400" rtl="0" eaLnBrk="1" latinLnBrk="0" hangingPunct="1">
              <a:spcBef>
                <a:spcPct val="0"/>
              </a:spcBef>
              <a:buNone/>
              <a:defRPr lang="en-US" sz="4000" b="1" kern="1200" baseline="0" dirty="0">
                <a:solidFill>
                  <a:srgbClr val="081D48"/>
                </a:solidFill>
                <a:latin typeface="Arial (Headings)"/>
                <a:ea typeface="+mn-ea"/>
                <a:cs typeface="Calibri" panose="020F0502020204030204" pitchFamily="34" charset="0"/>
              </a:defRPr>
            </a:lvl1pPr>
          </a:lstStyle>
          <a:p>
            <a:r>
              <a:rPr lang="en-US" dirty="0"/>
              <a:t>Slide Title</a:t>
            </a:r>
          </a:p>
        </p:txBody>
      </p:sp>
      <p:sp>
        <p:nvSpPr>
          <p:cNvPr id="6" name="Content Placeholder 5">
            <a:extLst>
              <a:ext uri="{FF2B5EF4-FFF2-40B4-BE49-F238E27FC236}">
                <a16:creationId xmlns:a16="http://schemas.microsoft.com/office/drawing/2014/main" id="{54C96008-B1F9-413A-ACB1-B1A0CC43B4AC}"/>
              </a:ext>
            </a:extLst>
          </p:cNvPr>
          <p:cNvSpPr>
            <a:spLocks noGrp="1"/>
          </p:cNvSpPr>
          <p:nvPr>
            <p:ph sz="quarter" idx="11" hasCustomPrompt="1"/>
          </p:nvPr>
        </p:nvSpPr>
        <p:spPr>
          <a:xfrm>
            <a:off x="521260" y="1395453"/>
            <a:ext cx="8101480" cy="406342"/>
          </a:xfrm>
        </p:spPr>
        <p:txBody>
          <a:bodyPr>
            <a:noAutofit/>
          </a:bodyPr>
          <a:lstStyle>
            <a:lvl1pPr>
              <a:defRPr sz="2600">
                <a:latin typeface="Arial (Body)"/>
              </a:defRPr>
            </a:lvl1pPr>
            <a:lvl2pPr>
              <a:defRPr sz="3200">
                <a:latin typeface="Calibri (Body)"/>
              </a:defRPr>
            </a:lvl2pPr>
            <a:lvl3pPr>
              <a:defRPr sz="3200">
                <a:latin typeface="Calibri (Body)"/>
              </a:defRPr>
            </a:lvl3pPr>
            <a:lvl4pPr>
              <a:defRPr sz="3200">
                <a:latin typeface="Calibri (Body)"/>
              </a:defRPr>
            </a:lvl4pPr>
            <a:lvl5pPr>
              <a:defRPr sz="3200">
                <a:latin typeface="Calibri (Body)"/>
              </a:defRPr>
            </a:lvl5pPr>
          </a:lstStyle>
          <a:p>
            <a:pPr lvl="0"/>
            <a:r>
              <a:rPr lang="en-US" dirty="0"/>
              <a:t>Content Placeholder 1</a:t>
            </a:r>
          </a:p>
        </p:txBody>
      </p:sp>
      <p:sp>
        <p:nvSpPr>
          <p:cNvPr id="11" name="Content Placeholder 10">
            <a:extLst>
              <a:ext uri="{FF2B5EF4-FFF2-40B4-BE49-F238E27FC236}">
                <a16:creationId xmlns:a16="http://schemas.microsoft.com/office/drawing/2014/main" id="{F85AD958-0059-4A1D-B504-B60338828B65}"/>
              </a:ext>
            </a:extLst>
          </p:cNvPr>
          <p:cNvSpPr>
            <a:spLocks noGrp="1"/>
          </p:cNvSpPr>
          <p:nvPr>
            <p:ph sz="quarter" idx="12" hasCustomPrompt="1"/>
          </p:nvPr>
        </p:nvSpPr>
        <p:spPr>
          <a:xfrm>
            <a:off x="520697" y="4057297"/>
            <a:ext cx="8101481" cy="406342"/>
          </a:xfrm>
        </p:spPr>
        <p:txBody>
          <a:bodyPr>
            <a:noAutofit/>
          </a:bodyPr>
          <a:lstStyle>
            <a:lvl1pPr>
              <a:defRPr lang="en-US" sz="2600" kern="1200" dirty="0">
                <a:solidFill>
                  <a:schemeClr val="tx2"/>
                </a:solidFill>
                <a:latin typeface="Arial (Body)"/>
                <a:ea typeface="+mn-ea"/>
                <a:cs typeface="Calibri" panose="020F0502020204030204" pitchFamily="34" charset="0"/>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pPr>
            <a:r>
              <a:rPr lang="en-US" dirty="0"/>
              <a:t>Content Placeholder 2</a:t>
            </a:r>
          </a:p>
        </p:txBody>
      </p:sp>
      <p:sp>
        <p:nvSpPr>
          <p:cNvPr id="18" name="Long Description Link 22">
            <a:extLst>
              <a:ext uri="{FF2B5EF4-FFF2-40B4-BE49-F238E27FC236}">
                <a16:creationId xmlns:a16="http://schemas.microsoft.com/office/drawing/2014/main" id="{B58759B8-BBA5-814F-A7AC-974E1C4DFA9D}"/>
              </a:ext>
            </a:extLst>
          </p:cNvPr>
          <p:cNvSpPr>
            <a:spLocks noGrp="1"/>
          </p:cNvSpPr>
          <p:nvPr>
            <p:ph type="body" sz="quarter" idx="20" hasCustomPrompt="1"/>
          </p:nvPr>
        </p:nvSpPr>
        <p:spPr>
          <a:xfrm>
            <a:off x="520698" y="5965086"/>
            <a:ext cx="8101481" cy="314325"/>
          </a:xfrm>
        </p:spPr>
        <p:txBody>
          <a:bodyPr anchor="ctr">
            <a:normAutofit/>
          </a:bodyPr>
          <a:lstStyle>
            <a:lvl1pPr algn="ctr">
              <a:defRPr sz="1200">
                <a:latin typeface="Arial (Body)"/>
              </a:defRPr>
            </a:lvl1pPr>
          </a:lstStyle>
          <a:p>
            <a:pPr lvl="0"/>
            <a:r>
              <a:rPr lang="en-US" dirty="0"/>
              <a:t>Add text alternative link, if needed.</a:t>
            </a:r>
          </a:p>
        </p:txBody>
      </p:sp>
      <p:sp>
        <p:nvSpPr>
          <p:cNvPr id="4" name="Text Placeholder 3">
            <a:extLst>
              <a:ext uri="{FF2B5EF4-FFF2-40B4-BE49-F238E27FC236}">
                <a16:creationId xmlns:a16="http://schemas.microsoft.com/office/drawing/2014/main" id="{F5D3D98C-B108-47F8-BEFF-9D8CAA57926D}"/>
              </a:ext>
            </a:extLst>
          </p:cNvPr>
          <p:cNvSpPr>
            <a:spLocks noGrp="1"/>
          </p:cNvSpPr>
          <p:nvPr>
            <p:ph type="body" sz="quarter" idx="21" hasCustomPrompt="1"/>
          </p:nvPr>
        </p:nvSpPr>
        <p:spPr>
          <a:xfrm>
            <a:off x="520698" y="6563439"/>
            <a:ext cx="8101482" cy="191493"/>
          </a:xfrm>
        </p:spPr>
        <p:txBody>
          <a:bodyPr>
            <a:noAutofit/>
          </a:bodyPr>
          <a:lstStyle>
            <a:lvl1pPr algn="r">
              <a:defRPr sz="700">
                <a:latin typeface="Arial (Body)"/>
              </a:defRPr>
            </a:lvl1pPr>
          </a:lstStyle>
          <a:p>
            <a:pPr lvl="0"/>
            <a:r>
              <a:rPr lang="en-US" dirty="0"/>
              <a:t>Image credit</a:t>
            </a:r>
          </a:p>
        </p:txBody>
      </p:sp>
      <p:sp>
        <p:nvSpPr>
          <p:cNvPr id="20" name="Slide Number Placeholder">
            <a:extLst>
              <a:ext uri="{FF2B5EF4-FFF2-40B4-BE49-F238E27FC236}">
                <a16:creationId xmlns:a16="http://schemas.microsoft.com/office/drawing/2014/main" id="{F0C0D4EB-AC98-41A7-BF3A-6A5C921415DD}"/>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2489664496"/>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HAPTER CLOSING">
    <p:spTree>
      <p:nvGrpSpPr>
        <p:cNvPr id="1" name=""/>
        <p:cNvGrpSpPr/>
        <p:nvPr/>
      </p:nvGrpSpPr>
      <p:grpSpPr>
        <a:xfrm>
          <a:off x="0" y="0"/>
          <a:ext cx="0" cy="0"/>
          <a:chOff x="0" y="0"/>
          <a:chExt cx="0" cy="0"/>
        </a:xfrm>
      </p:grpSpPr>
      <p:sp>
        <p:nvSpPr>
          <p:cNvPr id="2" name="Hidden Slide Title">
            <a:extLst>
              <a:ext uri="{FF2B5EF4-FFF2-40B4-BE49-F238E27FC236}">
                <a16:creationId xmlns:a16="http://schemas.microsoft.com/office/drawing/2014/main" id="{D3229D0C-04EF-482F-B26C-8D49CD33DBE3}"/>
              </a:ext>
            </a:extLst>
          </p:cNvPr>
          <p:cNvSpPr>
            <a:spLocks noGrp="1"/>
          </p:cNvSpPr>
          <p:nvPr>
            <p:ph type="title" hasCustomPrompt="1"/>
          </p:nvPr>
        </p:nvSpPr>
        <p:spPr>
          <a:xfrm>
            <a:off x="3501687" y="0"/>
            <a:ext cx="2292103" cy="409904"/>
          </a:xfrm>
          <a:prstGeom prst="rect">
            <a:avLst/>
          </a:prstGeom>
        </p:spPr>
        <p:txBody>
          <a:bodyPr/>
          <a:lstStyle>
            <a:lvl1pPr>
              <a:defRPr>
                <a:solidFill>
                  <a:schemeClr val="tx1"/>
                </a:solidFill>
                <a:latin typeface="Arial (Headings)"/>
              </a:defRPr>
            </a:lvl1pPr>
          </a:lstStyle>
          <a:p>
            <a:r>
              <a:rPr lang="en-US" dirty="0"/>
              <a:t>Add hidden title here </a:t>
            </a:r>
          </a:p>
        </p:txBody>
      </p:sp>
      <p:pic>
        <p:nvPicPr>
          <p:cNvPr id="6" name="MGH Logo">
            <a:extLst>
              <a:ext uri="{FF2B5EF4-FFF2-40B4-BE49-F238E27FC236}">
                <a16:creationId xmlns:a16="http://schemas.microsoft.com/office/drawing/2014/main" id="{60DCFDF5-2A5B-440E-888A-BC0BFEF9FF5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350211" y="1479079"/>
            <a:ext cx="2443579" cy="2443579"/>
          </a:xfrm>
          <a:prstGeom prst="rect">
            <a:avLst/>
          </a:prstGeom>
        </p:spPr>
      </p:pic>
      <p:sp>
        <p:nvSpPr>
          <p:cNvPr id="9" name="MGH Tagline">
            <a:extLst>
              <a:ext uri="{FF2B5EF4-FFF2-40B4-BE49-F238E27FC236}">
                <a16:creationId xmlns:a16="http://schemas.microsoft.com/office/drawing/2014/main" id="{F040BF5C-A78D-440C-93DF-72F3F641F3F1}"/>
              </a:ext>
            </a:extLst>
          </p:cNvPr>
          <p:cNvSpPr txBox="1"/>
          <p:nvPr userDrawn="1"/>
        </p:nvSpPr>
        <p:spPr>
          <a:xfrm>
            <a:off x="1730746" y="4372423"/>
            <a:ext cx="5682508" cy="492443"/>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600" b="0" i="0" u="none" strike="noStrike" kern="1200" cap="none" spc="40" normalizeH="0" baseline="0" noProof="0" dirty="0">
                <a:ln>
                  <a:noFill/>
                </a:ln>
                <a:solidFill>
                  <a:srgbClr val="000000"/>
                </a:solidFill>
                <a:effectLst/>
                <a:uLnTx/>
                <a:uFillTx/>
                <a:latin typeface="Calibri (Body)"/>
                <a:ea typeface="Calibri" panose="020F0502020204030204" pitchFamily="34" charset="0"/>
                <a:cs typeface="+mn-cs"/>
              </a:rPr>
              <a:t>Because learning changes everything.</a:t>
            </a:r>
            <a:r>
              <a:rPr kumimoji="0" lang="en-US" sz="2600" b="0" i="0" u="none" strike="noStrike" kern="1200" cap="none" spc="40" normalizeH="0" baseline="40000" noProof="0" dirty="0">
                <a:ln>
                  <a:noFill/>
                </a:ln>
                <a:solidFill>
                  <a:srgbClr val="000000"/>
                </a:solidFill>
                <a:effectLst/>
                <a:uLnTx/>
                <a:uFillTx/>
                <a:latin typeface="Calibri (Body)"/>
                <a:ea typeface="Calibri" panose="020F0502020204030204" pitchFamily="34" charset="0"/>
                <a:cs typeface="+mn-cs"/>
              </a:rPr>
              <a:t>®</a:t>
            </a:r>
            <a:endParaRPr kumimoji="0" lang="en-US" sz="2600" b="0" i="0" u="none" strike="noStrike" kern="1200" cap="none" spc="40" normalizeH="0" baseline="40000" noProof="0" dirty="0">
              <a:ln>
                <a:noFill/>
              </a:ln>
              <a:solidFill>
                <a:srgbClr val="000000"/>
              </a:solidFill>
              <a:effectLst/>
              <a:uLnTx/>
              <a:uFillTx/>
              <a:latin typeface="Calibri (Body)"/>
              <a:ea typeface="+mn-ea"/>
              <a:cs typeface="+mn-cs"/>
            </a:endParaRPr>
          </a:p>
        </p:txBody>
      </p:sp>
      <p:sp>
        <p:nvSpPr>
          <p:cNvPr id="10" name="MGH URL">
            <a:extLst>
              <a:ext uri="{FF2B5EF4-FFF2-40B4-BE49-F238E27FC236}">
                <a16:creationId xmlns:a16="http://schemas.microsoft.com/office/drawing/2014/main" id="{2215B5DD-E18E-478F-81B9-79BA83A9A251}"/>
              </a:ext>
            </a:extLst>
          </p:cNvPr>
          <p:cNvSpPr txBox="1"/>
          <p:nvPr userDrawn="1"/>
        </p:nvSpPr>
        <p:spPr>
          <a:xfrm>
            <a:off x="3269085" y="5329121"/>
            <a:ext cx="2605831"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Body)"/>
                <a:ea typeface="+mn-ea"/>
                <a:cs typeface="+mn-cs"/>
              </a:rPr>
              <a:t>www.mheducation.com</a:t>
            </a:r>
          </a:p>
        </p:txBody>
      </p:sp>
      <p:sp>
        <p:nvSpPr>
          <p:cNvPr id="7" name="Footer Placeholder 2">
            <a:extLst>
              <a:ext uri="{FF2B5EF4-FFF2-40B4-BE49-F238E27FC236}">
                <a16:creationId xmlns:a16="http://schemas.microsoft.com/office/drawing/2014/main" id="{9CF0A730-D7C8-4E8F-AEFB-EF1D3A3771B0}"/>
              </a:ext>
            </a:extLst>
          </p:cNvPr>
          <p:cNvSpPr>
            <a:spLocks noGrp="1"/>
          </p:cNvSpPr>
          <p:nvPr>
            <p:ph type="body" sz="quarter" idx="10" hasCustomPrompt="1"/>
          </p:nvPr>
        </p:nvSpPr>
        <p:spPr>
          <a:xfrm>
            <a:off x="1" y="6365559"/>
            <a:ext cx="9144000" cy="492442"/>
          </a:xfrm>
          <a:prstGeom prst="rect">
            <a:avLst/>
          </a:prstGeom>
        </p:spPr>
        <p:txBody>
          <a:bodyPr anchor="ctr"/>
          <a:lstStyle>
            <a:lvl1pPr algn="ctr">
              <a:defRPr sz="850">
                <a:solidFill>
                  <a:schemeClr val="tx1"/>
                </a:solidFill>
                <a:latin typeface="Arial (Body)"/>
              </a:defRPr>
            </a:lvl1pPr>
          </a:lstStyle>
          <a:p>
            <a:pPr lvl="0"/>
            <a:r>
              <a:rPr lang="en-IN" dirty="0"/>
              <a:t>Place long copyright here</a:t>
            </a:r>
            <a:endParaRPr lang="en-US" dirty="0"/>
          </a:p>
        </p:txBody>
      </p:sp>
    </p:spTree>
    <p:extLst>
      <p:ext uri="{BB962C8B-B14F-4D97-AF65-F5344CB8AC3E}">
        <p14:creationId xmlns:p14="http://schemas.microsoft.com/office/powerpoint/2010/main" val="286392727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GLOSSARY OPENER">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4FC4A42A-F982-4BF3-855D-C46FC3848A70}"/>
              </a:ext>
            </a:extLst>
          </p:cNvPr>
          <p:cNvSpPr/>
          <p:nvPr userDrawn="1"/>
        </p:nvSpPr>
        <p:spPr>
          <a:xfrm>
            <a:off x="0" y="2853266"/>
            <a:ext cx="9144000" cy="11514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249767" y="2892774"/>
            <a:ext cx="8644467" cy="1072453"/>
          </a:xfrm>
          <a:prstGeom prst="rect">
            <a:avLst/>
          </a:prstGeom>
        </p:spPr>
        <p:txBody>
          <a:bodyPr anchor="ctr">
            <a:noAutofit/>
          </a:bodyPr>
          <a:lstStyle>
            <a:lvl1pPr algn="l" defTabSz="914400" rtl="0" eaLnBrk="1" latinLnBrk="0" hangingPunct="1">
              <a:spcBef>
                <a:spcPct val="0"/>
              </a:spcBef>
              <a:buNone/>
              <a:defRPr lang="en-US" sz="2400" b="1" kern="1200" dirty="0">
                <a:solidFill>
                  <a:schemeClr val="bg1"/>
                </a:solidFill>
                <a:latin typeface="Calibri (Headings)"/>
                <a:ea typeface="+mn-ea"/>
                <a:cs typeface="Calibri" panose="020F0502020204030204" pitchFamily="34" charset="0"/>
              </a:defRPr>
            </a:lvl1pPr>
          </a:lstStyle>
          <a:p>
            <a:r>
              <a:rPr lang="en-US" dirty="0"/>
              <a:t>Glossary Title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458200"/>
            <a:ext cx="355840" cy="385194"/>
          </a:xfrm>
        </p:spPr>
        <p:txBody>
          <a:bodyPr/>
          <a:lstStyle>
            <a:lvl1pPr>
              <a:defRPr>
                <a:solidFill>
                  <a:schemeClr val="tx1"/>
                </a:solidFill>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2295968746"/>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GLOSSARY CONTENT">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521260" y="143933"/>
            <a:ext cx="8101480" cy="1072453"/>
          </a:xfrm>
          <a:prstGeom prst="rect">
            <a:avLst/>
          </a:prstGeom>
        </p:spPr>
        <p:txBody>
          <a:bodyPr anchor="ctr">
            <a:noAutofit/>
          </a:bodyPr>
          <a:lstStyle>
            <a:lvl1pPr algn="ctr" defTabSz="914400" rtl="0" eaLnBrk="1" latinLnBrk="0" hangingPunct="1">
              <a:spcBef>
                <a:spcPct val="0"/>
              </a:spcBef>
              <a:buNone/>
              <a:defRPr lang="en-US" sz="4000" b="1" kern="1200" dirty="0">
                <a:solidFill>
                  <a:srgbClr val="081D48"/>
                </a:solidFill>
                <a:latin typeface="Calibri (Headings)"/>
                <a:ea typeface="+mn-ea"/>
                <a:cs typeface="Calibri" panose="020F0502020204030204" pitchFamily="34" charset="0"/>
              </a:defRPr>
            </a:lvl1pPr>
          </a:lstStyle>
          <a:p>
            <a:r>
              <a:rPr lang="en-US" dirty="0"/>
              <a:t>Glossary-#</a:t>
            </a:r>
          </a:p>
        </p:txBody>
      </p:sp>
      <p:sp>
        <p:nvSpPr>
          <p:cNvPr id="8" name="Text Placeholder 7">
            <a:extLst>
              <a:ext uri="{FF2B5EF4-FFF2-40B4-BE49-F238E27FC236}">
                <a16:creationId xmlns:a16="http://schemas.microsoft.com/office/drawing/2014/main" id="{C1FCF5E1-2FEB-4730-893A-3DEFEAE61E8A}"/>
              </a:ext>
            </a:extLst>
          </p:cNvPr>
          <p:cNvSpPr>
            <a:spLocks noGrp="1"/>
          </p:cNvSpPr>
          <p:nvPr>
            <p:ph type="body" sz="quarter" idx="20" hasCustomPrompt="1"/>
          </p:nvPr>
        </p:nvSpPr>
        <p:spPr>
          <a:xfrm>
            <a:off x="520700" y="1338263"/>
            <a:ext cx="8102600" cy="405869"/>
          </a:xfrm>
        </p:spPr>
        <p:txBody>
          <a:bodyPr anchor="ctr" anchorCtr="1">
            <a:normAutofit/>
          </a:bodyPr>
          <a:lstStyle>
            <a:lvl1pPr marL="0" marR="0"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defRPr sz="1200">
                <a:latin typeface="Calibri (Body)"/>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a:pPr>
            <a:r>
              <a:rPr lang="en-US" dirty="0"/>
              <a:t>Return to the parent-slide glossary term.</a:t>
            </a:r>
          </a:p>
        </p:txBody>
      </p:sp>
      <p:sp>
        <p:nvSpPr>
          <p:cNvPr id="10" name="Content Placeholder 9">
            <a:extLst>
              <a:ext uri="{FF2B5EF4-FFF2-40B4-BE49-F238E27FC236}">
                <a16:creationId xmlns:a16="http://schemas.microsoft.com/office/drawing/2014/main" id="{66FA4441-D273-4366-AF7D-29D272FD4385}"/>
              </a:ext>
            </a:extLst>
          </p:cNvPr>
          <p:cNvSpPr>
            <a:spLocks noGrp="1"/>
          </p:cNvSpPr>
          <p:nvPr>
            <p:ph sz="quarter" idx="21" hasCustomPrompt="1"/>
          </p:nvPr>
        </p:nvSpPr>
        <p:spPr>
          <a:xfrm>
            <a:off x="520700" y="1812925"/>
            <a:ext cx="8102600" cy="3773228"/>
          </a:xfrm>
        </p:spPr>
        <p:txBody>
          <a:bodyPr/>
          <a:lst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a:latin typeface="Calibri (Body)"/>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a:pPr>
            <a:r>
              <a:rPr lang="en-US" dirty="0"/>
              <a:t>Place Glossary Content Here…</a:t>
            </a:r>
          </a:p>
        </p:txBody>
      </p:sp>
      <p:sp>
        <p:nvSpPr>
          <p:cNvPr id="14" name="Text Placeholder 13">
            <a:extLst>
              <a:ext uri="{FF2B5EF4-FFF2-40B4-BE49-F238E27FC236}">
                <a16:creationId xmlns:a16="http://schemas.microsoft.com/office/drawing/2014/main" id="{71A6FFE2-060D-4131-A13B-CD72D3C16134}"/>
              </a:ext>
            </a:extLst>
          </p:cNvPr>
          <p:cNvSpPr>
            <a:spLocks noGrp="1"/>
          </p:cNvSpPr>
          <p:nvPr>
            <p:ph type="body" sz="quarter" idx="22" hasCustomPrompt="1"/>
          </p:nvPr>
        </p:nvSpPr>
        <p:spPr>
          <a:xfrm>
            <a:off x="520700" y="5718743"/>
            <a:ext cx="8102600" cy="385194"/>
          </a:xfrm>
        </p:spPr>
        <p:txBody>
          <a:bodyPr anchor="ctr" anchorCtr="1">
            <a:normAutofit/>
          </a:bodyPr>
          <a:lstStyle>
            <a:lvl1pPr marL="0" marR="0"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defRPr lang="en-US" sz="1200" kern="1200" dirty="0">
                <a:solidFill>
                  <a:schemeClr val="tx2"/>
                </a:solidFill>
                <a:latin typeface="Calibri (Body)"/>
                <a:ea typeface="+mn-ea"/>
                <a:cs typeface="Calibri" panose="020F0502020204030204" pitchFamily="34" charset="0"/>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a:pPr>
            <a:r>
              <a:rPr lang="en-US" dirty="0"/>
              <a:t>Return to the parent-slide glossary term.</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458200"/>
            <a:ext cx="355840" cy="385194"/>
          </a:xfrm>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3040548838"/>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APPENDIX OPENER">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F8E8A6E-2134-462B-9229-B1F01D5FD7F4}"/>
              </a:ext>
            </a:extLst>
          </p:cNvPr>
          <p:cNvSpPr/>
          <p:nvPr userDrawn="1"/>
        </p:nvSpPr>
        <p:spPr bwMode="auto">
          <a:xfrm>
            <a:off x="0" y="2853265"/>
            <a:ext cx="9144000" cy="1151467"/>
          </a:xfrm>
          <a:prstGeom prst="rect">
            <a:avLst/>
          </a:prstGeom>
          <a:solidFill>
            <a:srgbClr val="D9D9D9"/>
          </a:solidFill>
          <a:ln>
            <a:noFill/>
          </a:ln>
          <a:effectLst/>
        </p:spPr>
        <p:txBody>
          <a:bodyPr lIns="90488" tIns="44450" rIns="90488" bIns="44450"/>
          <a:lstStyle/>
          <a:p>
            <a:pPr marL="169863" indent="-169863" eaLnBrk="0" hangingPunct="0">
              <a:spcBef>
                <a:spcPct val="34000"/>
              </a:spcBef>
              <a:buClr>
                <a:srgbClr val="000000"/>
              </a:buClr>
              <a:buSzPct val="100000"/>
              <a:buFont typeface="Symbol" pitchFamily="18" charset="2"/>
              <a:buChar char="·"/>
              <a:defRPr/>
            </a:pPr>
            <a:endParaRPr lang="en-US" sz="1600" dirty="0">
              <a:solidFill>
                <a:srgbClr val="000000"/>
              </a:solidFill>
              <a:latin typeface="+mn-lt"/>
              <a:cs typeface="+mn-cs"/>
            </a:endParaRPr>
          </a:p>
        </p:txBody>
      </p:sp>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249767" y="2892774"/>
            <a:ext cx="8644467" cy="1072453"/>
          </a:xfrm>
          <a:prstGeom prst="rect">
            <a:avLst/>
          </a:prstGeom>
        </p:spPr>
        <p:txBody>
          <a:bodyPr anchor="ctr">
            <a:noAutofit/>
          </a:bodyPr>
          <a:lstStyle>
            <a:lvl1pPr algn="l" defTabSz="914400" rtl="0" eaLnBrk="1" latinLnBrk="0" hangingPunct="1">
              <a:spcBef>
                <a:spcPct val="0"/>
              </a:spcBef>
              <a:buNone/>
              <a:defRPr lang="en-US" sz="2400" b="1" kern="1200" dirty="0">
                <a:solidFill>
                  <a:schemeClr val="tx1"/>
                </a:solidFill>
                <a:latin typeface="Arial (Headings)"/>
                <a:ea typeface="+mn-ea"/>
                <a:cs typeface="Calibri" panose="020F0502020204030204" pitchFamily="34" charset="0"/>
              </a:defRPr>
            </a:lvl1pPr>
          </a:lstStyle>
          <a:p>
            <a:r>
              <a:rPr lang="en-US" dirty="0"/>
              <a:t>Appendix Title</a:t>
            </a:r>
          </a:p>
        </p:txBody>
      </p:sp>
      <p:sp>
        <p:nvSpPr>
          <p:cNvPr id="6" name="Slide Number Placeholder">
            <a:extLst>
              <a:ext uri="{FF2B5EF4-FFF2-40B4-BE49-F238E27FC236}">
                <a16:creationId xmlns:a16="http://schemas.microsoft.com/office/drawing/2014/main" id="{00556159-A873-408F-99F4-67C548E58AC9}"/>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1418588910"/>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APPENDIX CONTENT">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4607"/>
            <a:ext cx="9144000" cy="1201780"/>
          </a:xfrm>
          <a:prstGeom prst="rect">
            <a:avLst/>
          </a:prstGeom>
        </p:spPr>
        <p:txBody>
          <a:bodyPr anchor="ctr">
            <a:noAutofit/>
          </a:bodyPr>
          <a:lstStyle>
            <a:lvl1pPr algn="ctr" defTabSz="914400" rtl="0" eaLnBrk="1" latinLnBrk="0" hangingPunct="1">
              <a:spcBef>
                <a:spcPct val="0"/>
              </a:spcBef>
              <a:buNone/>
              <a:defRPr lang="en-US" sz="3600" b="0" kern="1200" dirty="0">
                <a:solidFill>
                  <a:srgbClr val="081D48"/>
                </a:solidFill>
                <a:latin typeface="Arial" panose="020B0604020202020204" pitchFamily="34" charset="0"/>
                <a:ea typeface="+mn-ea"/>
                <a:cs typeface="Arial" panose="020B0604020202020204" pitchFamily="34" charset="0"/>
              </a:defRPr>
            </a:lvl1pPr>
          </a:lstStyle>
          <a:p>
            <a:r>
              <a:rPr lang="en-US" dirty="0"/>
              <a:t>Appendix Title - Text Alternative</a:t>
            </a:r>
          </a:p>
        </p:txBody>
      </p:sp>
      <p:sp>
        <p:nvSpPr>
          <p:cNvPr id="8" name="Text Placeholder 7">
            <a:extLst>
              <a:ext uri="{FF2B5EF4-FFF2-40B4-BE49-F238E27FC236}">
                <a16:creationId xmlns:a16="http://schemas.microsoft.com/office/drawing/2014/main" id="{C1FCF5E1-2FEB-4730-893A-3DEFEAE61E8A}"/>
              </a:ext>
            </a:extLst>
          </p:cNvPr>
          <p:cNvSpPr>
            <a:spLocks noGrp="1"/>
          </p:cNvSpPr>
          <p:nvPr>
            <p:ph type="body" sz="quarter" idx="20" hasCustomPrompt="1"/>
          </p:nvPr>
        </p:nvSpPr>
        <p:spPr>
          <a:xfrm>
            <a:off x="703545" y="1338263"/>
            <a:ext cx="7736911" cy="405869"/>
          </a:xfrm>
        </p:spPr>
        <p:txBody>
          <a:bodyPr anchor="ctr" anchorCtr="1">
            <a:normAutofit/>
          </a:bodyPr>
          <a:lstStyle>
            <a:lvl1pPr marL="0" marR="0"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defRPr sz="1200">
                <a:latin typeface="Arial" panose="020B0604020202020204" pitchFamily="34" charset="0"/>
                <a:cs typeface="Arial" panose="020B0604020202020204" pitchFamily="34" charset="0"/>
              </a:defRPr>
            </a:lvl1pPr>
          </a:lstStyle>
          <a:p>
            <a:pPr lvl="0"/>
            <a:r>
              <a:rPr lang="en-US" dirty="0"/>
              <a:t>Return to parent-slide containing images.</a:t>
            </a:r>
          </a:p>
        </p:txBody>
      </p:sp>
      <p:sp>
        <p:nvSpPr>
          <p:cNvPr id="10" name="Content Placeholder 9">
            <a:extLst>
              <a:ext uri="{FF2B5EF4-FFF2-40B4-BE49-F238E27FC236}">
                <a16:creationId xmlns:a16="http://schemas.microsoft.com/office/drawing/2014/main" id="{66FA4441-D273-4366-AF7D-29D272FD4385}"/>
              </a:ext>
            </a:extLst>
          </p:cNvPr>
          <p:cNvSpPr>
            <a:spLocks noGrp="1"/>
          </p:cNvSpPr>
          <p:nvPr>
            <p:ph sz="quarter" idx="21" hasCustomPrompt="1"/>
          </p:nvPr>
        </p:nvSpPr>
        <p:spPr>
          <a:xfrm>
            <a:off x="703545" y="1812925"/>
            <a:ext cx="7736911" cy="3773228"/>
          </a:xfrm>
        </p:spPr>
        <p:txBody>
          <a:bodyPr/>
          <a:lst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1400">
                <a:latin typeface="Arial" panose="020B0604020202020204" pitchFamily="34" charset="0"/>
                <a:cs typeface="Arial" panose="020B0604020202020204" pitchFamily="34" charset="0"/>
              </a:defRPr>
            </a:lvl1pPr>
          </a:lstStyle>
          <a:p>
            <a:pPr lvl="0"/>
            <a:r>
              <a:rPr lang="en-US" dirty="0"/>
              <a:t>Place Appendix Content Here…</a:t>
            </a:r>
          </a:p>
        </p:txBody>
      </p:sp>
      <p:sp>
        <p:nvSpPr>
          <p:cNvPr id="14" name="Text Placeholder 13">
            <a:extLst>
              <a:ext uri="{FF2B5EF4-FFF2-40B4-BE49-F238E27FC236}">
                <a16:creationId xmlns:a16="http://schemas.microsoft.com/office/drawing/2014/main" id="{71A6FFE2-060D-4131-A13B-CD72D3C16134}"/>
              </a:ext>
            </a:extLst>
          </p:cNvPr>
          <p:cNvSpPr>
            <a:spLocks noGrp="1"/>
          </p:cNvSpPr>
          <p:nvPr>
            <p:ph type="body" sz="quarter" idx="22" hasCustomPrompt="1"/>
          </p:nvPr>
        </p:nvSpPr>
        <p:spPr>
          <a:xfrm>
            <a:off x="703545" y="5718743"/>
            <a:ext cx="7736911" cy="385194"/>
          </a:xfrm>
        </p:spPr>
        <p:txBody>
          <a:bodyPr anchor="ctr" anchorCtr="1">
            <a:normAutofit/>
          </a:bodyPr>
          <a:lstStyle>
            <a:lvl1pPr marL="0" marR="0"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defRPr lang="en-US" sz="1200" kern="1200" dirty="0">
                <a:solidFill>
                  <a:schemeClr val="tx2"/>
                </a:solidFill>
                <a:latin typeface="Arial" panose="020B0604020202020204" pitchFamily="34" charset="0"/>
                <a:ea typeface="+mn-ea"/>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pPr>
            <a:r>
              <a:rPr lang="en-US" dirty="0"/>
              <a:t>Return to parent-slide containing images.</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440456" y="6458200"/>
            <a:ext cx="541796" cy="385194"/>
          </a:xfrm>
          <a:prstGeom prst="rect">
            <a:avLst/>
          </a:prstGeom>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2778746110"/>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APPENDIX TITLE SUBTITLE">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735677" y="2345267"/>
            <a:ext cx="7672647" cy="1354666"/>
          </a:xfrm>
          <a:prstGeom prst="rect">
            <a:avLst/>
          </a:prstGeom>
        </p:spPr>
        <p:txBody>
          <a:bodyPr anchor="ctr" anchorCtr="1">
            <a:noAutofit/>
          </a:bodyPr>
          <a:lstStyle>
            <a:lvl1pPr algn="ctr" defTabSz="914400" rtl="0" eaLnBrk="1" latinLnBrk="0" hangingPunct="1">
              <a:spcBef>
                <a:spcPct val="0"/>
              </a:spcBef>
              <a:buNone/>
              <a:defRPr lang="en-US" sz="4400" b="1" kern="1200" dirty="0">
                <a:solidFill>
                  <a:srgbClr val="081D48"/>
                </a:solidFill>
                <a:latin typeface="Calibri (Headings)"/>
                <a:ea typeface="+mn-ea"/>
                <a:cs typeface="Calibri" panose="020F0502020204030204" pitchFamily="34" charset="0"/>
              </a:defRPr>
            </a:lvl1pPr>
          </a:lstStyle>
          <a:p>
            <a:r>
              <a:rPr lang="en-US" dirty="0"/>
              <a:t>Appendix</a:t>
            </a:r>
          </a:p>
        </p:txBody>
      </p:sp>
      <p:sp>
        <p:nvSpPr>
          <p:cNvPr id="14" name="Subtitle 2">
            <a:extLst>
              <a:ext uri="{FF2B5EF4-FFF2-40B4-BE49-F238E27FC236}">
                <a16:creationId xmlns:a16="http://schemas.microsoft.com/office/drawing/2014/main" id="{94B2AA13-A008-444C-B284-83EB2A0F5D97}"/>
              </a:ext>
            </a:extLst>
          </p:cNvPr>
          <p:cNvSpPr>
            <a:spLocks noGrp="1"/>
          </p:cNvSpPr>
          <p:nvPr>
            <p:ph type="subTitle" idx="1" hasCustomPrompt="1"/>
          </p:nvPr>
        </p:nvSpPr>
        <p:spPr>
          <a:xfrm>
            <a:off x="1596044" y="3981796"/>
            <a:ext cx="5951912" cy="1729048"/>
          </a:xfrm>
        </p:spPr>
        <p:txBody>
          <a:bodyPr anchor="ctr" anchorCtr="1">
            <a:normAutofit/>
          </a:bodyPr>
          <a:lstStyle>
            <a:lvl1pPr marL="0" indent="0" algn="ctr">
              <a:buNone/>
              <a:defRPr sz="4400">
                <a:latin typeface="Calibri (Body)"/>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Appendix Subtitle</a:t>
            </a:r>
          </a:p>
        </p:txBody>
      </p:sp>
      <p:sp>
        <p:nvSpPr>
          <p:cNvPr id="23" name="Long Description Link 22" hidden="1">
            <a:extLst>
              <a:ext uri="{FF2B5EF4-FFF2-40B4-BE49-F238E27FC236}">
                <a16:creationId xmlns:a16="http://schemas.microsoft.com/office/drawing/2014/main" id="{BD42A2ED-50EC-4CB6-89B9-F2440BE97967}"/>
              </a:ext>
            </a:extLst>
          </p:cNvPr>
          <p:cNvSpPr>
            <a:spLocks noGrp="1"/>
          </p:cNvSpPr>
          <p:nvPr>
            <p:ph type="body" sz="quarter" idx="18" hasCustomPrompt="1"/>
          </p:nvPr>
        </p:nvSpPr>
        <p:spPr>
          <a:xfrm>
            <a:off x="521259" y="5790672"/>
            <a:ext cx="8101481" cy="314325"/>
          </a:xfrm>
        </p:spPr>
        <p:txBody>
          <a:bodyPr anchor="ctr">
            <a:normAutofit/>
          </a:bodyPr>
          <a:lstStyle>
            <a:lvl1pPr algn="ctr">
              <a:defRPr sz="900">
                <a:latin typeface="Calibri (Body)"/>
              </a:defRPr>
            </a:lvl1pPr>
          </a:lstStyle>
          <a:p>
            <a:pPr lvl="0"/>
            <a:r>
              <a:rPr lang="en-US" dirty="0"/>
              <a:t>Add text alternative link, if needed.</a:t>
            </a:r>
          </a:p>
        </p:txBody>
      </p:sp>
      <p:sp>
        <p:nvSpPr>
          <p:cNvPr id="25" name="Image Credit" hidden="1">
            <a:extLst>
              <a:ext uri="{FF2B5EF4-FFF2-40B4-BE49-F238E27FC236}">
                <a16:creationId xmlns:a16="http://schemas.microsoft.com/office/drawing/2014/main" id="{5CA37626-93A6-4081-9ED9-636DCDEED43D}"/>
              </a:ext>
            </a:extLst>
          </p:cNvPr>
          <p:cNvSpPr>
            <a:spLocks noGrp="1"/>
          </p:cNvSpPr>
          <p:nvPr>
            <p:ph type="body" sz="quarter" idx="19" hasCustomPrompt="1"/>
          </p:nvPr>
        </p:nvSpPr>
        <p:spPr>
          <a:xfrm>
            <a:off x="1592569" y="6458201"/>
            <a:ext cx="6932612" cy="385194"/>
          </a:xfrm>
        </p:spPr>
        <p:txBody>
          <a:bodyPr rIns="0" anchor="ctr" anchorCtr="0">
            <a:noAutofit/>
          </a:bodyPr>
          <a:lstStyle>
            <a:lvl1pPr algn="r">
              <a:defRPr lang="en-US" sz="800" kern="1200" dirty="0">
                <a:solidFill>
                  <a:schemeClr val="bg1"/>
                </a:solidFill>
                <a:latin typeface="Calibri" panose="020F0502020204030204" pitchFamily="34" charset="0"/>
                <a:ea typeface="+mn-ea"/>
                <a:cs typeface="Calibri" panose="020F0502020204030204" pitchFamily="34" charset="0"/>
              </a:defRPr>
            </a:lvl1pPr>
          </a:lstStyle>
          <a:p>
            <a:pPr marL="0" marR="0" lvl="0" indent="0" algn="r" defTabSz="914400" rtl="0" eaLnBrk="1" fontAlgn="auto" latinLnBrk="0" hangingPunct="1">
              <a:lnSpc>
                <a:spcPct val="100000"/>
              </a:lnSpc>
              <a:spcBef>
                <a:spcPts val="0"/>
              </a:spcBef>
              <a:spcAft>
                <a:spcPts val="800"/>
              </a:spcAft>
              <a:buClrTx/>
              <a:buSzTx/>
              <a:buFont typeface="Arial" panose="020B0604020202020204" pitchFamily="34" charset="0"/>
              <a:buNone/>
              <a:tabLst/>
            </a:pPr>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458200"/>
            <a:ext cx="355840" cy="385194"/>
          </a:xfrm>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1707012676"/>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3" Type="http://schemas.openxmlformats.org/officeDocument/2006/relationships/slideLayout" Target="../slideLayouts/slideLayout5.xml"/><Relationship Id="rId7" Type="http://schemas.openxmlformats.org/officeDocument/2006/relationships/slideLayout" Target="../slideLayouts/slideLayout9.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theme" Target="../theme/theme2.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14.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15.xml"/></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16.xml"/></Relationships>
</file>

<file path=ppt/slideMasters/_rels/slideMaster7.xml.rels><?xml version="1.0" encoding="UTF-8" standalone="yes"?>
<Relationships xmlns="http://schemas.openxmlformats.org/package/2006/relationships"><Relationship Id="rId2" Type="http://schemas.openxmlformats.org/officeDocument/2006/relationships/theme" Target="../theme/theme7.xml"/><Relationship Id="rId1" Type="http://schemas.openxmlformats.org/officeDocument/2006/relationships/slideLayout" Target="../slideLayouts/slideLayout17.xml"/></Relationships>
</file>

<file path=ppt/slideMasters/_rels/slideMaster8.xml.rels><?xml version="1.0" encoding="UTF-8" standalone="yes"?>
<Relationships xmlns="http://schemas.openxmlformats.org/package/2006/relationships"><Relationship Id="rId2" Type="http://schemas.openxmlformats.org/officeDocument/2006/relationships/theme" Target="../theme/theme8.xml"/><Relationship Id="rId1"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5B9B96F-01AB-4DD8-9A0B-D81D4B92BC67}"/>
              </a:ext>
            </a:extLst>
          </p:cNvPr>
          <p:cNvSpPr/>
          <p:nvPr userDrawn="1"/>
        </p:nvSpPr>
        <p:spPr bwMode="auto">
          <a:xfrm>
            <a:off x="0" y="-1"/>
            <a:ext cx="9144000" cy="481867"/>
          </a:xfrm>
          <a:prstGeom prst="rect">
            <a:avLst/>
          </a:prstGeom>
          <a:solidFill>
            <a:schemeClr val="bg1">
              <a:lumMod val="85000"/>
            </a:schemeClr>
          </a:solidFill>
          <a:ln>
            <a:noFill/>
          </a:ln>
          <a:effectLst/>
        </p:spPr>
        <p:txBody>
          <a:bodyPr lIns="90488" tIns="44450" rIns="90488" bIns="44450"/>
          <a:lstStyle/>
          <a:p>
            <a:pPr marL="169863" indent="-169863" eaLnBrk="0" hangingPunct="0">
              <a:spcBef>
                <a:spcPct val="34000"/>
              </a:spcBef>
              <a:buClr>
                <a:srgbClr val="000000"/>
              </a:buClr>
              <a:buSzPct val="100000"/>
              <a:buFont typeface="Symbol" pitchFamily="18" charset="2"/>
              <a:buChar char="·"/>
              <a:defRPr/>
            </a:pPr>
            <a:endParaRPr lang="en-US" sz="1600" dirty="0">
              <a:solidFill>
                <a:srgbClr val="000000"/>
              </a:solidFill>
              <a:latin typeface="+mn-lt"/>
              <a:cs typeface="+mn-cs"/>
            </a:endParaRPr>
          </a:p>
        </p:txBody>
      </p:sp>
      <p:pic>
        <p:nvPicPr>
          <p:cNvPr id="8" name="MGH logo">
            <a:extLst>
              <a:ext uri="{FF2B5EF4-FFF2-40B4-BE49-F238E27FC236}">
                <a16:creationId xmlns:a16="http://schemas.microsoft.com/office/drawing/2014/main" id="{202AAA75-63DC-48F9-8834-4D17A1CF4E2C}"/>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94600" y="126037"/>
            <a:ext cx="612648" cy="612648"/>
          </a:xfrm>
          <a:prstGeom prst="rect">
            <a:avLst/>
          </a:prstGeom>
        </p:spPr>
      </p:pic>
      <p:sp>
        <p:nvSpPr>
          <p:cNvPr id="3" name="MGH Tagline">
            <a:extLst>
              <a:ext uri="{FF2B5EF4-FFF2-40B4-BE49-F238E27FC236}">
                <a16:creationId xmlns:a16="http://schemas.microsoft.com/office/drawing/2014/main" id="{70E12349-CEA7-4006-B6E3-3E283BDBD258}"/>
              </a:ext>
            </a:extLst>
          </p:cNvPr>
          <p:cNvSpPr txBox="1"/>
          <p:nvPr/>
        </p:nvSpPr>
        <p:spPr>
          <a:xfrm>
            <a:off x="465512" y="741460"/>
            <a:ext cx="8558299" cy="307777"/>
          </a:xfrm>
          <a:prstGeom prst="rect">
            <a:avLst/>
          </a:prstGeom>
          <a:noFill/>
        </p:spPr>
        <p:txBody>
          <a:bodyPr wrap="square" lIns="45720" rIns="4572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40" dirty="0">
                <a:effectLst/>
                <a:latin typeface="Arial" panose="020B0604020202020204" pitchFamily="34" charset="0"/>
                <a:ea typeface="Calibri" panose="020F0502020204030204" pitchFamily="34" charset="0"/>
                <a:cs typeface="Arial" panose="020B0604020202020204" pitchFamily="34" charset="0"/>
              </a:rPr>
              <a:t>Because learning changes everything.</a:t>
            </a:r>
            <a:r>
              <a:rPr lang="en-US" sz="1400" spc="40" baseline="30000" dirty="0">
                <a:effectLst/>
                <a:latin typeface="Arial" panose="020B0604020202020204" pitchFamily="34" charset="0"/>
                <a:ea typeface="Calibri" panose="020F0502020204030204" pitchFamily="34" charset="0"/>
                <a:cs typeface="Arial" panose="020B0604020202020204" pitchFamily="34" charset="0"/>
              </a:rPr>
              <a:t>®</a:t>
            </a:r>
            <a:endParaRPr lang="en-US" sz="1400" spc="40" baseline="30000" dirty="0">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6A1A395B-AC00-4912-B68A-9FFDC1A8A4DA}"/>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440575" y="1284804"/>
            <a:ext cx="4229373" cy="4663440"/>
          </a:xfrm>
          <a:prstGeom prst="rect">
            <a:avLst/>
          </a:prstGeom>
        </p:spPr>
      </p:pic>
      <p:sp>
        <p:nvSpPr>
          <p:cNvPr id="14" name="Slide Number Placeholder">
            <a:extLst>
              <a:ext uri="{FF2B5EF4-FFF2-40B4-BE49-F238E27FC236}">
                <a16:creationId xmlns:a16="http://schemas.microsoft.com/office/drawing/2014/main" id="{358CCDBF-D83B-42C0-9F60-3DB5E69B969D}"/>
              </a:ext>
            </a:extLst>
          </p:cNvPr>
          <p:cNvSpPr>
            <a:spLocks noGrp="1"/>
          </p:cNvSpPr>
          <p:nvPr>
            <p:ph type="sldNum" sz="quarter" idx="4"/>
          </p:nvPr>
        </p:nvSpPr>
        <p:spPr>
          <a:xfrm>
            <a:off x="8562109" y="6089955"/>
            <a:ext cx="461703" cy="279400"/>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
        <p:nvSpPr>
          <p:cNvPr id="11" name="Rectangle 10">
            <a:extLst>
              <a:ext uri="{FF2B5EF4-FFF2-40B4-BE49-F238E27FC236}">
                <a16:creationId xmlns:a16="http://schemas.microsoft.com/office/drawing/2014/main" id="{827CDCCE-AEEF-467C-B925-131D7D384F3C}"/>
              </a:ext>
            </a:extLst>
          </p:cNvPr>
          <p:cNvSpPr/>
          <p:nvPr userDrawn="1"/>
        </p:nvSpPr>
        <p:spPr bwMode="auto">
          <a:xfrm>
            <a:off x="0" y="6369355"/>
            <a:ext cx="9144000" cy="490954"/>
          </a:xfrm>
          <a:prstGeom prst="rect">
            <a:avLst/>
          </a:prstGeom>
          <a:solidFill>
            <a:srgbClr val="D9D9D9"/>
          </a:solidFill>
          <a:ln>
            <a:noFill/>
          </a:ln>
          <a:effectLst/>
        </p:spPr>
        <p:txBody>
          <a:bodyPr lIns="90488" tIns="44450" rIns="90488" bIns="44450" anchor="ctr"/>
          <a:lstStyle/>
          <a:p>
            <a:pPr algn="ctr">
              <a:defRPr/>
            </a:pPr>
            <a:endParaRPr lang="en-US" sz="1000" i="0" dirty="0">
              <a:solidFill>
                <a:srgbClr val="000000"/>
              </a:solidFill>
              <a:latin typeface="+mn-lt"/>
              <a:cs typeface="Arial" panose="020B0604020202020204" pitchFamily="34" charset="0"/>
            </a:endParaRPr>
          </a:p>
        </p:txBody>
      </p:sp>
    </p:spTree>
    <p:extLst>
      <p:ext uri="{BB962C8B-B14F-4D97-AF65-F5344CB8AC3E}">
        <p14:creationId xmlns:p14="http://schemas.microsoft.com/office/powerpoint/2010/main" val="4098600466"/>
      </p:ext>
    </p:extLst>
  </p:cSld>
  <p:clrMap bg1="lt1" tx1="dk1" bg2="lt2" tx2="dk2" accent1="accent1" accent2="accent2" accent3="accent3" accent4="accent4" accent5="accent5" accent6="accent6" hlink="hlink" folHlink="folHlink"/>
  <p:sldLayoutIdLst>
    <p:sldLayoutId id="2147483673" r:id="rId1"/>
    <p:sldLayoutId id="2147483674" r:id="rId2"/>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sz="1400" kern="1200" baseline="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2880">
          <p15:clr>
            <a:srgbClr val="F26B43"/>
          </p15:clr>
        </p15:guide>
        <p15:guide id="6" pos="216">
          <p15:clr>
            <a:srgbClr val="F26B43"/>
          </p15:clr>
        </p15:guide>
        <p15:guide id="7" pos="5544">
          <p15:clr>
            <a:srgbClr val="F26B43"/>
          </p15:clr>
        </p15:guide>
        <p15:guide id="9" orient="horz" pos="4211">
          <p15:clr>
            <a:srgbClr val="F26B43"/>
          </p15:clr>
        </p15:guide>
        <p15:guide id="10" orient="horz" pos="960">
          <p15:clr>
            <a:srgbClr val="F26B43"/>
          </p15:clr>
        </p15:guide>
        <p15:guide id="11" orient="horz" pos="4104">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itle Placeholder" hidden="1">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hidden="1">
            <a:extLst>
              <a:ext uri="{FF2B5EF4-FFF2-40B4-BE49-F238E27FC236}">
                <a16:creationId xmlns:a16="http://schemas.microsoft.com/office/drawing/2014/main" id="{4F2C87DD-ADFA-433D-B7C8-4E9E42BC9E0F}"/>
              </a:ext>
            </a:extLst>
          </p:cNvPr>
          <p:cNvSpPr>
            <a:spLocks noGrp="1"/>
          </p:cNvSpPr>
          <p:nvPr>
            <p:ph type="body" idx="1"/>
          </p:nvPr>
        </p:nvSpPr>
        <p:spPr>
          <a:xfrm>
            <a:off x="342900" y="1273877"/>
            <a:ext cx="8458200" cy="4944374"/>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2" name="Short Copyright">
            <a:extLst>
              <a:ext uri="{FF2B5EF4-FFF2-40B4-BE49-F238E27FC236}">
                <a16:creationId xmlns:a16="http://schemas.microsoft.com/office/drawing/2014/main" id="{36838A37-515E-4F5C-BF9F-CE51891A9C27}"/>
              </a:ext>
            </a:extLst>
          </p:cNvPr>
          <p:cNvSpPr txBox="1"/>
          <p:nvPr/>
        </p:nvSpPr>
        <p:spPr>
          <a:xfrm>
            <a:off x="215658" y="6542844"/>
            <a:ext cx="1233578" cy="215444"/>
          </a:xfrm>
          <a:prstGeom prst="rect">
            <a:avLst/>
          </a:prstGeom>
          <a:noFill/>
        </p:spPr>
        <p:txBody>
          <a:bodyPr wrap="square" lIns="45720" rIns="45720" rtlCol="0" anchor="ctr">
            <a:spAutoFit/>
          </a:bodyPr>
          <a:lstStyle/>
          <a:p>
            <a:r>
              <a:rPr lang="en-IN" sz="800" b="0" kern="1200" dirty="0">
                <a:solidFill>
                  <a:schemeClr val="tx1"/>
                </a:solidFill>
                <a:effectLst/>
                <a:latin typeface="+mn-lt"/>
                <a:ea typeface="+mn-ea"/>
                <a:cs typeface="+mn-cs"/>
              </a:rPr>
              <a:t>© McGraw Hill LLC</a:t>
            </a:r>
          </a:p>
        </p:txBody>
      </p:sp>
      <p:sp>
        <p:nvSpPr>
          <p:cNvPr id="6" name="Slide Number Placeholder">
            <a:extLst>
              <a:ext uri="{FF2B5EF4-FFF2-40B4-BE49-F238E27FC236}">
                <a16:creationId xmlns:a16="http://schemas.microsoft.com/office/drawing/2014/main" id="{7D76183D-3485-4A46-8E8E-BA5DC84389D1}"/>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3603059519"/>
      </p:ext>
    </p:extLst>
  </p:cSld>
  <p:clrMap bg1="lt1" tx1="dk1" bg2="lt2" tx2="dk2" accent1="accent1" accent2="accent2" accent3="accent3" accent4="accent4" accent5="accent5" accent6="accent6" hlink="hlink" folHlink="folHlink"/>
  <p:sldLayoutIdLst>
    <p:sldLayoutId id="2147483694" r:id="rId1"/>
    <p:sldLayoutId id="2147483696" r:id="rId2"/>
    <p:sldLayoutId id="2147483676" r:id="rId3"/>
    <p:sldLayoutId id="2147483697" r:id="rId4"/>
    <p:sldLayoutId id="2147483695" r:id="rId5"/>
    <p:sldLayoutId id="2147483677" r:id="rId6"/>
    <p:sldLayoutId id="2147483690" r:id="rId7"/>
    <p:sldLayoutId id="2147483693" r:id="rId8"/>
    <p:sldLayoutId id="2147483692" r:id="rId9"/>
    <p:sldLayoutId id="2147483691" r:id="rId10"/>
  </p:sldLayoutIdLst>
  <p:hf hdr="0" dt="0"/>
  <p:txStyles>
    <p:titleStyle>
      <a:lvl1pPr algn="l" defTabSz="914400" rtl="0" eaLnBrk="1" latinLnBrk="0" hangingPunct="1">
        <a:lnSpc>
          <a:spcPct val="90000"/>
        </a:lnSpc>
        <a:spcBef>
          <a:spcPct val="0"/>
        </a:spcBef>
        <a:buNone/>
        <a:defRPr sz="2400" b="1" kern="1200">
          <a:solidFill>
            <a:schemeClr val="tx2"/>
          </a:solidFill>
          <a:latin typeface="Calibri (Headings)"/>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Calibri" panose="020F0502020204030204" pitchFamily="34" charset="0"/>
          <a:ea typeface="+mn-ea"/>
          <a:cs typeface="Calibri" panose="020F0502020204030204" pitchFamily="34" charset="0"/>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Calibri" panose="020F0502020204030204" pitchFamily="34" charset="0"/>
          <a:ea typeface="+mn-ea"/>
          <a:cs typeface="Calibri" panose="020F0502020204030204" pitchFamily="34" charset="0"/>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Calibri" panose="020F0502020204030204" pitchFamily="34" charset="0"/>
          <a:ea typeface="+mn-ea"/>
          <a:cs typeface="Calibri" panose="020F0502020204030204" pitchFamily="34" charset="0"/>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E2F7581-8105-4856-B006-EAE98E0C9AC7}"/>
              </a:ext>
            </a:extLst>
          </p:cNvPr>
          <p:cNvSpPr/>
          <p:nvPr userDrawn="1"/>
        </p:nvSpPr>
        <p:spPr bwMode="auto">
          <a:xfrm>
            <a:off x="-1" y="0"/>
            <a:ext cx="9144000" cy="490954"/>
          </a:xfrm>
          <a:prstGeom prst="rect">
            <a:avLst/>
          </a:prstGeom>
          <a:solidFill>
            <a:srgbClr val="D9D9D9"/>
          </a:solidFill>
          <a:ln>
            <a:noFill/>
          </a:ln>
          <a:effectLst/>
        </p:spPr>
        <p:txBody>
          <a:bodyPr lIns="90488" tIns="44450" rIns="90488" bIns="44450"/>
          <a:lstStyle/>
          <a:p>
            <a:pPr marL="169863" indent="-169863" eaLnBrk="0" hangingPunct="0">
              <a:spcBef>
                <a:spcPct val="34000"/>
              </a:spcBef>
              <a:buClr>
                <a:srgbClr val="000000"/>
              </a:buClr>
              <a:buSzPct val="100000"/>
              <a:buFont typeface="Symbol" pitchFamily="18" charset="2"/>
              <a:buChar char="·"/>
              <a:defRPr/>
            </a:pPr>
            <a:endParaRPr lang="en-US" sz="1600" dirty="0">
              <a:solidFill>
                <a:srgbClr val="000000"/>
              </a:solidFill>
              <a:latin typeface="+mn-lt"/>
              <a:cs typeface="+mn-cs"/>
            </a:endParaRPr>
          </a:p>
        </p:txBody>
      </p:sp>
      <p:sp>
        <p:nvSpPr>
          <p:cNvPr id="7" name="Rectangle 6">
            <a:extLst>
              <a:ext uri="{FF2B5EF4-FFF2-40B4-BE49-F238E27FC236}">
                <a16:creationId xmlns:a16="http://schemas.microsoft.com/office/drawing/2014/main" id="{70958A1A-1A12-45A2-B5E0-60CE12EFE953}"/>
              </a:ext>
            </a:extLst>
          </p:cNvPr>
          <p:cNvSpPr/>
          <p:nvPr userDrawn="1"/>
        </p:nvSpPr>
        <p:spPr bwMode="auto">
          <a:xfrm>
            <a:off x="0" y="6367046"/>
            <a:ext cx="9144000" cy="490954"/>
          </a:xfrm>
          <a:prstGeom prst="rect">
            <a:avLst/>
          </a:prstGeom>
          <a:solidFill>
            <a:schemeClr val="bg1">
              <a:lumMod val="85000"/>
            </a:schemeClr>
          </a:solidFill>
          <a:ln>
            <a:noFill/>
          </a:ln>
          <a:effectLst/>
        </p:spPr>
        <p:txBody>
          <a:bodyPr lIns="90488" tIns="44450" rIns="90488" bIns="44450" anchor="ctr"/>
          <a:lstStyle/>
          <a:p>
            <a:pPr marL="0" marR="0" lvl="0" indent="0" algn="ctr" defTabSz="457200" rtl="0" eaLnBrk="0" fontAlgn="auto" latinLnBrk="0" hangingPunct="0">
              <a:lnSpc>
                <a:spcPct val="100000"/>
              </a:lnSpc>
              <a:spcBef>
                <a:spcPct val="34000"/>
              </a:spcBef>
              <a:spcAft>
                <a:spcPts val="0"/>
              </a:spcAft>
              <a:buClr>
                <a:srgbClr val="000000"/>
              </a:buClr>
              <a:buSzPct val="100000"/>
              <a:buFont typeface="Symbol" pitchFamily="18" charset="2"/>
              <a:buNone/>
              <a:tabLst/>
              <a:defRPr/>
            </a:pPr>
            <a:endParaRPr lang="en-US" sz="1000" i="0" dirty="0">
              <a:solidFill>
                <a:srgbClr val="000000"/>
              </a:solidFill>
              <a:latin typeface="+mn-lt"/>
              <a:cs typeface="Arial" panose="020B0604020202020204" pitchFamily="34" charset="0"/>
            </a:endParaRPr>
          </a:p>
        </p:txBody>
      </p:sp>
    </p:spTree>
    <p:extLst>
      <p:ext uri="{BB962C8B-B14F-4D97-AF65-F5344CB8AC3E}">
        <p14:creationId xmlns:p14="http://schemas.microsoft.com/office/powerpoint/2010/main" val="580835463"/>
      </p:ext>
    </p:extLst>
  </p:cSld>
  <p:clrMap bg1="lt1" tx1="dk1" bg2="lt2" tx2="dk2" accent1="accent1" accent2="accent2" accent3="accent3" accent4="accent4" accent5="accent5" accent6="accent6" hlink="hlink" folHlink="folHlink"/>
  <p:sldLayoutIdLst>
    <p:sldLayoutId id="2147483679" r:id="rId1"/>
  </p:sldLayoutIdLst>
  <p:hf hdr="0" dt="0"/>
  <p:txStyles>
    <p:titleStyle>
      <a:lvl1pPr algn="ctr" defTabSz="914400" rtl="0" eaLnBrk="1" latinLnBrk="0" hangingPunct="1">
        <a:lnSpc>
          <a:spcPct val="90000"/>
        </a:lnSpc>
        <a:spcBef>
          <a:spcPct val="0"/>
        </a:spcBef>
        <a:buNone/>
        <a:defRPr sz="1600" b="0" kern="1200">
          <a:solidFill>
            <a:schemeClr val="tx2"/>
          </a:solidFill>
          <a:latin typeface="+mj-lt"/>
          <a:ea typeface="+mj-ea"/>
          <a:cs typeface="+mj-cs"/>
        </a:defRPr>
      </a:lvl1pPr>
    </p:titleStyle>
    <p:bodyStyle>
      <a:lvl1pPr marL="0" marR="0" indent="0" algn="ctr" defTabSz="914400" rtl="0" eaLnBrk="1" fontAlgn="auto" latinLnBrk="0" hangingPunct="1">
        <a:lnSpc>
          <a:spcPct val="100000"/>
        </a:lnSpc>
        <a:spcBef>
          <a:spcPts val="0"/>
        </a:spcBef>
        <a:spcAft>
          <a:spcPts val="0"/>
        </a:spcAft>
        <a:buClrTx/>
        <a:buSzTx/>
        <a:buFontTx/>
        <a:buNone/>
        <a:tabLst/>
        <a:defRPr sz="2000" kern="120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211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2160">
          <p15:clr>
            <a:srgbClr val="F26B43"/>
          </p15:clr>
        </p15:guide>
        <p15:guide id="13" pos="3648">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596C750-0659-48DE-A47B-CB4755CF87C8}"/>
              </a:ext>
            </a:extLst>
          </p:cNvPr>
          <p:cNvSpPr/>
          <p:nvPr userDrawn="1"/>
        </p:nvSpPr>
        <p:spPr>
          <a:xfrm>
            <a:off x="0" y="6443133"/>
            <a:ext cx="9144000" cy="414867"/>
          </a:xfrm>
          <a:prstGeom prst="rect">
            <a:avLst/>
          </a:prstGeom>
          <a:solidFill>
            <a:schemeClr val="bg1">
              <a:alpha val="8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Placeholder">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a:extLst>
              <a:ext uri="{FF2B5EF4-FFF2-40B4-BE49-F238E27FC236}">
                <a16:creationId xmlns:a16="http://schemas.microsoft.com/office/drawing/2014/main" id="{4F2C87DD-ADFA-433D-B7C8-4E9E42BC9E0F}"/>
              </a:ext>
            </a:extLst>
          </p:cNvPr>
          <p:cNvSpPr>
            <a:spLocks noGrp="1"/>
          </p:cNvSpPr>
          <p:nvPr>
            <p:ph type="body" idx="1"/>
          </p:nvPr>
        </p:nvSpPr>
        <p:spPr>
          <a:xfrm>
            <a:off x="342900" y="1273877"/>
            <a:ext cx="8458200" cy="4944374"/>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2" name="Short Copyright">
            <a:extLst>
              <a:ext uri="{FF2B5EF4-FFF2-40B4-BE49-F238E27FC236}">
                <a16:creationId xmlns:a16="http://schemas.microsoft.com/office/drawing/2014/main" id="{36838A37-515E-4F5C-BF9F-CE51891A9C27}"/>
              </a:ext>
            </a:extLst>
          </p:cNvPr>
          <p:cNvSpPr txBox="1"/>
          <p:nvPr/>
        </p:nvSpPr>
        <p:spPr>
          <a:xfrm>
            <a:off x="215658" y="6535150"/>
            <a:ext cx="1233578" cy="230832"/>
          </a:xfrm>
          <a:prstGeom prst="rect">
            <a:avLst/>
          </a:prstGeom>
          <a:noFill/>
        </p:spPr>
        <p:txBody>
          <a:bodyPr wrap="square" lIns="45720" rIns="45720" rtlCol="0" anchor="ctr">
            <a:spAutoFit/>
          </a:bodyPr>
          <a:lstStyle/>
          <a:p>
            <a:r>
              <a:rPr lang="en-US" sz="900" b="0" dirty="0">
                <a:solidFill>
                  <a:schemeClr val="bg1"/>
                </a:solidFill>
                <a:latin typeface="Calibri (Body)"/>
                <a:cs typeface="Calibri" panose="020F0502020204030204" pitchFamily="34" charset="0"/>
              </a:rPr>
              <a:t>© McGraw-Hill</a:t>
            </a:r>
          </a:p>
        </p:txBody>
      </p:sp>
      <p:sp>
        <p:nvSpPr>
          <p:cNvPr id="12" name="Slide Number Placeholder">
            <a:extLst>
              <a:ext uri="{FF2B5EF4-FFF2-40B4-BE49-F238E27FC236}">
                <a16:creationId xmlns:a16="http://schemas.microsoft.com/office/drawing/2014/main" id="{C2E4AF62-4201-4F5D-966F-4A59CD13C9F3}"/>
              </a:ext>
            </a:extLst>
          </p:cNvPr>
          <p:cNvSpPr>
            <a:spLocks noGrp="1"/>
          </p:cNvSpPr>
          <p:nvPr>
            <p:ph type="sldNum" sz="quarter" idx="4"/>
          </p:nvPr>
        </p:nvSpPr>
        <p:spPr>
          <a:xfrm>
            <a:off x="8626412" y="6569868"/>
            <a:ext cx="355840" cy="161396"/>
          </a:xfrm>
          <a:prstGeom prst="rect">
            <a:avLst/>
          </a:prstGeom>
        </p:spPr>
        <p:txBody>
          <a:bodyPr vert="horz" lIns="45720" tIns="45720" rIns="45720" bIns="45720" rtlCol="0" anchor="ctr"/>
          <a:lstStyle>
            <a:lvl1pPr algn="r">
              <a:defRPr sz="900">
                <a:solidFill>
                  <a:schemeClr val="bg1"/>
                </a:solidFill>
                <a:latin typeface="Calibri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1459613783"/>
      </p:ext>
    </p:extLst>
  </p:cSld>
  <p:clrMap bg1="lt1" tx1="dk1" bg2="lt2" tx2="dk2" accent1="accent1" accent2="accent2" accent3="accent3" accent4="accent4" accent5="accent5" accent6="accent6" hlink="hlink" folHlink="folHlink"/>
  <p:sldLayoutIdLst>
    <p:sldLayoutId id="2147483681" r:id="rId1"/>
  </p:sldLayoutIdLst>
  <p:hf hdr="0" dt="0"/>
  <p:txStyles>
    <p:titleStyle>
      <a:lvl1pPr algn="l" defTabSz="914400" rtl="0" eaLnBrk="1" latinLnBrk="0" hangingPunct="1">
        <a:lnSpc>
          <a:spcPct val="90000"/>
        </a:lnSpc>
        <a:spcBef>
          <a:spcPct val="0"/>
        </a:spcBef>
        <a:buNone/>
        <a:defRPr sz="2400" b="1" kern="1200">
          <a:solidFill>
            <a:schemeClr val="tx2"/>
          </a:solidFill>
          <a:latin typeface="Calibri (Headings)"/>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Calibri" panose="020F0502020204030204" pitchFamily="34" charset="0"/>
          <a:ea typeface="+mn-ea"/>
          <a:cs typeface="Calibri" panose="020F0502020204030204" pitchFamily="34" charset="0"/>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Calibri" panose="020F0502020204030204" pitchFamily="34" charset="0"/>
          <a:ea typeface="+mn-ea"/>
          <a:cs typeface="Calibri" panose="020F0502020204030204" pitchFamily="34" charset="0"/>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Calibri" panose="020F0502020204030204" pitchFamily="34" charset="0"/>
          <a:ea typeface="+mn-ea"/>
          <a:cs typeface="Calibri" panose="020F0502020204030204" pitchFamily="34" charset="0"/>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596C750-0659-48DE-A47B-CB4755CF87C8}"/>
              </a:ext>
            </a:extLst>
          </p:cNvPr>
          <p:cNvSpPr/>
          <p:nvPr userDrawn="1"/>
        </p:nvSpPr>
        <p:spPr>
          <a:xfrm>
            <a:off x="0" y="6443133"/>
            <a:ext cx="9144000" cy="414867"/>
          </a:xfrm>
          <a:prstGeom prst="rect">
            <a:avLst/>
          </a:prstGeom>
          <a:solidFill>
            <a:schemeClr val="bg1">
              <a:alpha val="8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7C6E75AB-522C-474E-9E3E-415E5ACB67EA}"/>
              </a:ext>
            </a:extLst>
          </p:cNvPr>
          <p:cNvSpPr/>
          <p:nvPr userDrawn="1"/>
        </p:nvSpPr>
        <p:spPr>
          <a:xfrm>
            <a:off x="512794" y="148703"/>
            <a:ext cx="8118412" cy="1053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Calibri (Headings)"/>
            </a:endParaRPr>
          </a:p>
        </p:txBody>
      </p:sp>
      <p:sp>
        <p:nvSpPr>
          <p:cNvPr id="6" name="Rectangle 5">
            <a:extLst>
              <a:ext uri="{FF2B5EF4-FFF2-40B4-BE49-F238E27FC236}">
                <a16:creationId xmlns:a16="http://schemas.microsoft.com/office/drawing/2014/main" id="{8CB7F0CE-DA2B-4031-BE27-29AD3872DDEF}"/>
              </a:ext>
            </a:extLst>
          </p:cNvPr>
          <p:cNvSpPr/>
          <p:nvPr userDrawn="1"/>
        </p:nvSpPr>
        <p:spPr>
          <a:xfrm>
            <a:off x="517588" y="1346200"/>
            <a:ext cx="8108824" cy="4766733"/>
          </a:xfrm>
          <a:prstGeom prst="rect">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Placeholder" hidden="1">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hidden="1">
            <a:extLst>
              <a:ext uri="{FF2B5EF4-FFF2-40B4-BE49-F238E27FC236}">
                <a16:creationId xmlns:a16="http://schemas.microsoft.com/office/drawing/2014/main" id="{4F2C87DD-ADFA-433D-B7C8-4E9E42BC9E0F}"/>
              </a:ext>
            </a:extLst>
          </p:cNvPr>
          <p:cNvSpPr>
            <a:spLocks noGrp="1"/>
          </p:cNvSpPr>
          <p:nvPr>
            <p:ph type="body" idx="1"/>
          </p:nvPr>
        </p:nvSpPr>
        <p:spPr>
          <a:xfrm>
            <a:off x="342900" y="1273877"/>
            <a:ext cx="8458200" cy="4944374"/>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2" name="Short Copyright">
            <a:extLst>
              <a:ext uri="{FF2B5EF4-FFF2-40B4-BE49-F238E27FC236}">
                <a16:creationId xmlns:a16="http://schemas.microsoft.com/office/drawing/2014/main" id="{36838A37-515E-4F5C-BF9F-CE51891A9C27}"/>
              </a:ext>
            </a:extLst>
          </p:cNvPr>
          <p:cNvSpPr txBox="1"/>
          <p:nvPr/>
        </p:nvSpPr>
        <p:spPr>
          <a:xfrm>
            <a:off x="215658" y="6535150"/>
            <a:ext cx="1233578" cy="230832"/>
          </a:xfrm>
          <a:prstGeom prst="rect">
            <a:avLst/>
          </a:prstGeom>
          <a:noFill/>
        </p:spPr>
        <p:txBody>
          <a:bodyPr wrap="square" lIns="45720" rIns="45720" rtlCol="0" anchor="ctr">
            <a:spAutoFit/>
          </a:bodyPr>
          <a:lstStyle/>
          <a:p>
            <a:r>
              <a:rPr lang="en-US" sz="900" b="0" dirty="0">
                <a:solidFill>
                  <a:schemeClr val="bg1"/>
                </a:solidFill>
                <a:latin typeface="Calibri (Body)"/>
                <a:cs typeface="Calibri" panose="020F0502020204030204" pitchFamily="34" charset="0"/>
              </a:rPr>
              <a:t>© McGraw-Hill</a:t>
            </a:r>
          </a:p>
        </p:txBody>
      </p:sp>
      <p:sp>
        <p:nvSpPr>
          <p:cNvPr id="12" name="Slide Number Placeholder">
            <a:extLst>
              <a:ext uri="{FF2B5EF4-FFF2-40B4-BE49-F238E27FC236}">
                <a16:creationId xmlns:a16="http://schemas.microsoft.com/office/drawing/2014/main" id="{C2E4AF62-4201-4F5D-966F-4A59CD13C9F3}"/>
              </a:ext>
            </a:extLst>
          </p:cNvPr>
          <p:cNvSpPr>
            <a:spLocks noGrp="1"/>
          </p:cNvSpPr>
          <p:nvPr>
            <p:ph type="sldNum" sz="quarter" idx="4"/>
          </p:nvPr>
        </p:nvSpPr>
        <p:spPr>
          <a:xfrm>
            <a:off x="8626412" y="6569868"/>
            <a:ext cx="355840" cy="161396"/>
          </a:xfrm>
          <a:prstGeom prst="rect">
            <a:avLst/>
          </a:prstGeom>
        </p:spPr>
        <p:txBody>
          <a:bodyPr vert="horz" lIns="45720" tIns="45720" rIns="45720" bIns="45720" rtlCol="0" anchor="ctr"/>
          <a:lstStyle>
            <a:lvl1pPr algn="r">
              <a:defRPr sz="900">
                <a:solidFill>
                  <a:schemeClr val="bg1"/>
                </a:solidFill>
                <a:latin typeface="Calibri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3125060620"/>
      </p:ext>
    </p:extLst>
  </p:cSld>
  <p:clrMap bg1="lt1" tx1="dk1" bg2="lt2" tx2="dk2" accent1="accent1" accent2="accent2" accent3="accent3" accent4="accent4" accent5="accent5" accent6="accent6" hlink="hlink" folHlink="folHlink"/>
  <p:sldLayoutIdLst>
    <p:sldLayoutId id="2147483683" r:id="rId1"/>
  </p:sldLayoutIdLst>
  <p:hf hdr="0" dt="0"/>
  <p:txStyles>
    <p:titleStyle>
      <a:lvl1pPr algn="l" defTabSz="914400" rtl="0" eaLnBrk="1" latinLnBrk="0" hangingPunct="1">
        <a:lnSpc>
          <a:spcPct val="90000"/>
        </a:lnSpc>
        <a:spcBef>
          <a:spcPct val="0"/>
        </a:spcBef>
        <a:buNone/>
        <a:defRPr sz="2400" b="1" kern="1200">
          <a:solidFill>
            <a:schemeClr val="tx2"/>
          </a:solidFill>
          <a:latin typeface="Calibri (Headings)"/>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Calibri" panose="020F0502020204030204" pitchFamily="34" charset="0"/>
          <a:ea typeface="+mn-ea"/>
          <a:cs typeface="Calibri" panose="020F0502020204030204" pitchFamily="34" charset="0"/>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Calibri" panose="020F0502020204030204" pitchFamily="34" charset="0"/>
          <a:ea typeface="+mn-ea"/>
          <a:cs typeface="Calibri" panose="020F0502020204030204" pitchFamily="34" charset="0"/>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Calibri" panose="020F0502020204030204" pitchFamily="34" charset="0"/>
          <a:ea typeface="+mn-ea"/>
          <a:cs typeface="Calibri" panose="020F0502020204030204" pitchFamily="34" charset="0"/>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itle Placeholder">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a:extLst>
              <a:ext uri="{FF2B5EF4-FFF2-40B4-BE49-F238E27FC236}">
                <a16:creationId xmlns:a16="http://schemas.microsoft.com/office/drawing/2014/main" id="{4F2C87DD-ADFA-433D-B7C8-4E9E42BC9E0F}"/>
              </a:ext>
            </a:extLst>
          </p:cNvPr>
          <p:cNvSpPr>
            <a:spLocks noGrp="1"/>
          </p:cNvSpPr>
          <p:nvPr>
            <p:ph type="body" idx="1"/>
          </p:nvPr>
        </p:nvSpPr>
        <p:spPr>
          <a:xfrm>
            <a:off x="342900" y="1273877"/>
            <a:ext cx="8458200" cy="4944374"/>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10" name="Rectangle 9">
            <a:extLst>
              <a:ext uri="{FF2B5EF4-FFF2-40B4-BE49-F238E27FC236}">
                <a16:creationId xmlns:a16="http://schemas.microsoft.com/office/drawing/2014/main" id="{B5AFE35D-2800-49B9-98ED-918880A1185E}"/>
              </a:ext>
            </a:extLst>
          </p:cNvPr>
          <p:cNvSpPr/>
          <p:nvPr userDrawn="1"/>
        </p:nvSpPr>
        <p:spPr bwMode="auto">
          <a:xfrm>
            <a:off x="0" y="6367046"/>
            <a:ext cx="9144000" cy="490954"/>
          </a:xfrm>
          <a:prstGeom prst="rect">
            <a:avLst/>
          </a:prstGeom>
          <a:solidFill>
            <a:schemeClr val="bg1">
              <a:lumMod val="85000"/>
            </a:schemeClr>
          </a:solidFill>
          <a:ln>
            <a:noFill/>
          </a:ln>
          <a:effectLst/>
        </p:spPr>
        <p:txBody>
          <a:bodyPr lIns="90488" tIns="44450" rIns="90488" bIns="44450"/>
          <a:lstStyle/>
          <a:p>
            <a:pPr marL="169863" indent="-169863" eaLnBrk="0" hangingPunct="0">
              <a:spcBef>
                <a:spcPct val="34000"/>
              </a:spcBef>
              <a:buClr>
                <a:srgbClr val="000000"/>
              </a:buClr>
              <a:buSzPct val="100000"/>
              <a:buFont typeface="Symbol" pitchFamily="18" charset="2"/>
              <a:buChar char="·"/>
              <a:defRPr/>
            </a:pPr>
            <a:endParaRPr lang="en-US" sz="1600" dirty="0">
              <a:solidFill>
                <a:srgbClr val="000000"/>
              </a:solidFill>
              <a:latin typeface="+mn-lt"/>
              <a:cs typeface="+mn-cs"/>
            </a:endParaRPr>
          </a:p>
        </p:txBody>
      </p:sp>
      <p:sp>
        <p:nvSpPr>
          <p:cNvPr id="8" name="Short Copyright">
            <a:extLst>
              <a:ext uri="{FF2B5EF4-FFF2-40B4-BE49-F238E27FC236}">
                <a16:creationId xmlns:a16="http://schemas.microsoft.com/office/drawing/2014/main" id="{4A2FC72F-53CB-4924-9CB5-4C71034E8F6B}"/>
              </a:ext>
            </a:extLst>
          </p:cNvPr>
          <p:cNvSpPr txBox="1"/>
          <p:nvPr userDrawn="1"/>
        </p:nvSpPr>
        <p:spPr>
          <a:xfrm>
            <a:off x="215658" y="6542844"/>
            <a:ext cx="1233578" cy="215444"/>
          </a:xfrm>
          <a:prstGeom prst="rect">
            <a:avLst/>
          </a:prstGeom>
          <a:noFill/>
        </p:spPr>
        <p:txBody>
          <a:bodyPr wrap="square" lIns="45720" rIns="45720" rtlCol="0" anchor="ctr">
            <a:spAutoFit/>
          </a:bodyPr>
          <a:lstStyle/>
          <a:p>
            <a:r>
              <a:rPr lang="en-IN" sz="800" b="0" kern="1200" dirty="0">
                <a:solidFill>
                  <a:schemeClr val="tx1"/>
                </a:solidFill>
                <a:effectLst/>
                <a:latin typeface="+mn-lt"/>
                <a:ea typeface="+mn-ea"/>
                <a:cs typeface="+mn-cs"/>
              </a:rPr>
              <a:t>© McGraw Hill LLC</a:t>
            </a:r>
          </a:p>
        </p:txBody>
      </p:sp>
      <p:sp>
        <p:nvSpPr>
          <p:cNvPr id="9" name="Slide Number Placeholder">
            <a:extLst>
              <a:ext uri="{FF2B5EF4-FFF2-40B4-BE49-F238E27FC236}">
                <a16:creationId xmlns:a16="http://schemas.microsoft.com/office/drawing/2014/main" id="{D81F4F2D-3BB8-4150-BA92-5F3FA2A274EB}"/>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2168668309"/>
      </p:ext>
    </p:extLst>
  </p:cSld>
  <p:clrMap bg1="lt1" tx1="dk1" bg2="lt2" tx2="dk2" accent1="accent1" accent2="accent2" accent3="accent3" accent4="accent4" accent5="accent5" accent6="accent6" hlink="hlink" folHlink="folHlink"/>
  <p:sldLayoutIdLst>
    <p:sldLayoutId id="2147483685" r:id="rId1"/>
  </p:sldLayoutIdLst>
  <p:hf hdr="0" dt="0"/>
  <p:txStyles>
    <p:titleStyle>
      <a:lvl1pPr algn="l" defTabSz="914400" rtl="0" eaLnBrk="1" latinLnBrk="0" hangingPunct="1">
        <a:lnSpc>
          <a:spcPct val="90000"/>
        </a:lnSpc>
        <a:spcBef>
          <a:spcPct val="0"/>
        </a:spcBef>
        <a:buNone/>
        <a:defRPr sz="2400" b="1" kern="1200">
          <a:solidFill>
            <a:schemeClr val="tx2"/>
          </a:solidFill>
          <a:latin typeface="Calibri (Headings)"/>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Calibri" panose="020F0502020204030204" pitchFamily="34" charset="0"/>
          <a:ea typeface="+mn-ea"/>
          <a:cs typeface="Calibri" panose="020F0502020204030204" pitchFamily="34" charset="0"/>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Calibri" panose="020F0502020204030204" pitchFamily="34" charset="0"/>
          <a:ea typeface="+mn-ea"/>
          <a:cs typeface="Calibri" panose="020F0502020204030204" pitchFamily="34" charset="0"/>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Calibri" panose="020F0502020204030204" pitchFamily="34" charset="0"/>
          <a:ea typeface="+mn-ea"/>
          <a:cs typeface="Calibri" panose="020F0502020204030204" pitchFamily="34" charset="0"/>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itle Placeholder" hidden="1">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hidden="1">
            <a:extLst>
              <a:ext uri="{FF2B5EF4-FFF2-40B4-BE49-F238E27FC236}">
                <a16:creationId xmlns:a16="http://schemas.microsoft.com/office/drawing/2014/main" id="{4F2C87DD-ADFA-433D-B7C8-4E9E42BC9E0F}"/>
              </a:ext>
            </a:extLst>
          </p:cNvPr>
          <p:cNvSpPr>
            <a:spLocks noGrp="1"/>
          </p:cNvSpPr>
          <p:nvPr>
            <p:ph type="body" idx="1"/>
          </p:nvPr>
        </p:nvSpPr>
        <p:spPr>
          <a:xfrm>
            <a:off x="342900" y="1273877"/>
            <a:ext cx="8458200" cy="4944374"/>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2" name="Short Copyright">
            <a:extLst>
              <a:ext uri="{FF2B5EF4-FFF2-40B4-BE49-F238E27FC236}">
                <a16:creationId xmlns:a16="http://schemas.microsoft.com/office/drawing/2014/main" id="{36838A37-515E-4F5C-BF9F-CE51891A9C27}"/>
              </a:ext>
            </a:extLst>
          </p:cNvPr>
          <p:cNvSpPr txBox="1"/>
          <p:nvPr/>
        </p:nvSpPr>
        <p:spPr>
          <a:xfrm>
            <a:off x="215658" y="6542844"/>
            <a:ext cx="1233578" cy="215444"/>
          </a:xfrm>
          <a:prstGeom prst="rect">
            <a:avLst/>
          </a:prstGeom>
          <a:noFill/>
        </p:spPr>
        <p:txBody>
          <a:bodyPr wrap="square" lIns="45720" rIns="45720" rtlCol="0" anchor="ctr">
            <a:spAutoFit/>
          </a:bodyPr>
          <a:lstStyle/>
          <a:p>
            <a:r>
              <a:rPr lang="en-IN" sz="800" b="0" kern="1200" dirty="0">
                <a:solidFill>
                  <a:schemeClr val="tx1"/>
                </a:solidFill>
                <a:effectLst/>
                <a:latin typeface="+mn-lt"/>
                <a:ea typeface="+mn-ea"/>
                <a:cs typeface="+mn-cs"/>
              </a:rPr>
              <a:t>© McGraw Hill LLC</a:t>
            </a:r>
          </a:p>
        </p:txBody>
      </p:sp>
      <p:sp>
        <p:nvSpPr>
          <p:cNvPr id="6" name="Slide Number Placeholder">
            <a:extLst>
              <a:ext uri="{FF2B5EF4-FFF2-40B4-BE49-F238E27FC236}">
                <a16:creationId xmlns:a16="http://schemas.microsoft.com/office/drawing/2014/main" id="{E9109236-1BF2-42DF-B3D7-8095A6311691}"/>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1687634475"/>
      </p:ext>
    </p:extLst>
  </p:cSld>
  <p:clrMap bg1="lt1" tx1="dk1" bg2="lt2" tx2="dk2" accent1="accent1" accent2="accent2" accent3="accent3" accent4="accent4" accent5="accent5" accent6="accent6" hlink="hlink" folHlink="folHlink"/>
  <p:sldLayoutIdLst>
    <p:sldLayoutId id="2147483687" r:id="rId1"/>
  </p:sldLayoutIdLst>
  <p:hf hdr="0" dt="0"/>
  <p:txStyles>
    <p:titleStyle>
      <a:lvl1pPr algn="l" defTabSz="914400" rtl="0" eaLnBrk="1" latinLnBrk="0" hangingPunct="1">
        <a:lnSpc>
          <a:spcPct val="90000"/>
        </a:lnSpc>
        <a:spcBef>
          <a:spcPct val="0"/>
        </a:spcBef>
        <a:buNone/>
        <a:defRPr sz="2400" b="1" kern="1200">
          <a:solidFill>
            <a:schemeClr val="tx2"/>
          </a:solidFill>
          <a:latin typeface="Calibri (Headings)"/>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Calibri" panose="020F0502020204030204" pitchFamily="34" charset="0"/>
          <a:ea typeface="+mn-ea"/>
          <a:cs typeface="Calibri" panose="020F0502020204030204" pitchFamily="34" charset="0"/>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Calibri" panose="020F0502020204030204" pitchFamily="34" charset="0"/>
          <a:ea typeface="+mn-ea"/>
          <a:cs typeface="Calibri" panose="020F0502020204030204" pitchFamily="34" charset="0"/>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Calibri" panose="020F0502020204030204" pitchFamily="34" charset="0"/>
          <a:ea typeface="+mn-ea"/>
          <a:cs typeface="Calibri" panose="020F0502020204030204" pitchFamily="34" charset="0"/>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596C750-0659-48DE-A47B-CB4755CF87C8}"/>
              </a:ext>
            </a:extLst>
          </p:cNvPr>
          <p:cNvSpPr/>
          <p:nvPr userDrawn="1"/>
        </p:nvSpPr>
        <p:spPr>
          <a:xfrm>
            <a:off x="0" y="6443133"/>
            <a:ext cx="9144000" cy="414867"/>
          </a:xfrm>
          <a:prstGeom prst="rect">
            <a:avLst/>
          </a:prstGeom>
          <a:solidFill>
            <a:schemeClr val="bg1">
              <a:alpha val="8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7C6E75AB-522C-474E-9E3E-415E5ACB67EA}"/>
              </a:ext>
            </a:extLst>
          </p:cNvPr>
          <p:cNvSpPr/>
          <p:nvPr userDrawn="1"/>
        </p:nvSpPr>
        <p:spPr>
          <a:xfrm>
            <a:off x="730223" y="2335879"/>
            <a:ext cx="7683555" cy="13632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Calibri (Headings)"/>
            </a:endParaRPr>
          </a:p>
        </p:txBody>
      </p:sp>
      <p:sp>
        <p:nvSpPr>
          <p:cNvPr id="6" name="Rectangle 5">
            <a:extLst>
              <a:ext uri="{FF2B5EF4-FFF2-40B4-BE49-F238E27FC236}">
                <a16:creationId xmlns:a16="http://schemas.microsoft.com/office/drawing/2014/main" id="{8CB7F0CE-DA2B-4031-BE27-29AD3872DDEF}"/>
              </a:ext>
            </a:extLst>
          </p:cNvPr>
          <p:cNvSpPr/>
          <p:nvPr userDrawn="1"/>
        </p:nvSpPr>
        <p:spPr>
          <a:xfrm>
            <a:off x="1584125" y="3961709"/>
            <a:ext cx="5975751" cy="1765764"/>
          </a:xfrm>
          <a:prstGeom prst="rect">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Placeholder" hidden="1">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hidden="1">
            <a:extLst>
              <a:ext uri="{FF2B5EF4-FFF2-40B4-BE49-F238E27FC236}">
                <a16:creationId xmlns:a16="http://schemas.microsoft.com/office/drawing/2014/main" id="{4F2C87DD-ADFA-433D-B7C8-4E9E42BC9E0F}"/>
              </a:ext>
            </a:extLst>
          </p:cNvPr>
          <p:cNvSpPr>
            <a:spLocks noGrp="1"/>
          </p:cNvSpPr>
          <p:nvPr>
            <p:ph type="body" idx="1"/>
          </p:nvPr>
        </p:nvSpPr>
        <p:spPr>
          <a:xfrm>
            <a:off x="342900" y="1273877"/>
            <a:ext cx="8458200" cy="4944374"/>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2" name="Short Copyright">
            <a:extLst>
              <a:ext uri="{FF2B5EF4-FFF2-40B4-BE49-F238E27FC236}">
                <a16:creationId xmlns:a16="http://schemas.microsoft.com/office/drawing/2014/main" id="{36838A37-515E-4F5C-BF9F-CE51891A9C27}"/>
              </a:ext>
            </a:extLst>
          </p:cNvPr>
          <p:cNvSpPr txBox="1"/>
          <p:nvPr/>
        </p:nvSpPr>
        <p:spPr>
          <a:xfrm>
            <a:off x="215658" y="6535150"/>
            <a:ext cx="1233578" cy="230832"/>
          </a:xfrm>
          <a:prstGeom prst="rect">
            <a:avLst/>
          </a:prstGeom>
          <a:noFill/>
        </p:spPr>
        <p:txBody>
          <a:bodyPr wrap="square" lIns="45720" rIns="45720" rtlCol="0" anchor="ctr">
            <a:spAutoFit/>
          </a:bodyPr>
          <a:lstStyle/>
          <a:p>
            <a:r>
              <a:rPr lang="en-US" sz="900" b="0" dirty="0">
                <a:solidFill>
                  <a:schemeClr val="bg1"/>
                </a:solidFill>
                <a:latin typeface="Calibri (Body)"/>
                <a:cs typeface="Calibri" panose="020F0502020204030204" pitchFamily="34" charset="0"/>
              </a:rPr>
              <a:t>© McGraw-Hill</a:t>
            </a:r>
          </a:p>
        </p:txBody>
      </p:sp>
      <p:sp>
        <p:nvSpPr>
          <p:cNvPr id="12" name="Slide Number Placeholder">
            <a:extLst>
              <a:ext uri="{FF2B5EF4-FFF2-40B4-BE49-F238E27FC236}">
                <a16:creationId xmlns:a16="http://schemas.microsoft.com/office/drawing/2014/main" id="{C2E4AF62-4201-4F5D-966F-4A59CD13C9F3}"/>
              </a:ext>
            </a:extLst>
          </p:cNvPr>
          <p:cNvSpPr>
            <a:spLocks noGrp="1"/>
          </p:cNvSpPr>
          <p:nvPr>
            <p:ph type="sldNum" sz="quarter" idx="4"/>
          </p:nvPr>
        </p:nvSpPr>
        <p:spPr>
          <a:xfrm>
            <a:off x="8626412" y="6569868"/>
            <a:ext cx="355840" cy="161396"/>
          </a:xfrm>
          <a:prstGeom prst="rect">
            <a:avLst/>
          </a:prstGeom>
        </p:spPr>
        <p:txBody>
          <a:bodyPr vert="horz" lIns="45720" tIns="45720" rIns="45720" bIns="45720" rtlCol="0" anchor="ctr"/>
          <a:lstStyle>
            <a:lvl1pPr algn="r">
              <a:defRPr sz="900">
                <a:solidFill>
                  <a:schemeClr val="bg1"/>
                </a:solidFill>
                <a:latin typeface="Calibri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476714983"/>
      </p:ext>
    </p:extLst>
  </p:cSld>
  <p:clrMap bg1="lt1" tx1="dk1" bg2="lt2" tx2="dk2" accent1="accent1" accent2="accent2" accent3="accent3" accent4="accent4" accent5="accent5" accent6="accent6" hlink="hlink" folHlink="folHlink"/>
  <p:sldLayoutIdLst>
    <p:sldLayoutId id="2147483689" r:id="rId1"/>
  </p:sldLayoutIdLst>
  <p:hf hdr="0" dt="0"/>
  <p:txStyles>
    <p:titleStyle>
      <a:lvl1pPr algn="l" defTabSz="914400" rtl="0" eaLnBrk="1" latinLnBrk="0" hangingPunct="1">
        <a:lnSpc>
          <a:spcPct val="90000"/>
        </a:lnSpc>
        <a:spcBef>
          <a:spcPct val="0"/>
        </a:spcBef>
        <a:buNone/>
        <a:defRPr sz="2400" b="1" kern="1200">
          <a:solidFill>
            <a:schemeClr val="tx2"/>
          </a:solidFill>
          <a:latin typeface="Calibri (Headings)"/>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Calibri" panose="020F0502020204030204" pitchFamily="34" charset="0"/>
          <a:ea typeface="+mn-ea"/>
          <a:cs typeface="Calibri" panose="020F0502020204030204" pitchFamily="34" charset="0"/>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Calibri" panose="020F0502020204030204" pitchFamily="34" charset="0"/>
          <a:ea typeface="+mn-ea"/>
          <a:cs typeface="Calibri" panose="020F0502020204030204" pitchFamily="34" charset="0"/>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Calibri" panose="020F0502020204030204" pitchFamily="34" charset="0"/>
          <a:ea typeface="+mn-ea"/>
          <a:cs typeface="Calibri" panose="020F0502020204030204" pitchFamily="34" charset="0"/>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slide" Target="slide58.xml"/><Relationship Id="rId2" Type="http://schemas.openxmlformats.org/officeDocument/2006/relationships/image" Target="../media/image3.jpe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slide" Target="slide59.xml"/><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slide" Target="slide60.xml"/><Relationship Id="rId2" Type="http://schemas.openxmlformats.org/officeDocument/2006/relationships/image" Target="../media/image7.JP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slide" Target="slide61.xml"/><Relationship Id="rId2" Type="http://schemas.openxmlformats.org/officeDocument/2006/relationships/image" Target="../media/image8.JP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slide" Target="slide62.xml"/><Relationship Id="rId2" Type="http://schemas.openxmlformats.org/officeDocument/2006/relationships/image" Target="../media/image9.jpe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slide" Target="slide63.xml"/><Relationship Id="rId2" Type="http://schemas.openxmlformats.org/officeDocument/2006/relationships/image" Target="../media/image11.JP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slide" Target="slide64.xml"/><Relationship Id="rId2" Type="http://schemas.openxmlformats.org/officeDocument/2006/relationships/image" Target="../media/image12.jpe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slide" Target="slide65.xml"/><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slide" Target="slide66.xml"/><Relationship Id="rId2" Type="http://schemas.openxmlformats.org/officeDocument/2006/relationships/image" Target="../media/image18.jpeg"/><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slide" Target="slide67.xml"/><Relationship Id="rId2" Type="http://schemas.openxmlformats.org/officeDocument/2006/relationships/image" Target="../media/image19.jpeg"/><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3" Type="http://schemas.openxmlformats.org/officeDocument/2006/relationships/slide" Target="slide68.xml"/><Relationship Id="rId2" Type="http://schemas.openxmlformats.org/officeDocument/2006/relationships/image" Target="../media/image20.jpeg"/><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3" Type="http://schemas.openxmlformats.org/officeDocument/2006/relationships/slide" Target="slide69.xml"/><Relationship Id="rId2" Type="http://schemas.openxmlformats.org/officeDocument/2006/relationships/image" Target="../media/image21.jpeg"/><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3" Type="http://schemas.openxmlformats.org/officeDocument/2006/relationships/slide" Target="slide70.xml"/><Relationship Id="rId2" Type="http://schemas.openxmlformats.org/officeDocument/2006/relationships/image" Target="../media/image22.JPG"/><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3" Type="http://schemas.openxmlformats.org/officeDocument/2006/relationships/slide" Target="slide71.xml"/><Relationship Id="rId2" Type="http://schemas.openxmlformats.org/officeDocument/2006/relationships/image" Target="../media/image23.jpeg"/><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3" Type="http://schemas.openxmlformats.org/officeDocument/2006/relationships/slide" Target="slide72.xml"/><Relationship Id="rId2" Type="http://schemas.openxmlformats.org/officeDocument/2006/relationships/image" Target="../media/image24.jpeg"/><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xml"/><Relationship Id="rId1" Type="http://schemas.openxmlformats.org/officeDocument/2006/relationships/slideLayout" Target="../slideLayouts/slideLayout5.xml"/><Relationship Id="rId4" Type="http://schemas.openxmlformats.org/officeDocument/2006/relationships/slide" Target="slide73.xml"/></Relationships>
</file>

<file path=ppt/slides/_rels/slide5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8.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17.xml"/></Relationships>
</file>

<file path=ppt/slides/_rels/slide59.xml.rels><?xml version="1.0" encoding="UTF-8" standalone="yes"?>
<Relationships xmlns="http://schemas.openxmlformats.org/package/2006/relationships"><Relationship Id="rId2" Type="http://schemas.openxmlformats.org/officeDocument/2006/relationships/slide" Target="slide9.xml"/><Relationship Id="rId1" Type="http://schemas.openxmlformats.org/officeDocument/2006/relationships/slideLayout" Target="../slideLayouts/slideLayout17.xml"/></Relationships>
</file>

<file path=ppt/slides/_rels/slide60.xml.rels><?xml version="1.0" encoding="UTF-8" standalone="yes"?>
<Relationships xmlns="http://schemas.openxmlformats.org/package/2006/relationships"><Relationship Id="rId2" Type="http://schemas.openxmlformats.org/officeDocument/2006/relationships/slide" Target="slide14.xml"/><Relationship Id="rId1" Type="http://schemas.openxmlformats.org/officeDocument/2006/relationships/slideLayout" Target="../slideLayouts/slideLayout17.xml"/></Relationships>
</file>

<file path=ppt/slides/_rels/slide61.xml.rels><?xml version="1.0" encoding="UTF-8" standalone="yes"?>
<Relationships xmlns="http://schemas.openxmlformats.org/package/2006/relationships"><Relationship Id="rId2" Type="http://schemas.openxmlformats.org/officeDocument/2006/relationships/slide" Target="slide17.xml"/><Relationship Id="rId1" Type="http://schemas.openxmlformats.org/officeDocument/2006/relationships/slideLayout" Target="../slideLayouts/slideLayout17.xml"/></Relationships>
</file>

<file path=ppt/slides/_rels/slide62.xml.rels><?xml version="1.0" encoding="UTF-8" standalone="yes"?>
<Relationships xmlns="http://schemas.openxmlformats.org/package/2006/relationships"><Relationship Id="rId2" Type="http://schemas.openxmlformats.org/officeDocument/2006/relationships/slide" Target="slide19.xml"/><Relationship Id="rId1" Type="http://schemas.openxmlformats.org/officeDocument/2006/relationships/slideLayout" Target="../slideLayouts/slideLayout17.xml"/></Relationships>
</file>

<file path=ppt/slides/_rels/slide63.xml.rels><?xml version="1.0" encoding="UTF-8" standalone="yes"?>
<Relationships xmlns="http://schemas.openxmlformats.org/package/2006/relationships"><Relationship Id="rId2" Type="http://schemas.openxmlformats.org/officeDocument/2006/relationships/slide" Target="slide24.xml"/><Relationship Id="rId1" Type="http://schemas.openxmlformats.org/officeDocument/2006/relationships/slideLayout" Target="../slideLayouts/slideLayout17.xml"/></Relationships>
</file>

<file path=ppt/slides/_rels/slide64.xml.rels><?xml version="1.0" encoding="UTF-8" standalone="yes"?>
<Relationships xmlns="http://schemas.openxmlformats.org/package/2006/relationships"><Relationship Id="rId2" Type="http://schemas.openxmlformats.org/officeDocument/2006/relationships/slide" Target="slide28.xml"/><Relationship Id="rId1" Type="http://schemas.openxmlformats.org/officeDocument/2006/relationships/slideLayout" Target="../slideLayouts/slideLayout17.xml"/></Relationships>
</file>

<file path=ppt/slides/_rels/slide65.xml.rels><?xml version="1.0" encoding="UTF-8" standalone="yes"?>
<Relationships xmlns="http://schemas.openxmlformats.org/package/2006/relationships"><Relationship Id="rId2" Type="http://schemas.openxmlformats.org/officeDocument/2006/relationships/slide" Target="slide37.xml"/><Relationship Id="rId1" Type="http://schemas.openxmlformats.org/officeDocument/2006/relationships/slideLayout" Target="../slideLayouts/slideLayout17.xml"/></Relationships>
</file>

<file path=ppt/slides/_rels/slide66.xml.rels><?xml version="1.0" encoding="UTF-8" standalone="yes"?>
<Relationships xmlns="http://schemas.openxmlformats.org/package/2006/relationships"><Relationship Id="rId2" Type="http://schemas.openxmlformats.org/officeDocument/2006/relationships/slide" Target="slide39.xml"/><Relationship Id="rId1" Type="http://schemas.openxmlformats.org/officeDocument/2006/relationships/slideLayout" Target="../slideLayouts/slideLayout17.xml"/></Relationships>
</file>

<file path=ppt/slides/_rels/slide67.xml.rels><?xml version="1.0" encoding="UTF-8" standalone="yes"?>
<Relationships xmlns="http://schemas.openxmlformats.org/package/2006/relationships"><Relationship Id="rId2" Type="http://schemas.openxmlformats.org/officeDocument/2006/relationships/slide" Target="slide40.xml"/><Relationship Id="rId1" Type="http://schemas.openxmlformats.org/officeDocument/2006/relationships/slideLayout" Target="../slideLayouts/slideLayout17.xml"/></Relationships>
</file>

<file path=ppt/slides/_rels/slide68.xml.rels><?xml version="1.0" encoding="UTF-8" standalone="yes"?>
<Relationships xmlns="http://schemas.openxmlformats.org/package/2006/relationships"><Relationship Id="rId2" Type="http://schemas.openxmlformats.org/officeDocument/2006/relationships/slide" Target="slide43.xml"/><Relationship Id="rId1" Type="http://schemas.openxmlformats.org/officeDocument/2006/relationships/slideLayout" Target="../slideLayouts/slideLayout17.xml"/></Relationships>
</file>

<file path=ppt/slides/_rels/slide69.xml.rels><?xml version="1.0" encoding="UTF-8" standalone="yes"?>
<Relationships xmlns="http://schemas.openxmlformats.org/package/2006/relationships"><Relationship Id="rId2" Type="http://schemas.openxmlformats.org/officeDocument/2006/relationships/slide" Target="slide46.xml"/><Relationship Id="rId1" Type="http://schemas.openxmlformats.org/officeDocument/2006/relationships/slideLayout" Target="../slideLayouts/slideLayout17.xml"/></Relationships>
</file>

<file path=ppt/slides/_rels/slide70.xml.rels><?xml version="1.0" encoding="UTF-8" standalone="yes"?>
<Relationships xmlns="http://schemas.openxmlformats.org/package/2006/relationships"><Relationship Id="rId2" Type="http://schemas.openxmlformats.org/officeDocument/2006/relationships/slide" Target="slide47.xml"/><Relationship Id="rId1" Type="http://schemas.openxmlformats.org/officeDocument/2006/relationships/slideLayout" Target="../slideLayouts/slideLayout17.xml"/></Relationships>
</file>

<file path=ppt/slides/_rels/slide71.xml.rels><?xml version="1.0" encoding="UTF-8" standalone="yes"?>
<Relationships xmlns="http://schemas.openxmlformats.org/package/2006/relationships"><Relationship Id="rId2" Type="http://schemas.openxmlformats.org/officeDocument/2006/relationships/slide" Target="slide49.xml"/><Relationship Id="rId1" Type="http://schemas.openxmlformats.org/officeDocument/2006/relationships/slideLayout" Target="../slideLayouts/slideLayout17.xml"/></Relationships>
</file>

<file path=ppt/slides/_rels/slide72.xml.rels><?xml version="1.0" encoding="UTF-8" standalone="yes"?>
<Relationships xmlns="http://schemas.openxmlformats.org/package/2006/relationships"><Relationship Id="rId2" Type="http://schemas.openxmlformats.org/officeDocument/2006/relationships/slide" Target="slide52.xml"/><Relationship Id="rId1" Type="http://schemas.openxmlformats.org/officeDocument/2006/relationships/slideLayout" Target="../slideLayouts/slideLayout17.xml"/></Relationships>
</file>

<file path=ppt/slides/_rels/slide73.xml.rels><?xml version="1.0" encoding="UTF-8" standalone="yes"?>
<Relationships xmlns="http://schemas.openxmlformats.org/package/2006/relationships"><Relationship Id="rId2" Type="http://schemas.openxmlformats.org/officeDocument/2006/relationships/slide" Target="slide54.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0733ED0-3842-43A7-8BDE-AFE8B97FDE28}"/>
              </a:ext>
            </a:extLst>
          </p:cNvPr>
          <p:cNvSpPr>
            <a:spLocks noGrp="1"/>
          </p:cNvSpPr>
          <p:nvPr>
            <p:ph type="ctrTitle"/>
          </p:nvPr>
        </p:nvSpPr>
        <p:spPr>
          <a:xfrm>
            <a:off x="4572000" y="1300036"/>
            <a:ext cx="4572000" cy="1129393"/>
          </a:xfrm>
        </p:spPr>
        <p:txBody>
          <a:bodyPr/>
          <a:lstStyle/>
          <a:p>
            <a:r>
              <a:rPr lang="en-US" altLang="en-US" dirty="0"/>
              <a:t>Biology</a:t>
            </a:r>
            <a:endParaRPr lang="en-IN" dirty="0"/>
          </a:p>
        </p:txBody>
      </p:sp>
      <p:sp>
        <p:nvSpPr>
          <p:cNvPr id="5" name="Subtitle 2">
            <a:extLst>
              <a:ext uri="{FF2B5EF4-FFF2-40B4-BE49-F238E27FC236}">
                <a16:creationId xmlns:a16="http://schemas.microsoft.com/office/drawing/2014/main" id="{0870AA8A-D98D-4EB3-81F3-3373CF2A34CB}"/>
              </a:ext>
            </a:extLst>
          </p:cNvPr>
          <p:cNvSpPr>
            <a:spLocks noGrp="1"/>
          </p:cNvSpPr>
          <p:nvPr>
            <p:ph type="subTitle" idx="1"/>
          </p:nvPr>
        </p:nvSpPr>
        <p:spPr>
          <a:xfrm>
            <a:off x="4454771" y="2064325"/>
            <a:ext cx="4689229" cy="1011381"/>
          </a:xfrm>
        </p:spPr>
        <p:txBody>
          <a:bodyPr/>
          <a:lstStyle/>
          <a:p>
            <a:r>
              <a:rPr lang="en-US" altLang="en-US" sz="1800" dirty="0">
                <a:solidFill>
                  <a:schemeClr val="tx1"/>
                </a:solidFill>
                <a:effectLst/>
                <a:latin typeface="+mj-lt"/>
              </a:rPr>
              <a:t>Sylvia S. </a:t>
            </a:r>
            <a:r>
              <a:rPr lang="en-US" altLang="en-US" sz="1800" dirty="0" err="1">
                <a:solidFill>
                  <a:schemeClr val="tx1"/>
                </a:solidFill>
                <a:effectLst/>
                <a:latin typeface="+mj-lt"/>
              </a:rPr>
              <a:t>Mader</a:t>
            </a:r>
            <a:br>
              <a:rPr lang="en-US" altLang="en-US" sz="1800" dirty="0">
                <a:solidFill>
                  <a:schemeClr val="tx1"/>
                </a:solidFill>
                <a:effectLst/>
                <a:latin typeface="+mj-lt"/>
              </a:rPr>
            </a:br>
            <a:r>
              <a:rPr lang="en-US" altLang="en-US" sz="1800" dirty="0">
                <a:solidFill>
                  <a:schemeClr val="tx1"/>
                </a:solidFill>
                <a:effectLst/>
                <a:latin typeface="+mj-lt"/>
              </a:rPr>
              <a:t>Michael </a:t>
            </a:r>
            <a:r>
              <a:rPr lang="en-US" altLang="en-US" sz="1800" dirty="0" err="1">
                <a:solidFill>
                  <a:schemeClr val="tx1"/>
                </a:solidFill>
                <a:effectLst/>
                <a:latin typeface="+mj-lt"/>
              </a:rPr>
              <a:t>Windelspecht</a:t>
            </a:r>
            <a:endParaRPr lang="en-IN" sz="1800" dirty="0">
              <a:solidFill>
                <a:schemeClr val="tx1"/>
              </a:solidFill>
              <a:effectLst/>
              <a:latin typeface="+mj-lt"/>
            </a:endParaRPr>
          </a:p>
        </p:txBody>
      </p:sp>
      <p:sp>
        <p:nvSpPr>
          <p:cNvPr id="6" name="Content Placeholder 3">
            <a:extLst>
              <a:ext uri="{FF2B5EF4-FFF2-40B4-BE49-F238E27FC236}">
                <a16:creationId xmlns:a16="http://schemas.microsoft.com/office/drawing/2014/main" id="{592C8D69-86D8-4DDD-A213-ED8E89CF93EE}"/>
              </a:ext>
            </a:extLst>
          </p:cNvPr>
          <p:cNvSpPr>
            <a:spLocks noGrp="1"/>
          </p:cNvSpPr>
          <p:nvPr>
            <p:ph sz="quarter" idx="11"/>
          </p:nvPr>
        </p:nvSpPr>
        <p:spPr>
          <a:xfrm>
            <a:off x="4572000" y="3639924"/>
            <a:ext cx="4572000" cy="622300"/>
          </a:xfrm>
        </p:spPr>
        <p:txBody>
          <a:bodyPr/>
          <a:lstStyle/>
          <a:p>
            <a:pPr>
              <a:spcBef>
                <a:spcPts val="0"/>
              </a:spcBef>
            </a:pPr>
            <a:r>
              <a:rPr lang="en-US" altLang="en-US" sz="2800" b="0" dirty="0"/>
              <a:t>Chapter 24 </a:t>
            </a:r>
          </a:p>
          <a:p>
            <a:pPr>
              <a:spcBef>
                <a:spcPts val="0"/>
              </a:spcBef>
            </a:pPr>
            <a:r>
              <a:rPr lang="en-US" altLang="en-US" sz="2800" b="0" dirty="0"/>
              <a:t>Flowering Plants: Structure and Organization </a:t>
            </a:r>
          </a:p>
          <a:p>
            <a:pPr>
              <a:spcBef>
                <a:spcPts val="0"/>
              </a:spcBef>
            </a:pPr>
            <a:r>
              <a:rPr lang="en-US" altLang="en-US" sz="2800" b="0" dirty="0"/>
              <a:t>Lecture Outline</a:t>
            </a:r>
          </a:p>
        </p:txBody>
      </p:sp>
      <p:sp>
        <p:nvSpPr>
          <p:cNvPr id="7" name="Content Placeholder 4">
            <a:extLst>
              <a:ext uri="{FF2B5EF4-FFF2-40B4-BE49-F238E27FC236}">
                <a16:creationId xmlns:a16="http://schemas.microsoft.com/office/drawing/2014/main" id="{50B07C52-C32A-404C-823B-3E0C2B4D72F2}"/>
              </a:ext>
            </a:extLst>
          </p:cNvPr>
          <p:cNvSpPr>
            <a:spLocks noGrp="1"/>
          </p:cNvSpPr>
          <p:nvPr>
            <p:ph sz="quarter" idx="12"/>
          </p:nvPr>
        </p:nvSpPr>
        <p:spPr>
          <a:xfrm>
            <a:off x="4876800" y="5187517"/>
            <a:ext cx="3962400" cy="961001"/>
          </a:xfrm>
        </p:spPr>
        <p:txBody>
          <a:bodyPr/>
          <a:lstStyle/>
          <a:p>
            <a:r>
              <a:rPr lang="en-US" altLang="en-US" sz="1400" b="1" dirty="0">
                <a:latin typeface="+mn-lt"/>
              </a:rPr>
              <a:t>See separate </a:t>
            </a:r>
            <a:r>
              <a:rPr lang="en-US" altLang="en-US" sz="1400" b="1" dirty="0" err="1">
                <a:latin typeface="+mn-lt"/>
              </a:rPr>
              <a:t>FlexArt</a:t>
            </a:r>
            <a:r>
              <a:rPr lang="en-US" altLang="en-US" sz="1400" b="1" dirty="0">
                <a:latin typeface="+mn-lt"/>
              </a:rPr>
              <a:t> PowerPoint slides for all figures and tables pre-inserted into PowerPoint without notes.</a:t>
            </a:r>
            <a:endParaRPr lang="en-IN" sz="1400" b="1" dirty="0">
              <a:latin typeface="+mn-lt"/>
            </a:endParaRPr>
          </a:p>
        </p:txBody>
      </p:sp>
      <p:sp>
        <p:nvSpPr>
          <p:cNvPr id="8" name="Content Placeholder 8">
            <a:extLst>
              <a:ext uri="{FF2B5EF4-FFF2-40B4-BE49-F238E27FC236}">
                <a16:creationId xmlns:a16="http://schemas.microsoft.com/office/drawing/2014/main" id="{3CFCD7C5-EA7C-4E20-A620-38C65C5C845F}"/>
              </a:ext>
            </a:extLst>
          </p:cNvPr>
          <p:cNvSpPr txBox="1">
            <a:spLocks/>
          </p:cNvSpPr>
          <p:nvPr/>
        </p:nvSpPr>
        <p:spPr>
          <a:xfrm>
            <a:off x="0" y="6383045"/>
            <a:ext cx="9144000" cy="474955"/>
          </a:xfrm>
          <a:prstGeom prst="rect">
            <a:avLst/>
          </a:prstGeom>
        </p:spPr>
        <p:txBody>
          <a:bodyPr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800" dirty="0">
                <a:solidFill>
                  <a:srgbClr val="222222"/>
                </a:solidFill>
                <a:latin typeface="Arial" panose="020B0604020202020204" pitchFamily="34" charset="0"/>
              </a:rPr>
              <a:t>Copyright 2022 © McGraw Hill LLC. All rights reserved. No reproduction or distribution without the prior written consent of McGraw Hill LLC.</a:t>
            </a:r>
            <a:endParaRPr lang="en-US" sz="800" dirty="0"/>
          </a:p>
        </p:txBody>
      </p:sp>
    </p:spTree>
    <p:extLst>
      <p:ext uri="{BB962C8B-B14F-4D97-AF65-F5344CB8AC3E}">
        <p14:creationId xmlns:p14="http://schemas.microsoft.com/office/powerpoint/2010/main" val="41324921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2CD3FF-352D-4DF2-8961-8E785F6B4726}"/>
              </a:ext>
            </a:extLst>
          </p:cNvPr>
          <p:cNvSpPr>
            <a:spLocks noGrp="1"/>
          </p:cNvSpPr>
          <p:nvPr>
            <p:ph type="title"/>
          </p:nvPr>
        </p:nvSpPr>
        <p:spPr>
          <a:xfrm>
            <a:off x="0" y="1"/>
            <a:ext cx="9144000" cy="1299098"/>
          </a:xfrm>
        </p:spPr>
        <p:txBody>
          <a:bodyPr/>
          <a:lstStyle/>
          <a:p>
            <a:r>
              <a:rPr lang="en-US" altLang="en-US" dirty="0"/>
              <a:t>Outline</a:t>
            </a:r>
            <a:endParaRPr lang="en-IN" dirty="0"/>
          </a:p>
        </p:txBody>
      </p:sp>
      <p:sp>
        <p:nvSpPr>
          <p:cNvPr id="3" name="Text Placeholder 2">
            <a:extLst>
              <a:ext uri="{FF2B5EF4-FFF2-40B4-BE49-F238E27FC236}">
                <a16:creationId xmlns:a16="http://schemas.microsoft.com/office/drawing/2014/main" id="{AFED7764-7A55-44D1-8342-F834D1D7BFE7}"/>
              </a:ext>
            </a:extLst>
          </p:cNvPr>
          <p:cNvSpPr>
            <a:spLocks noGrp="1"/>
          </p:cNvSpPr>
          <p:nvPr>
            <p:ph type="body" sz="quarter" idx="19"/>
          </p:nvPr>
        </p:nvSpPr>
        <p:spPr>
          <a:xfrm>
            <a:off x="696658" y="1299099"/>
            <a:ext cx="7925899" cy="3809349"/>
          </a:xfrm>
        </p:spPr>
        <p:txBody>
          <a:bodyPr>
            <a:normAutofit/>
          </a:bodyPr>
          <a:lstStyle/>
          <a:p>
            <a:pPr lvl="0">
              <a:spcAft>
                <a:spcPts val="2000"/>
              </a:spcAft>
            </a:pPr>
            <a:r>
              <a:rPr lang="en-US" altLang="en-US" sz="3200" dirty="0">
                <a:solidFill>
                  <a:prstClr val="black"/>
                </a:solidFill>
              </a:rPr>
              <a:t>24.1 Cells and Tissues of Flowering Plants</a:t>
            </a:r>
          </a:p>
          <a:p>
            <a:pPr lvl="0">
              <a:spcAft>
                <a:spcPts val="2000"/>
              </a:spcAft>
            </a:pPr>
            <a:r>
              <a:rPr lang="en-US" altLang="en-US" sz="3200" dirty="0">
                <a:solidFill>
                  <a:prstClr val="black"/>
                </a:solidFill>
              </a:rPr>
              <a:t>24.2 Organs of Flowering Plants</a:t>
            </a:r>
          </a:p>
          <a:p>
            <a:pPr lvl="0">
              <a:spcAft>
                <a:spcPts val="2000"/>
              </a:spcAft>
            </a:pPr>
            <a:r>
              <a:rPr lang="en-US" altLang="en-US" sz="3200" dirty="0">
                <a:solidFill>
                  <a:prstClr val="black"/>
                </a:solidFill>
              </a:rPr>
              <a:t>24.3 Organization and Diversity of Roots</a:t>
            </a:r>
          </a:p>
          <a:p>
            <a:pPr lvl="0">
              <a:spcAft>
                <a:spcPts val="2000"/>
              </a:spcAft>
            </a:pPr>
            <a:r>
              <a:rPr lang="en-US" altLang="en-US" sz="3200" dirty="0">
                <a:solidFill>
                  <a:prstClr val="black"/>
                </a:solidFill>
              </a:rPr>
              <a:t>24.4 Organization and Diversity of Stems</a:t>
            </a:r>
          </a:p>
          <a:p>
            <a:pPr lvl="0">
              <a:spcAft>
                <a:spcPts val="2000"/>
              </a:spcAft>
            </a:pPr>
            <a:r>
              <a:rPr lang="en-US" altLang="en-US" sz="3200" dirty="0">
                <a:solidFill>
                  <a:prstClr val="black"/>
                </a:solidFill>
              </a:rPr>
              <a:t>24.5 Organization and Diversity of Leaves</a:t>
            </a:r>
          </a:p>
        </p:txBody>
      </p:sp>
      <p:sp>
        <p:nvSpPr>
          <p:cNvPr id="4" name="Slide Number Placeholder 3">
            <a:extLst>
              <a:ext uri="{FF2B5EF4-FFF2-40B4-BE49-F238E27FC236}">
                <a16:creationId xmlns:a16="http://schemas.microsoft.com/office/drawing/2014/main" id="{06FD65B7-960F-4FF5-B858-E6E7B20D1CC7}"/>
              </a:ext>
            </a:extLst>
          </p:cNvPr>
          <p:cNvSpPr>
            <a:spLocks noGrp="1"/>
          </p:cNvSpPr>
          <p:nvPr>
            <p:ph type="sldNum" sz="quarter" idx="4"/>
          </p:nvPr>
        </p:nvSpPr>
        <p:spPr/>
        <p:txBody>
          <a:bodyPr/>
          <a:lstStyle/>
          <a:p>
            <a:fld id="{68151E55-6873-49E2-B8D5-2F265E6F1973}" type="slidenum">
              <a:rPr lang="en-US" smtClean="0"/>
              <a:pPr/>
              <a:t>2</a:t>
            </a:fld>
            <a:endParaRPr lang="en-US" dirty="0"/>
          </a:p>
        </p:txBody>
      </p:sp>
    </p:spTree>
    <p:extLst>
      <p:ext uri="{BB962C8B-B14F-4D97-AF65-F5344CB8AC3E}">
        <p14:creationId xmlns:p14="http://schemas.microsoft.com/office/powerpoint/2010/main" val="33812302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C6F8EA-94DA-4D34-888B-85B53C34DE00}"/>
              </a:ext>
            </a:extLst>
          </p:cNvPr>
          <p:cNvSpPr>
            <a:spLocks noGrp="1"/>
          </p:cNvSpPr>
          <p:nvPr>
            <p:ph type="title"/>
          </p:nvPr>
        </p:nvSpPr>
        <p:spPr>
          <a:xfrm>
            <a:off x="0" y="1"/>
            <a:ext cx="9144000" cy="1341119"/>
          </a:xfrm>
        </p:spPr>
        <p:txBody>
          <a:bodyPr/>
          <a:lstStyle/>
          <a:p>
            <a:r>
              <a:rPr lang="en-US" dirty="0"/>
              <a:t>Apical Meristem Gives Rise to Differing Plant Tissues</a:t>
            </a:r>
            <a:endParaRPr lang="en-IN" dirty="0"/>
          </a:p>
        </p:txBody>
      </p:sp>
      <p:pic>
        <p:nvPicPr>
          <p:cNvPr id="6" name="Picture 2" descr="Relates apical meristem to specialized protoderm, ground, and procambium meristem and the tissues that they give rise to">
            <a:extLst>
              <a:ext uri="{FF2B5EF4-FFF2-40B4-BE49-F238E27FC236}">
                <a16:creationId xmlns:a16="http://schemas.microsoft.com/office/drawing/2014/main" id="{42B560B9-22AE-4ED8-A45D-6B55CFAD8C08}"/>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2883" t="8513" r="-2883" b="-11445"/>
          <a:stretch/>
        </p:blipFill>
        <p:spPr>
          <a:xfrm>
            <a:off x="1754406" y="1774800"/>
            <a:ext cx="5635187" cy="3600000"/>
          </a:xfrm>
          <a:prstGeom prst="rect">
            <a:avLst/>
          </a:prstGeom>
        </p:spPr>
      </p:pic>
      <p:sp>
        <p:nvSpPr>
          <p:cNvPr id="3" name="Text Placeholder 3">
            <a:extLst>
              <a:ext uri="{FF2B5EF4-FFF2-40B4-BE49-F238E27FC236}">
                <a16:creationId xmlns:a16="http://schemas.microsoft.com/office/drawing/2014/main" id="{5E2E57CB-6A9D-43E0-A56E-D7DE52014BAF}"/>
              </a:ext>
            </a:extLst>
          </p:cNvPr>
          <p:cNvSpPr>
            <a:spLocks noGrp="1"/>
          </p:cNvSpPr>
          <p:nvPr>
            <p:ph type="body" sz="quarter" idx="19"/>
          </p:nvPr>
        </p:nvSpPr>
        <p:spPr>
          <a:xfrm>
            <a:off x="2822906" y="5374800"/>
            <a:ext cx="3498186" cy="314325"/>
          </a:xfrm>
        </p:spPr>
        <p:txBody>
          <a:bodyPr>
            <a:normAutofit/>
          </a:bodyPr>
          <a:lstStyle/>
          <a:p>
            <a:pPr algn="ctr"/>
            <a:r>
              <a:rPr lang="en-US" sz="1200" dirty="0">
                <a:hlinkClick r:id="rId3" action="ppaction://hlinksldjump"/>
              </a:rPr>
              <a:t>Access the text alternative for slide images.</a:t>
            </a:r>
            <a:endParaRPr lang="en-US" sz="1200" dirty="0"/>
          </a:p>
        </p:txBody>
      </p:sp>
      <p:sp>
        <p:nvSpPr>
          <p:cNvPr id="4" name="Slide Number Placeholder 4">
            <a:extLst>
              <a:ext uri="{FF2B5EF4-FFF2-40B4-BE49-F238E27FC236}">
                <a16:creationId xmlns:a16="http://schemas.microsoft.com/office/drawing/2014/main" id="{AD9D0EF6-80F7-49A7-8805-6D2418433608}"/>
              </a:ext>
            </a:extLst>
          </p:cNvPr>
          <p:cNvSpPr>
            <a:spLocks noGrp="1"/>
          </p:cNvSpPr>
          <p:nvPr>
            <p:ph type="sldNum" sz="quarter" idx="4"/>
          </p:nvPr>
        </p:nvSpPr>
        <p:spPr/>
        <p:txBody>
          <a:bodyPr/>
          <a:lstStyle/>
          <a:p>
            <a:fld id="{68151E55-6873-49E2-B8D5-2F265E6F1973}" type="slidenum">
              <a:rPr lang="en-US" smtClean="0"/>
              <a:pPr/>
              <a:t>3</a:t>
            </a:fld>
            <a:endParaRPr lang="en-US" dirty="0"/>
          </a:p>
        </p:txBody>
      </p:sp>
    </p:spTree>
    <p:extLst>
      <p:ext uri="{BB962C8B-B14F-4D97-AF65-F5344CB8AC3E}">
        <p14:creationId xmlns:p14="http://schemas.microsoft.com/office/powerpoint/2010/main" val="22314826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8AACC6-B021-42FD-A501-373383F7169A}"/>
              </a:ext>
            </a:extLst>
          </p:cNvPr>
          <p:cNvSpPr>
            <a:spLocks noGrp="1"/>
          </p:cNvSpPr>
          <p:nvPr>
            <p:ph type="title"/>
          </p:nvPr>
        </p:nvSpPr>
        <p:spPr>
          <a:xfrm>
            <a:off x="797908" y="0"/>
            <a:ext cx="7713785" cy="1266092"/>
          </a:xfrm>
        </p:spPr>
        <p:txBody>
          <a:bodyPr/>
          <a:lstStyle/>
          <a:p>
            <a:r>
              <a:rPr lang="en-US" altLang="en-US" dirty="0"/>
              <a:t>24.1 Cells and Tissues of Flowering Plants</a:t>
            </a:r>
            <a:endParaRPr lang="en-IN" dirty="0"/>
          </a:p>
        </p:txBody>
      </p:sp>
      <p:sp>
        <p:nvSpPr>
          <p:cNvPr id="3" name="Text Placeholder 2">
            <a:extLst>
              <a:ext uri="{FF2B5EF4-FFF2-40B4-BE49-F238E27FC236}">
                <a16:creationId xmlns:a16="http://schemas.microsoft.com/office/drawing/2014/main" id="{568F6355-4B31-4A81-B756-DE50BBC1AF24}"/>
              </a:ext>
            </a:extLst>
          </p:cNvPr>
          <p:cNvSpPr>
            <a:spLocks noGrp="1"/>
          </p:cNvSpPr>
          <p:nvPr>
            <p:ph type="body" sz="quarter" idx="19"/>
          </p:nvPr>
        </p:nvSpPr>
        <p:spPr>
          <a:xfrm>
            <a:off x="842963" y="1868841"/>
            <a:ext cx="7623676" cy="4227158"/>
          </a:xfrm>
        </p:spPr>
        <p:txBody>
          <a:bodyPr>
            <a:normAutofit/>
          </a:bodyPr>
          <a:lstStyle/>
          <a:p>
            <a:pPr lvl="0">
              <a:spcAft>
                <a:spcPts val="2000"/>
              </a:spcAft>
              <a:defRPr/>
            </a:pPr>
            <a:r>
              <a:rPr lang="en-US" sz="3200" dirty="0">
                <a:solidFill>
                  <a:prstClr val="black"/>
                </a:solidFill>
              </a:rPr>
              <a:t>As in animals, a </a:t>
            </a:r>
            <a:r>
              <a:rPr lang="en-US" sz="3200" b="1" dirty="0"/>
              <a:t>cell</a:t>
            </a:r>
            <a:r>
              <a:rPr lang="en-US" sz="3200" dirty="0">
                <a:solidFill>
                  <a:prstClr val="black"/>
                </a:solidFill>
              </a:rPr>
              <a:t> is the basic unit of life.</a:t>
            </a:r>
          </a:p>
          <a:p>
            <a:pPr lvl="0">
              <a:spcAft>
                <a:spcPts val="2000"/>
              </a:spcAft>
              <a:defRPr/>
            </a:pPr>
            <a:r>
              <a:rPr lang="en-US" sz="3200" dirty="0">
                <a:solidFill>
                  <a:prstClr val="black"/>
                </a:solidFill>
              </a:rPr>
              <a:t>A</a:t>
            </a:r>
            <a:r>
              <a:rPr lang="en-US" sz="3200" b="1" dirty="0">
                <a:solidFill>
                  <a:srgbClr val="ACCBF9">
                    <a:lumMod val="25000"/>
                  </a:srgbClr>
                </a:solidFill>
              </a:rPr>
              <a:t> </a:t>
            </a:r>
            <a:r>
              <a:rPr lang="en-US" sz="3200" b="1" dirty="0"/>
              <a:t>tissue</a:t>
            </a:r>
            <a:r>
              <a:rPr lang="en-US" sz="3200" b="1" dirty="0">
                <a:solidFill>
                  <a:srgbClr val="ACCBF9">
                    <a:lumMod val="25000"/>
                  </a:srgbClr>
                </a:solidFill>
              </a:rPr>
              <a:t> </a:t>
            </a:r>
            <a:r>
              <a:rPr lang="en-US" sz="3200" dirty="0">
                <a:solidFill>
                  <a:prstClr val="black">
                    <a:lumMod val="85000"/>
                    <a:lumOff val="15000"/>
                  </a:prstClr>
                </a:solidFill>
              </a:rPr>
              <a:t>is made of specialized cells that perform a particular function.</a:t>
            </a:r>
          </a:p>
          <a:p>
            <a:pPr lvl="0">
              <a:spcAft>
                <a:spcPts val="2000"/>
              </a:spcAft>
              <a:defRPr/>
            </a:pPr>
            <a:r>
              <a:rPr lang="en-US" sz="3200" dirty="0">
                <a:solidFill>
                  <a:prstClr val="black"/>
                </a:solidFill>
              </a:rPr>
              <a:t>An</a:t>
            </a:r>
            <a:r>
              <a:rPr lang="en-US" sz="3200" b="1" dirty="0">
                <a:solidFill>
                  <a:srgbClr val="002060"/>
                </a:solidFill>
              </a:rPr>
              <a:t> </a:t>
            </a:r>
            <a:r>
              <a:rPr lang="en-US" sz="3200" b="1" dirty="0"/>
              <a:t>organ</a:t>
            </a:r>
            <a:r>
              <a:rPr lang="en-US" sz="3200" dirty="0">
                <a:solidFill>
                  <a:prstClr val="black"/>
                </a:solidFill>
              </a:rPr>
              <a:t> is a structure made from multiple tissues. </a:t>
            </a:r>
          </a:p>
        </p:txBody>
      </p:sp>
      <p:sp>
        <p:nvSpPr>
          <p:cNvPr id="4" name="Slide Number Placeholder 3">
            <a:extLst>
              <a:ext uri="{FF2B5EF4-FFF2-40B4-BE49-F238E27FC236}">
                <a16:creationId xmlns:a16="http://schemas.microsoft.com/office/drawing/2014/main" id="{1ABE8012-B31C-4EF0-B460-69766A8D8E74}"/>
              </a:ext>
            </a:extLst>
          </p:cNvPr>
          <p:cNvSpPr>
            <a:spLocks noGrp="1"/>
          </p:cNvSpPr>
          <p:nvPr>
            <p:ph type="sldNum" sz="quarter" idx="4"/>
          </p:nvPr>
        </p:nvSpPr>
        <p:spPr/>
        <p:txBody>
          <a:bodyPr/>
          <a:lstStyle/>
          <a:p>
            <a:fld id="{68151E55-6873-49E2-B8D5-2F265E6F1973}" type="slidenum">
              <a:rPr lang="en-US" smtClean="0"/>
              <a:pPr/>
              <a:t>4</a:t>
            </a:fld>
            <a:endParaRPr lang="en-US" dirty="0"/>
          </a:p>
        </p:txBody>
      </p:sp>
    </p:spTree>
    <p:extLst>
      <p:ext uri="{BB962C8B-B14F-4D97-AF65-F5344CB8AC3E}">
        <p14:creationId xmlns:p14="http://schemas.microsoft.com/office/powerpoint/2010/main" val="33618736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11A01B-C341-42B3-8ADF-55CFCDD27B88}"/>
              </a:ext>
            </a:extLst>
          </p:cNvPr>
          <p:cNvSpPr>
            <a:spLocks noGrp="1"/>
          </p:cNvSpPr>
          <p:nvPr>
            <p:ph type="title"/>
          </p:nvPr>
        </p:nvSpPr>
        <p:spPr>
          <a:xfrm>
            <a:off x="0" y="1"/>
            <a:ext cx="9144000" cy="1125414"/>
          </a:xfrm>
        </p:spPr>
        <p:txBody>
          <a:bodyPr/>
          <a:lstStyle/>
          <a:p>
            <a:r>
              <a:rPr lang="en-US" dirty="0"/>
              <a:t>Meristem Cell Division</a:t>
            </a:r>
            <a:endParaRPr lang="en-IN" dirty="0"/>
          </a:p>
        </p:txBody>
      </p:sp>
      <p:pic>
        <p:nvPicPr>
          <p:cNvPr id="6" name="Picture 2" descr="Meristem cell on each cell division leads to a meristem cell and a differentiated cell.">
            <a:extLst>
              <a:ext uri="{FF2B5EF4-FFF2-40B4-BE49-F238E27FC236}">
                <a16:creationId xmlns:a16="http://schemas.microsoft.com/office/drawing/2014/main" id="{4560AC57-4FE6-4CA4-97AD-029E3480CCA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00135" y="1125415"/>
            <a:ext cx="3743730" cy="4372707"/>
          </a:xfrm>
          <a:prstGeom prst="rect">
            <a:avLst/>
          </a:prstGeom>
        </p:spPr>
      </p:pic>
      <p:sp>
        <p:nvSpPr>
          <p:cNvPr id="3" name="Text Placeholder 3">
            <a:extLst>
              <a:ext uri="{FF2B5EF4-FFF2-40B4-BE49-F238E27FC236}">
                <a16:creationId xmlns:a16="http://schemas.microsoft.com/office/drawing/2014/main" id="{6EACC7EE-6FD7-43B2-B41D-6A6749E039ED}"/>
              </a:ext>
            </a:extLst>
          </p:cNvPr>
          <p:cNvSpPr>
            <a:spLocks noGrp="1"/>
          </p:cNvSpPr>
          <p:nvPr>
            <p:ph type="body" sz="quarter" idx="19"/>
          </p:nvPr>
        </p:nvSpPr>
        <p:spPr>
          <a:xfrm>
            <a:off x="4061497" y="6100872"/>
            <a:ext cx="1021006" cy="314324"/>
          </a:xfrm>
        </p:spPr>
        <p:txBody>
          <a:bodyPr>
            <a:normAutofit/>
          </a:bodyPr>
          <a:lstStyle/>
          <a:p>
            <a:r>
              <a:rPr lang="en-US" sz="1200" dirty="0">
                <a:solidFill>
                  <a:schemeClr val="tx1"/>
                </a:solidFill>
              </a:rPr>
              <a:t>Figure </a:t>
            </a:r>
            <a:r>
              <a:rPr lang="en-US" sz="1200" dirty="0"/>
              <a:t>24</a:t>
            </a:r>
            <a:r>
              <a:rPr lang="en-US" sz="1200" dirty="0">
                <a:solidFill>
                  <a:schemeClr val="tx1"/>
                </a:solidFill>
              </a:rPr>
              <a:t>.1</a:t>
            </a:r>
          </a:p>
        </p:txBody>
      </p:sp>
      <p:sp>
        <p:nvSpPr>
          <p:cNvPr id="4" name="Slide Number Placeholder 4">
            <a:extLst>
              <a:ext uri="{FF2B5EF4-FFF2-40B4-BE49-F238E27FC236}">
                <a16:creationId xmlns:a16="http://schemas.microsoft.com/office/drawing/2014/main" id="{0D46CCFA-C125-4749-8A5A-BF4BB446E0AC}"/>
              </a:ext>
            </a:extLst>
          </p:cNvPr>
          <p:cNvSpPr>
            <a:spLocks noGrp="1"/>
          </p:cNvSpPr>
          <p:nvPr>
            <p:ph type="sldNum" sz="quarter" idx="4"/>
          </p:nvPr>
        </p:nvSpPr>
        <p:spPr/>
        <p:txBody>
          <a:bodyPr/>
          <a:lstStyle/>
          <a:p>
            <a:fld id="{68151E55-6873-49E2-B8D5-2F265E6F1973}" type="slidenum">
              <a:rPr lang="en-US" smtClean="0"/>
              <a:pPr/>
              <a:t>5</a:t>
            </a:fld>
            <a:endParaRPr lang="en-US" dirty="0"/>
          </a:p>
        </p:txBody>
      </p:sp>
    </p:spTree>
    <p:extLst>
      <p:ext uri="{BB962C8B-B14F-4D97-AF65-F5344CB8AC3E}">
        <p14:creationId xmlns:p14="http://schemas.microsoft.com/office/powerpoint/2010/main" val="28917583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587E5F-9879-4EF3-8CB5-7B48F8490730}"/>
              </a:ext>
            </a:extLst>
          </p:cNvPr>
          <p:cNvSpPr>
            <a:spLocks noGrp="1"/>
          </p:cNvSpPr>
          <p:nvPr>
            <p:ph type="title"/>
          </p:nvPr>
        </p:nvSpPr>
        <p:spPr>
          <a:xfrm>
            <a:off x="0" y="1"/>
            <a:ext cx="9144000" cy="1020016"/>
          </a:xfrm>
        </p:spPr>
        <p:txBody>
          <a:bodyPr/>
          <a:lstStyle/>
          <a:p>
            <a:r>
              <a:rPr lang="en-US" altLang="en-US" dirty="0"/>
              <a:t>Meristem Development</a:t>
            </a:r>
            <a:endParaRPr lang="en-IN" dirty="0"/>
          </a:p>
        </p:txBody>
      </p:sp>
      <p:sp>
        <p:nvSpPr>
          <p:cNvPr id="5" name="Text Placeholder 2">
            <a:extLst>
              <a:ext uri="{FF2B5EF4-FFF2-40B4-BE49-F238E27FC236}">
                <a16:creationId xmlns:a16="http://schemas.microsoft.com/office/drawing/2014/main" id="{AF9B6BB0-C82F-4BDB-8B85-31F8F43A4052}"/>
              </a:ext>
            </a:extLst>
          </p:cNvPr>
          <p:cNvSpPr>
            <a:spLocks noGrp="1"/>
          </p:cNvSpPr>
          <p:nvPr>
            <p:ph type="body" sz="quarter" idx="19"/>
          </p:nvPr>
        </p:nvSpPr>
        <p:spPr>
          <a:xfrm>
            <a:off x="842962" y="1177180"/>
            <a:ext cx="7843837" cy="2152174"/>
          </a:xfrm>
        </p:spPr>
        <p:txBody>
          <a:bodyPr/>
          <a:lstStyle/>
          <a:p>
            <a:pPr lvl="0">
              <a:lnSpc>
                <a:spcPct val="80000"/>
              </a:lnSpc>
              <a:spcAft>
                <a:spcPts val="1500"/>
              </a:spcAft>
            </a:pPr>
            <a:r>
              <a:rPr lang="en-US" sz="2700" dirty="0">
                <a:solidFill>
                  <a:prstClr val="black"/>
                </a:solidFill>
              </a:rPr>
              <a:t>When a plant embryo first develops, the first cells are called </a:t>
            </a:r>
            <a:r>
              <a:rPr lang="en-US" sz="2700" b="1" dirty="0">
                <a:solidFill>
                  <a:srgbClr val="D90000"/>
                </a:solidFill>
              </a:rPr>
              <a:t>meristem</a:t>
            </a:r>
            <a:r>
              <a:rPr lang="en-US" sz="2700" dirty="0">
                <a:solidFill>
                  <a:prstClr val="black"/>
                </a:solidFill>
              </a:rPr>
              <a:t> cells.</a:t>
            </a:r>
          </a:p>
          <a:p>
            <a:pPr marL="285750" lvl="1" indent="-285750">
              <a:lnSpc>
                <a:spcPct val="80000"/>
              </a:lnSpc>
              <a:spcBef>
                <a:spcPts val="0"/>
              </a:spcBef>
            </a:pPr>
            <a:r>
              <a:rPr lang="en-US" sz="2400" dirty="0">
                <a:solidFill>
                  <a:prstClr val="black"/>
                </a:solidFill>
              </a:rPr>
              <a:t>Undifferentiated cells able to divide indefinitely and give rise to many types of differentiated cells</a:t>
            </a:r>
          </a:p>
        </p:txBody>
      </p:sp>
      <p:sp>
        <p:nvSpPr>
          <p:cNvPr id="6" name="Text Placeholder 3">
            <a:extLst>
              <a:ext uri="{FF2B5EF4-FFF2-40B4-BE49-F238E27FC236}">
                <a16:creationId xmlns:a16="http://schemas.microsoft.com/office/drawing/2014/main" id="{2B5BA558-7A90-49A0-9BCB-D30128835132}"/>
              </a:ext>
            </a:extLst>
          </p:cNvPr>
          <p:cNvSpPr>
            <a:spLocks noGrp="1"/>
          </p:cNvSpPr>
          <p:nvPr>
            <p:ph type="body" sz="quarter" idx="20"/>
          </p:nvPr>
        </p:nvSpPr>
        <p:spPr>
          <a:xfrm>
            <a:off x="842962" y="2876916"/>
            <a:ext cx="7930539" cy="3788165"/>
          </a:xfrm>
        </p:spPr>
        <p:txBody>
          <a:bodyPr>
            <a:normAutofit/>
          </a:bodyPr>
          <a:lstStyle/>
          <a:p>
            <a:pPr lvl="0">
              <a:lnSpc>
                <a:spcPct val="80000"/>
              </a:lnSpc>
              <a:spcAft>
                <a:spcPts val="1500"/>
              </a:spcAft>
            </a:pPr>
            <a:r>
              <a:rPr lang="en-US" sz="2700" dirty="0">
                <a:solidFill>
                  <a:prstClr val="black"/>
                </a:solidFill>
              </a:rPr>
              <a:t>Meristematic tissue allows flowering plants to grow throughout their lifetime.</a:t>
            </a:r>
          </a:p>
          <a:p>
            <a:pPr marL="0" lvl="1" indent="0">
              <a:lnSpc>
                <a:spcPct val="80000"/>
              </a:lnSpc>
              <a:spcBef>
                <a:spcPts val="0"/>
              </a:spcBef>
              <a:buClr>
                <a:schemeClr val="tx1"/>
              </a:buClr>
              <a:buNone/>
            </a:pPr>
            <a:r>
              <a:rPr lang="en-US" sz="2400" b="1" dirty="0">
                <a:solidFill>
                  <a:srgbClr val="D90000"/>
                </a:solidFill>
              </a:rPr>
              <a:t>Apical meristems </a:t>
            </a:r>
            <a:r>
              <a:rPr lang="en-US" sz="2400" dirty="0">
                <a:solidFill>
                  <a:prstClr val="black"/>
                </a:solidFill>
              </a:rPr>
              <a:t>at the tips of stems and roots increase the length of these tissues.</a:t>
            </a:r>
          </a:p>
          <a:p>
            <a:pPr marL="0" lvl="1" indent="0">
              <a:lnSpc>
                <a:spcPct val="80000"/>
              </a:lnSpc>
              <a:spcBef>
                <a:spcPts val="1200"/>
              </a:spcBef>
              <a:buNone/>
            </a:pPr>
            <a:r>
              <a:rPr lang="en-US" sz="2400" dirty="0">
                <a:solidFill>
                  <a:prstClr val="black"/>
                </a:solidFill>
              </a:rPr>
              <a:t>Apical meristems produce three types of </a:t>
            </a:r>
            <a:r>
              <a:rPr lang="en-US" sz="2400" dirty="0"/>
              <a:t>meristem</a:t>
            </a:r>
            <a:r>
              <a:rPr lang="en-US" sz="2400" dirty="0">
                <a:solidFill>
                  <a:prstClr val="black"/>
                </a:solidFill>
              </a:rPr>
              <a:t>, which produce three specialized tissues.</a:t>
            </a:r>
          </a:p>
          <a:p>
            <a:pPr marL="269875" lvl="2" indent="-269875">
              <a:lnSpc>
                <a:spcPct val="80000"/>
              </a:lnSpc>
              <a:spcBef>
                <a:spcPts val="1200"/>
              </a:spcBef>
              <a:spcAft>
                <a:spcPts val="0"/>
              </a:spcAft>
              <a:buClr>
                <a:schemeClr val="tx1"/>
              </a:buClr>
              <a:tabLst>
                <a:tab pos="269875" algn="l"/>
              </a:tabLst>
            </a:pPr>
            <a:r>
              <a:rPr lang="en-US" sz="2000" dirty="0"/>
              <a:t>Epidermal tissue</a:t>
            </a:r>
          </a:p>
          <a:p>
            <a:pPr marL="269875" lvl="2" indent="-269875">
              <a:lnSpc>
                <a:spcPct val="80000"/>
              </a:lnSpc>
              <a:spcBef>
                <a:spcPts val="1200"/>
              </a:spcBef>
              <a:spcAft>
                <a:spcPts val="0"/>
              </a:spcAft>
              <a:buClr>
                <a:schemeClr val="tx1"/>
              </a:buClr>
              <a:tabLst>
                <a:tab pos="269875" algn="l"/>
              </a:tabLst>
            </a:pPr>
            <a:r>
              <a:rPr lang="en-US" sz="2000" dirty="0"/>
              <a:t>Ground tissue</a:t>
            </a:r>
          </a:p>
          <a:p>
            <a:pPr marL="269875" lvl="2" indent="-269875">
              <a:lnSpc>
                <a:spcPct val="80000"/>
              </a:lnSpc>
              <a:spcBef>
                <a:spcPts val="1200"/>
              </a:spcBef>
              <a:spcAft>
                <a:spcPts val="0"/>
              </a:spcAft>
              <a:buClr>
                <a:schemeClr val="tx1"/>
              </a:buClr>
              <a:tabLst>
                <a:tab pos="269875" algn="l"/>
              </a:tabLst>
            </a:pPr>
            <a:r>
              <a:rPr lang="en-US" sz="2000" dirty="0"/>
              <a:t>Vascular tissue</a:t>
            </a:r>
          </a:p>
        </p:txBody>
      </p:sp>
      <p:sp>
        <p:nvSpPr>
          <p:cNvPr id="4" name="Slide Number Placeholder 4">
            <a:extLst>
              <a:ext uri="{FF2B5EF4-FFF2-40B4-BE49-F238E27FC236}">
                <a16:creationId xmlns:a16="http://schemas.microsoft.com/office/drawing/2014/main" id="{1BCEA2D4-C10A-4C60-9EC2-A6FFE8C083D5}"/>
              </a:ext>
            </a:extLst>
          </p:cNvPr>
          <p:cNvSpPr>
            <a:spLocks noGrp="1"/>
          </p:cNvSpPr>
          <p:nvPr>
            <p:ph type="sldNum" sz="quarter" idx="4"/>
          </p:nvPr>
        </p:nvSpPr>
        <p:spPr/>
        <p:txBody>
          <a:bodyPr/>
          <a:lstStyle/>
          <a:p>
            <a:fld id="{68151E55-6873-49E2-B8D5-2F265E6F1973}" type="slidenum">
              <a:rPr lang="en-US" smtClean="0"/>
              <a:pPr/>
              <a:t>6</a:t>
            </a:fld>
            <a:endParaRPr lang="en-US" dirty="0"/>
          </a:p>
        </p:txBody>
      </p:sp>
    </p:spTree>
    <p:extLst>
      <p:ext uri="{BB962C8B-B14F-4D97-AF65-F5344CB8AC3E}">
        <p14:creationId xmlns:p14="http://schemas.microsoft.com/office/powerpoint/2010/main" val="32099721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27A198-649C-4886-925D-326353F6556B}"/>
              </a:ext>
            </a:extLst>
          </p:cNvPr>
          <p:cNvSpPr>
            <a:spLocks noGrp="1"/>
          </p:cNvSpPr>
          <p:nvPr>
            <p:ph type="title"/>
          </p:nvPr>
        </p:nvSpPr>
        <p:spPr/>
        <p:txBody>
          <a:bodyPr/>
          <a:lstStyle/>
          <a:p>
            <a:r>
              <a:rPr lang="en-US" altLang="en-US" dirty="0"/>
              <a:t>Epidermal Tissue </a:t>
            </a:r>
            <a:r>
              <a:rPr lang="en-US" altLang="en-US" sz="1600" dirty="0"/>
              <a:t>1</a:t>
            </a:r>
            <a:endParaRPr lang="en-IN" sz="1600" dirty="0"/>
          </a:p>
        </p:txBody>
      </p:sp>
      <p:sp>
        <p:nvSpPr>
          <p:cNvPr id="3" name="Text Placeholder 2">
            <a:extLst>
              <a:ext uri="{FF2B5EF4-FFF2-40B4-BE49-F238E27FC236}">
                <a16:creationId xmlns:a16="http://schemas.microsoft.com/office/drawing/2014/main" id="{27243EC4-4106-4DAD-8DC2-A9AB56BCA891}"/>
              </a:ext>
            </a:extLst>
          </p:cNvPr>
          <p:cNvSpPr>
            <a:spLocks noGrp="1"/>
          </p:cNvSpPr>
          <p:nvPr>
            <p:ph type="body" sz="quarter" idx="19"/>
          </p:nvPr>
        </p:nvSpPr>
        <p:spPr>
          <a:xfrm>
            <a:off x="842963" y="1177180"/>
            <a:ext cx="7623676" cy="5330740"/>
          </a:xfrm>
        </p:spPr>
        <p:txBody>
          <a:bodyPr/>
          <a:lstStyle/>
          <a:p>
            <a:pPr marL="0" lvl="1" indent="0">
              <a:spcBef>
                <a:spcPts val="0"/>
              </a:spcBef>
              <a:buNone/>
            </a:pPr>
            <a:r>
              <a:rPr lang="en-US" sz="2800" dirty="0">
                <a:solidFill>
                  <a:prstClr val="black"/>
                </a:solidFill>
              </a:rPr>
              <a:t>It forms the outer protective covering of a plant.</a:t>
            </a:r>
          </a:p>
          <a:p>
            <a:pPr marL="0" lvl="1" indent="0">
              <a:buClr>
                <a:schemeClr val="tx1"/>
              </a:buClr>
              <a:buNone/>
            </a:pPr>
            <a:r>
              <a:rPr lang="en-US" sz="2800" b="1" dirty="0">
                <a:solidFill>
                  <a:srgbClr val="D90000"/>
                </a:solidFill>
              </a:rPr>
              <a:t>Epidermis</a:t>
            </a:r>
            <a:r>
              <a:rPr lang="en-US" sz="2800" dirty="0">
                <a:solidFill>
                  <a:prstClr val="black"/>
                </a:solidFill>
              </a:rPr>
              <a:t> contains closely packed epidermal cells.</a:t>
            </a:r>
          </a:p>
          <a:p>
            <a:pPr marL="269875" lvl="2" indent="-269875">
              <a:tabLst>
                <a:tab pos="176213" algn="l"/>
              </a:tabLst>
            </a:pPr>
            <a:r>
              <a:rPr lang="en-US" sz="2400" dirty="0">
                <a:solidFill>
                  <a:prstClr val="black"/>
                </a:solidFill>
              </a:rPr>
              <a:t>Epidermal cells exposed to air are covered with waxy </a:t>
            </a:r>
            <a:r>
              <a:rPr lang="en-US" sz="2400" b="1" dirty="0">
                <a:solidFill>
                  <a:srgbClr val="D90000"/>
                </a:solidFill>
              </a:rPr>
              <a:t>cuticle</a:t>
            </a:r>
            <a:r>
              <a:rPr lang="en-US" sz="2400" dirty="0">
                <a:solidFill>
                  <a:prstClr val="black"/>
                </a:solidFill>
              </a:rPr>
              <a:t>.</a:t>
            </a:r>
          </a:p>
          <a:p>
            <a:pPr marL="269875" lvl="2" indent="-269875">
              <a:tabLst>
                <a:tab pos="176213" algn="l"/>
              </a:tabLst>
            </a:pPr>
            <a:r>
              <a:rPr lang="en-US" sz="2400" dirty="0">
                <a:solidFill>
                  <a:prstClr val="black"/>
                </a:solidFill>
              </a:rPr>
              <a:t>Root epidermal cells have </a:t>
            </a:r>
            <a:r>
              <a:rPr lang="en-US" sz="2400" b="1" dirty="0">
                <a:solidFill>
                  <a:srgbClr val="D90000"/>
                </a:solidFill>
              </a:rPr>
              <a:t>root hairs</a:t>
            </a:r>
            <a:r>
              <a:rPr lang="en-US" sz="2400" dirty="0">
                <a:solidFill>
                  <a:prstClr val="black"/>
                </a:solidFill>
              </a:rPr>
              <a:t>.</a:t>
            </a:r>
          </a:p>
          <a:p>
            <a:pPr marL="539750" lvl="3" indent="-269875">
              <a:tabLst>
                <a:tab pos="539750" algn="l"/>
              </a:tabLst>
            </a:pPr>
            <a:r>
              <a:rPr lang="en-US" sz="2000" dirty="0">
                <a:solidFill>
                  <a:prstClr val="black"/>
                </a:solidFill>
              </a:rPr>
              <a:t>Increase surface area of root for water absorption</a:t>
            </a:r>
          </a:p>
        </p:txBody>
      </p:sp>
      <p:sp>
        <p:nvSpPr>
          <p:cNvPr id="4" name="Slide Number Placeholder 3">
            <a:extLst>
              <a:ext uri="{FF2B5EF4-FFF2-40B4-BE49-F238E27FC236}">
                <a16:creationId xmlns:a16="http://schemas.microsoft.com/office/drawing/2014/main" id="{2659D00B-0593-4728-B459-C3D7EFB32E3C}"/>
              </a:ext>
            </a:extLst>
          </p:cNvPr>
          <p:cNvSpPr>
            <a:spLocks noGrp="1"/>
          </p:cNvSpPr>
          <p:nvPr>
            <p:ph type="sldNum" sz="quarter" idx="4"/>
          </p:nvPr>
        </p:nvSpPr>
        <p:spPr/>
        <p:txBody>
          <a:bodyPr/>
          <a:lstStyle/>
          <a:p>
            <a:fld id="{68151E55-6873-49E2-B8D5-2F265E6F1973}" type="slidenum">
              <a:rPr lang="en-US" smtClean="0"/>
              <a:pPr/>
              <a:t>7</a:t>
            </a:fld>
            <a:endParaRPr lang="en-US" dirty="0"/>
          </a:p>
        </p:txBody>
      </p:sp>
    </p:spTree>
    <p:extLst>
      <p:ext uri="{BB962C8B-B14F-4D97-AF65-F5344CB8AC3E}">
        <p14:creationId xmlns:p14="http://schemas.microsoft.com/office/powerpoint/2010/main" val="42766007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8CE025-AFC6-4006-BA2F-36D65D8673C2}"/>
              </a:ext>
            </a:extLst>
          </p:cNvPr>
          <p:cNvSpPr>
            <a:spLocks noGrp="1"/>
          </p:cNvSpPr>
          <p:nvPr>
            <p:ph type="title"/>
          </p:nvPr>
        </p:nvSpPr>
        <p:spPr/>
        <p:txBody>
          <a:bodyPr/>
          <a:lstStyle/>
          <a:p>
            <a:pPr>
              <a:tabLst>
                <a:tab pos="1430338" algn="l"/>
              </a:tabLst>
            </a:pPr>
            <a:r>
              <a:rPr lang="en-US" altLang="en-US" dirty="0"/>
              <a:t>Epidermal Tissue </a:t>
            </a:r>
            <a:r>
              <a:rPr lang="en-US" altLang="en-US" sz="1600" dirty="0"/>
              <a:t>2</a:t>
            </a:r>
            <a:endParaRPr lang="en-IN" sz="1600" dirty="0"/>
          </a:p>
        </p:txBody>
      </p:sp>
      <p:sp>
        <p:nvSpPr>
          <p:cNvPr id="3" name="Text Placeholder 2">
            <a:extLst>
              <a:ext uri="{FF2B5EF4-FFF2-40B4-BE49-F238E27FC236}">
                <a16:creationId xmlns:a16="http://schemas.microsoft.com/office/drawing/2014/main" id="{19F8F178-F19E-4438-BDD3-9FA6C8B42F5A}"/>
              </a:ext>
            </a:extLst>
          </p:cNvPr>
          <p:cNvSpPr>
            <a:spLocks noGrp="1"/>
          </p:cNvSpPr>
          <p:nvPr>
            <p:ph type="body" sz="quarter" idx="19"/>
          </p:nvPr>
        </p:nvSpPr>
        <p:spPr>
          <a:xfrm>
            <a:off x="842963" y="1177179"/>
            <a:ext cx="7623676" cy="5469805"/>
          </a:xfrm>
        </p:spPr>
        <p:txBody>
          <a:bodyPr/>
          <a:lstStyle/>
          <a:p>
            <a:pPr marL="0" lvl="2" indent="0">
              <a:spcBef>
                <a:spcPts val="0"/>
              </a:spcBef>
              <a:buNone/>
            </a:pPr>
            <a:r>
              <a:rPr lang="en-US" sz="2200" dirty="0">
                <a:solidFill>
                  <a:prstClr val="black"/>
                </a:solidFill>
              </a:rPr>
              <a:t>Epidermal cells of stems, leaves, and reproductive organs have </a:t>
            </a:r>
            <a:r>
              <a:rPr lang="en-US" sz="2200" b="1" dirty="0">
                <a:solidFill>
                  <a:srgbClr val="D90000"/>
                </a:solidFill>
              </a:rPr>
              <a:t>trichomes</a:t>
            </a:r>
            <a:r>
              <a:rPr lang="en-US" sz="2200" dirty="0">
                <a:solidFill>
                  <a:prstClr val="black"/>
                </a:solidFill>
              </a:rPr>
              <a:t>.</a:t>
            </a:r>
          </a:p>
          <a:p>
            <a:pPr marL="363538" lvl="3" indent="-363538">
              <a:tabLst>
                <a:tab pos="176213" algn="l"/>
                <a:tab pos="231775" algn="l"/>
              </a:tabLst>
            </a:pPr>
            <a:r>
              <a:rPr lang="en-US" sz="1900" dirty="0">
                <a:solidFill>
                  <a:prstClr val="black"/>
                </a:solidFill>
              </a:rPr>
              <a:t>Protect from sun and moisture loss</a:t>
            </a:r>
          </a:p>
          <a:p>
            <a:pPr marL="363538" lvl="3" indent="-363538">
              <a:tabLst>
                <a:tab pos="176213" algn="l"/>
                <a:tab pos="231775" algn="l"/>
              </a:tabLst>
            </a:pPr>
            <a:r>
              <a:rPr lang="en-US" sz="1900" dirty="0">
                <a:solidFill>
                  <a:prstClr val="black"/>
                </a:solidFill>
              </a:rPr>
              <a:t>Discourage herbivory</a:t>
            </a:r>
          </a:p>
          <a:p>
            <a:pPr marL="0" lvl="2" indent="0">
              <a:buNone/>
            </a:pPr>
            <a:r>
              <a:rPr lang="en-US" sz="2200" dirty="0">
                <a:solidFill>
                  <a:prstClr val="black"/>
                </a:solidFill>
              </a:rPr>
              <a:t>The lower leaf surface contains </a:t>
            </a:r>
            <a:r>
              <a:rPr lang="en-US" sz="2200" b="1" dirty="0">
                <a:solidFill>
                  <a:srgbClr val="D90000"/>
                </a:solidFill>
              </a:rPr>
              <a:t>stomata</a:t>
            </a:r>
            <a:r>
              <a:rPr lang="en-US" sz="2200" dirty="0">
                <a:solidFill>
                  <a:prstClr val="black"/>
                </a:solidFill>
              </a:rPr>
              <a:t>.</a:t>
            </a:r>
          </a:p>
          <a:p>
            <a:pPr marL="0" lvl="1" indent="0">
              <a:buNone/>
            </a:pPr>
            <a:r>
              <a:rPr lang="en-US" sz="2600" dirty="0">
                <a:solidFill>
                  <a:prstClr val="black"/>
                </a:solidFill>
              </a:rPr>
              <a:t>In older woody plants, the epidermis of the stem is replaced by </a:t>
            </a:r>
            <a:r>
              <a:rPr lang="en-US" sz="2600" b="1" dirty="0">
                <a:solidFill>
                  <a:srgbClr val="D90000"/>
                </a:solidFill>
              </a:rPr>
              <a:t>periderm</a:t>
            </a:r>
            <a:r>
              <a:rPr lang="en-US" sz="2600" dirty="0">
                <a:solidFill>
                  <a:prstClr val="black"/>
                </a:solidFill>
              </a:rPr>
              <a:t>.</a:t>
            </a:r>
          </a:p>
          <a:p>
            <a:pPr marL="228600" lvl="2"/>
            <a:r>
              <a:rPr lang="en-US" sz="2200" dirty="0">
                <a:solidFill>
                  <a:prstClr val="black"/>
                </a:solidFill>
              </a:rPr>
              <a:t>Major component is </a:t>
            </a:r>
            <a:r>
              <a:rPr lang="en-US" sz="2200" b="1" dirty="0">
                <a:solidFill>
                  <a:srgbClr val="D90000"/>
                </a:solidFill>
              </a:rPr>
              <a:t>cork</a:t>
            </a:r>
          </a:p>
          <a:p>
            <a:pPr marL="228600" lvl="2"/>
            <a:r>
              <a:rPr lang="en-US" sz="2200" dirty="0">
                <a:solidFill>
                  <a:prstClr val="black"/>
                </a:solidFill>
              </a:rPr>
              <a:t>New cork is made by </a:t>
            </a:r>
            <a:r>
              <a:rPr lang="en-US" sz="2200" b="1" dirty="0">
                <a:solidFill>
                  <a:srgbClr val="D90000"/>
                </a:solidFill>
              </a:rPr>
              <a:t>cork cambium</a:t>
            </a:r>
            <a:r>
              <a:rPr lang="en-US" sz="2200" dirty="0">
                <a:solidFill>
                  <a:prstClr val="black"/>
                </a:solidFill>
              </a:rPr>
              <a:t>.</a:t>
            </a:r>
          </a:p>
        </p:txBody>
      </p:sp>
      <p:sp>
        <p:nvSpPr>
          <p:cNvPr id="4" name="Slide Number Placeholder 3">
            <a:extLst>
              <a:ext uri="{FF2B5EF4-FFF2-40B4-BE49-F238E27FC236}">
                <a16:creationId xmlns:a16="http://schemas.microsoft.com/office/drawing/2014/main" id="{2CDF522A-1486-46FF-88B5-8E92B0E4BD34}"/>
              </a:ext>
            </a:extLst>
          </p:cNvPr>
          <p:cNvSpPr>
            <a:spLocks noGrp="1"/>
          </p:cNvSpPr>
          <p:nvPr>
            <p:ph type="sldNum" sz="quarter" idx="4"/>
          </p:nvPr>
        </p:nvSpPr>
        <p:spPr/>
        <p:txBody>
          <a:bodyPr/>
          <a:lstStyle/>
          <a:p>
            <a:fld id="{68151E55-6873-49E2-B8D5-2F265E6F1973}" type="slidenum">
              <a:rPr lang="en-US" smtClean="0"/>
              <a:pPr/>
              <a:t>8</a:t>
            </a:fld>
            <a:endParaRPr lang="en-US" dirty="0"/>
          </a:p>
        </p:txBody>
      </p:sp>
    </p:spTree>
    <p:extLst>
      <p:ext uri="{BB962C8B-B14F-4D97-AF65-F5344CB8AC3E}">
        <p14:creationId xmlns:p14="http://schemas.microsoft.com/office/powerpoint/2010/main" val="13600491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46921D-52AE-484B-89FD-C17D473DE5EB}"/>
              </a:ext>
            </a:extLst>
          </p:cNvPr>
          <p:cNvSpPr>
            <a:spLocks noGrp="1"/>
          </p:cNvSpPr>
          <p:nvPr>
            <p:ph type="title"/>
          </p:nvPr>
        </p:nvSpPr>
        <p:spPr/>
        <p:txBody>
          <a:bodyPr/>
          <a:lstStyle/>
          <a:p>
            <a:r>
              <a:rPr lang="en-US" sz="3200" dirty="0"/>
              <a:t>Modifications of Epidermal Tissue</a:t>
            </a:r>
            <a:endParaRPr lang="en-IN" sz="3200" dirty="0"/>
          </a:p>
        </p:txBody>
      </p:sp>
      <p:pic>
        <p:nvPicPr>
          <p:cNvPr id="5" name="Picture 2" descr="Set of four illustrations marked modifications of epidermal tissue include root hairs, trichomes, stoma of leaf, and cork of older stem.">
            <a:extLst>
              <a:ext uri="{FF2B5EF4-FFF2-40B4-BE49-F238E27FC236}">
                <a16:creationId xmlns:a16="http://schemas.microsoft.com/office/drawing/2014/main" id="{C84C2E59-7908-4D72-9F08-A09CFD44BF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87398" y="833916"/>
            <a:ext cx="3569204" cy="4994031"/>
          </a:xfrm>
          <a:prstGeom prst="rect">
            <a:avLst/>
          </a:prstGeom>
        </p:spPr>
      </p:pic>
      <p:sp>
        <p:nvSpPr>
          <p:cNvPr id="3" name="Text Placeholder 3">
            <a:extLst>
              <a:ext uri="{FF2B5EF4-FFF2-40B4-BE49-F238E27FC236}">
                <a16:creationId xmlns:a16="http://schemas.microsoft.com/office/drawing/2014/main" id="{DA80B5DB-F42E-40CC-AEB6-CEC14BB747BD}"/>
              </a:ext>
            </a:extLst>
          </p:cNvPr>
          <p:cNvSpPr>
            <a:spLocks noGrp="1"/>
          </p:cNvSpPr>
          <p:nvPr>
            <p:ph type="body" sz="quarter" idx="18"/>
          </p:nvPr>
        </p:nvSpPr>
        <p:spPr>
          <a:xfrm>
            <a:off x="521259" y="5910964"/>
            <a:ext cx="8101481" cy="314325"/>
          </a:xfrm>
        </p:spPr>
        <p:txBody>
          <a:bodyPr/>
          <a:lstStyle/>
          <a:p>
            <a:r>
              <a:rPr lang="en-US" dirty="0">
                <a:solidFill>
                  <a:schemeClr val="tx1"/>
                </a:solidFill>
              </a:rPr>
              <a:t>Figure </a:t>
            </a:r>
            <a:r>
              <a:rPr lang="en-US" dirty="0"/>
              <a:t>24</a:t>
            </a:r>
            <a:r>
              <a:rPr lang="en-US" dirty="0">
                <a:solidFill>
                  <a:schemeClr val="tx1"/>
                </a:solidFill>
              </a:rPr>
              <a:t>.2</a:t>
            </a:r>
          </a:p>
        </p:txBody>
      </p:sp>
      <p:sp>
        <p:nvSpPr>
          <p:cNvPr id="6" name="Text Placeholder 4">
            <a:extLst>
              <a:ext uri="{FF2B5EF4-FFF2-40B4-BE49-F238E27FC236}">
                <a16:creationId xmlns:a16="http://schemas.microsoft.com/office/drawing/2014/main" id="{2153D7BA-A970-4ED4-AF90-352670C7DE3D}"/>
              </a:ext>
            </a:extLst>
          </p:cNvPr>
          <p:cNvSpPr>
            <a:spLocks noGrp="1"/>
          </p:cNvSpPr>
          <p:nvPr>
            <p:ph type="body" sz="quarter" idx="19"/>
          </p:nvPr>
        </p:nvSpPr>
        <p:spPr>
          <a:xfrm>
            <a:off x="2787398" y="6231063"/>
            <a:ext cx="3569204" cy="314325"/>
          </a:xfrm>
        </p:spPr>
        <p:txBody>
          <a:bodyPr>
            <a:normAutofit/>
          </a:bodyPr>
          <a:lstStyle/>
          <a:p>
            <a:pPr algn="ctr"/>
            <a:r>
              <a:rPr lang="en-US" sz="1200" dirty="0">
                <a:hlinkClick r:id="rId3" action="ppaction://hlinksldjump"/>
              </a:rPr>
              <a:t>Access the text alternative for slide images.</a:t>
            </a:r>
            <a:endParaRPr lang="en-US" sz="1200" dirty="0"/>
          </a:p>
        </p:txBody>
      </p:sp>
      <p:sp>
        <p:nvSpPr>
          <p:cNvPr id="7" name="Text Placeholder 5">
            <a:extLst>
              <a:ext uri="{FF2B5EF4-FFF2-40B4-BE49-F238E27FC236}">
                <a16:creationId xmlns:a16="http://schemas.microsoft.com/office/drawing/2014/main" id="{23D7E985-FA98-4429-8FB6-98C2B97269DC}"/>
              </a:ext>
            </a:extLst>
          </p:cNvPr>
          <p:cNvSpPr>
            <a:spLocks noGrp="1"/>
          </p:cNvSpPr>
          <p:nvPr>
            <p:ph type="body" sz="quarter" idx="21"/>
          </p:nvPr>
        </p:nvSpPr>
        <p:spPr/>
        <p:txBody>
          <a:bodyPr/>
          <a:lstStyle/>
          <a:p>
            <a:pPr lvl="0"/>
            <a:r>
              <a:rPr lang="en-US" sz="800" dirty="0"/>
              <a:t>(a): Nigel </a:t>
            </a:r>
            <a:r>
              <a:rPr lang="en-US" sz="800" dirty="0" err="1"/>
              <a:t>Cattlin</a:t>
            </a:r>
            <a:r>
              <a:rPr lang="en-US" sz="800" dirty="0"/>
              <a:t>/</a:t>
            </a:r>
            <a:r>
              <a:rPr lang="en-US" sz="800" dirty="0" err="1"/>
              <a:t>Alamy</a:t>
            </a:r>
            <a:r>
              <a:rPr lang="en-US" sz="800" dirty="0"/>
              <a:t> Stock Photo; (b): Anthony </a:t>
            </a:r>
            <a:r>
              <a:rPr lang="en-US" sz="800" dirty="0" err="1"/>
              <a:t>Pleva</a:t>
            </a:r>
            <a:r>
              <a:rPr lang="en-US" sz="800" dirty="0"/>
              <a:t>/</a:t>
            </a:r>
            <a:r>
              <a:rPr lang="en-US" sz="800" dirty="0" err="1"/>
              <a:t>Alamy</a:t>
            </a:r>
            <a:r>
              <a:rPr lang="en-US" sz="800" dirty="0"/>
              <a:t> Stock Photo;</a:t>
            </a:r>
            <a:br>
              <a:rPr lang="en-US" sz="800" dirty="0"/>
            </a:br>
            <a:r>
              <a:rPr lang="en-US" sz="800" dirty="0"/>
              <a:t>(c): </a:t>
            </a:r>
            <a:r>
              <a:rPr lang="en-US" sz="800" dirty="0" err="1"/>
              <a:t>Biophoto</a:t>
            </a:r>
            <a:r>
              <a:rPr lang="en-US" sz="800" dirty="0"/>
              <a:t> Associates/Science Source; (d): Kingsley Stern</a:t>
            </a:r>
            <a:endParaRPr lang="en-GB" sz="800" dirty="0"/>
          </a:p>
        </p:txBody>
      </p:sp>
      <p:sp>
        <p:nvSpPr>
          <p:cNvPr id="4" name="Slide Number Placeholder 6">
            <a:extLst>
              <a:ext uri="{FF2B5EF4-FFF2-40B4-BE49-F238E27FC236}">
                <a16:creationId xmlns:a16="http://schemas.microsoft.com/office/drawing/2014/main" id="{0474D8BE-1D99-4D7B-8D7D-7CA463BA9845}"/>
              </a:ext>
            </a:extLst>
          </p:cNvPr>
          <p:cNvSpPr>
            <a:spLocks noGrp="1"/>
          </p:cNvSpPr>
          <p:nvPr>
            <p:ph type="sldNum" sz="quarter" idx="4"/>
          </p:nvPr>
        </p:nvSpPr>
        <p:spPr/>
        <p:txBody>
          <a:bodyPr/>
          <a:lstStyle/>
          <a:p>
            <a:fld id="{68151E55-6873-49E2-B8D5-2F265E6F1973}" type="slidenum">
              <a:rPr lang="en-US" smtClean="0"/>
              <a:pPr/>
              <a:t>9</a:t>
            </a:fld>
            <a:endParaRPr lang="en-US" dirty="0"/>
          </a:p>
        </p:txBody>
      </p:sp>
    </p:spTree>
    <p:extLst>
      <p:ext uri="{BB962C8B-B14F-4D97-AF65-F5344CB8AC3E}">
        <p14:creationId xmlns:p14="http://schemas.microsoft.com/office/powerpoint/2010/main" val="21937164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B7EAB9-D610-4181-817C-3F51F5C9045D}"/>
              </a:ext>
            </a:extLst>
          </p:cNvPr>
          <p:cNvSpPr>
            <a:spLocks noGrp="1"/>
          </p:cNvSpPr>
          <p:nvPr>
            <p:ph type="title"/>
          </p:nvPr>
        </p:nvSpPr>
        <p:spPr>
          <a:xfrm>
            <a:off x="0" y="1"/>
            <a:ext cx="9144000" cy="1019907"/>
          </a:xfrm>
        </p:spPr>
        <p:txBody>
          <a:bodyPr/>
          <a:lstStyle/>
          <a:p>
            <a:r>
              <a:rPr lang="en-US" altLang="en-US" dirty="0"/>
              <a:t>Ground Tissue </a:t>
            </a:r>
            <a:r>
              <a:rPr lang="en-US" altLang="en-US" sz="1600" dirty="0"/>
              <a:t>1</a:t>
            </a:r>
            <a:endParaRPr lang="en-IN" sz="1600" dirty="0"/>
          </a:p>
        </p:txBody>
      </p:sp>
      <p:sp>
        <p:nvSpPr>
          <p:cNvPr id="3" name="Text Placeholder 2">
            <a:extLst>
              <a:ext uri="{FF2B5EF4-FFF2-40B4-BE49-F238E27FC236}">
                <a16:creationId xmlns:a16="http://schemas.microsoft.com/office/drawing/2014/main" id="{837D61A1-5191-486E-B3FE-5573CABFF74E}"/>
              </a:ext>
            </a:extLst>
          </p:cNvPr>
          <p:cNvSpPr>
            <a:spLocks noGrp="1"/>
          </p:cNvSpPr>
          <p:nvPr>
            <p:ph type="body" sz="quarter" idx="19"/>
          </p:nvPr>
        </p:nvSpPr>
        <p:spPr>
          <a:xfrm>
            <a:off x="842963" y="1177179"/>
            <a:ext cx="7363191" cy="5330739"/>
          </a:xfrm>
        </p:spPr>
        <p:txBody>
          <a:bodyPr/>
          <a:lstStyle/>
          <a:p>
            <a:pPr lvl="0">
              <a:lnSpc>
                <a:spcPct val="90000"/>
              </a:lnSpc>
              <a:spcAft>
                <a:spcPts val="2000"/>
              </a:spcAft>
              <a:defRPr/>
            </a:pPr>
            <a:r>
              <a:rPr lang="en-US" sz="2600" dirty="0">
                <a:solidFill>
                  <a:prstClr val="black"/>
                </a:solidFill>
              </a:rPr>
              <a:t>Forms the bulk of a flowering plant</a:t>
            </a:r>
          </a:p>
          <a:p>
            <a:pPr marL="0" lvl="1" indent="0">
              <a:lnSpc>
                <a:spcPct val="90000"/>
              </a:lnSpc>
              <a:spcBef>
                <a:spcPts val="0"/>
              </a:spcBef>
              <a:buClr>
                <a:schemeClr val="tx1"/>
              </a:buClr>
              <a:buNone/>
              <a:defRPr/>
            </a:pPr>
            <a:r>
              <a:rPr lang="en-US" sz="2200" b="1" dirty="0">
                <a:solidFill>
                  <a:srgbClr val="D90000"/>
                </a:solidFill>
              </a:rPr>
              <a:t>Parenchyma</a:t>
            </a:r>
            <a:r>
              <a:rPr lang="en-US" sz="2200" dirty="0">
                <a:solidFill>
                  <a:prstClr val="black"/>
                </a:solidFill>
              </a:rPr>
              <a:t> cells:</a:t>
            </a:r>
          </a:p>
          <a:p>
            <a:pPr marL="269875" lvl="2" indent="-269875">
              <a:lnSpc>
                <a:spcPct val="90000"/>
              </a:lnSpc>
              <a:tabLst>
                <a:tab pos="93663" algn="l"/>
              </a:tabLst>
              <a:defRPr/>
            </a:pPr>
            <a:r>
              <a:rPr lang="en-US" sz="1900" dirty="0">
                <a:solidFill>
                  <a:prstClr val="black"/>
                </a:solidFill>
              </a:rPr>
              <a:t>Least specialized and most abundant cells; found in all organs of plant</a:t>
            </a:r>
          </a:p>
          <a:p>
            <a:pPr marL="269875" lvl="2" indent="-269875">
              <a:lnSpc>
                <a:spcPct val="90000"/>
              </a:lnSpc>
              <a:tabLst>
                <a:tab pos="93663" algn="l"/>
              </a:tabLst>
              <a:defRPr/>
            </a:pPr>
            <a:r>
              <a:rPr lang="en-US" sz="1900" dirty="0">
                <a:solidFill>
                  <a:prstClr val="black"/>
                </a:solidFill>
              </a:rPr>
              <a:t>Can divide and give rise to more specialized cells</a:t>
            </a:r>
          </a:p>
          <a:p>
            <a:pPr marL="269875" lvl="2" indent="-269875">
              <a:lnSpc>
                <a:spcPct val="90000"/>
              </a:lnSpc>
              <a:tabLst>
                <a:tab pos="93663" algn="l"/>
              </a:tabLst>
              <a:defRPr/>
            </a:pPr>
            <a:r>
              <a:rPr lang="en-US" sz="1900" dirty="0">
                <a:solidFill>
                  <a:prstClr val="black"/>
                </a:solidFill>
              </a:rPr>
              <a:t>Contain chloroplasts and perform photosynthesis</a:t>
            </a:r>
          </a:p>
          <a:p>
            <a:pPr marL="0" lvl="1" indent="0">
              <a:lnSpc>
                <a:spcPct val="90000"/>
              </a:lnSpc>
              <a:buClr>
                <a:schemeClr val="tx1"/>
              </a:buClr>
              <a:buNone/>
              <a:defRPr/>
            </a:pPr>
            <a:r>
              <a:rPr lang="en-US" sz="2200" b="1" dirty="0">
                <a:solidFill>
                  <a:srgbClr val="D90000"/>
                </a:solidFill>
              </a:rPr>
              <a:t>Collenchyma</a:t>
            </a:r>
            <a:r>
              <a:rPr lang="en-US" sz="2200" dirty="0">
                <a:solidFill>
                  <a:prstClr val="black"/>
                </a:solidFill>
              </a:rPr>
              <a:t> cells:</a:t>
            </a:r>
          </a:p>
          <a:p>
            <a:pPr marL="269875" lvl="2" indent="-269875">
              <a:lnSpc>
                <a:spcPct val="90000"/>
              </a:lnSpc>
              <a:tabLst>
                <a:tab pos="93663" algn="l"/>
              </a:tabLst>
              <a:defRPr/>
            </a:pPr>
            <a:r>
              <a:rPr lang="en-US" sz="1900" dirty="0">
                <a:solidFill>
                  <a:prstClr val="black"/>
                </a:solidFill>
              </a:rPr>
              <a:t>Have thicker primary walls</a:t>
            </a:r>
          </a:p>
          <a:p>
            <a:pPr marL="269875" lvl="2" indent="-269875">
              <a:lnSpc>
                <a:spcPct val="90000"/>
              </a:lnSpc>
              <a:tabLst>
                <a:tab pos="93663" algn="l"/>
              </a:tabLst>
              <a:defRPr/>
            </a:pPr>
            <a:r>
              <a:rPr lang="en-US" sz="1900" dirty="0">
                <a:solidFill>
                  <a:prstClr val="black"/>
                </a:solidFill>
              </a:rPr>
              <a:t>Form bundles underneath epidermis</a:t>
            </a:r>
          </a:p>
          <a:p>
            <a:pPr marL="269875" lvl="2" indent="-269875">
              <a:lnSpc>
                <a:spcPct val="90000"/>
              </a:lnSpc>
              <a:tabLst>
                <a:tab pos="93663" algn="l"/>
              </a:tabLst>
              <a:defRPr/>
            </a:pPr>
            <a:r>
              <a:rPr lang="en-US" sz="1900" dirty="0">
                <a:solidFill>
                  <a:prstClr val="black"/>
                </a:solidFill>
              </a:rPr>
              <a:t>Provide flexible support for immature regions of the plant</a:t>
            </a:r>
          </a:p>
          <a:p>
            <a:pPr marL="539750" lvl="3" indent="-269875">
              <a:lnSpc>
                <a:spcPct val="90000"/>
              </a:lnSpc>
              <a:defRPr/>
            </a:pPr>
            <a:r>
              <a:rPr lang="en-US" sz="1500" dirty="0">
                <a:solidFill>
                  <a:prstClr val="black"/>
                </a:solidFill>
              </a:rPr>
              <a:t>Example: Strands in celery stalks</a:t>
            </a:r>
          </a:p>
        </p:txBody>
      </p:sp>
      <p:sp>
        <p:nvSpPr>
          <p:cNvPr id="4" name="Slide Number Placeholder 3">
            <a:extLst>
              <a:ext uri="{FF2B5EF4-FFF2-40B4-BE49-F238E27FC236}">
                <a16:creationId xmlns:a16="http://schemas.microsoft.com/office/drawing/2014/main" id="{030C376F-CDFB-4089-8E3B-62E077842A36}"/>
              </a:ext>
            </a:extLst>
          </p:cNvPr>
          <p:cNvSpPr>
            <a:spLocks noGrp="1"/>
          </p:cNvSpPr>
          <p:nvPr>
            <p:ph type="sldNum" sz="quarter" idx="4"/>
          </p:nvPr>
        </p:nvSpPr>
        <p:spPr/>
        <p:txBody>
          <a:bodyPr/>
          <a:lstStyle/>
          <a:p>
            <a:fld id="{68151E55-6873-49E2-B8D5-2F265E6F1973}" type="slidenum">
              <a:rPr lang="en-US" smtClean="0"/>
              <a:pPr/>
              <a:t>10</a:t>
            </a:fld>
            <a:endParaRPr lang="en-US" dirty="0"/>
          </a:p>
        </p:txBody>
      </p:sp>
    </p:spTree>
    <p:extLst>
      <p:ext uri="{BB962C8B-B14F-4D97-AF65-F5344CB8AC3E}">
        <p14:creationId xmlns:p14="http://schemas.microsoft.com/office/powerpoint/2010/main" val="41863231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52404E-B384-485E-932B-CFD34AFE9FE5}"/>
              </a:ext>
            </a:extLst>
          </p:cNvPr>
          <p:cNvSpPr>
            <a:spLocks noGrp="1"/>
          </p:cNvSpPr>
          <p:nvPr>
            <p:ph type="title"/>
          </p:nvPr>
        </p:nvSpPr>
        <p:spPr/>
        <p:txBody>
          <a:bodyPr/>
          <a:lstStyle/>
          <a:p>
            <a:r>
              <a:rPr lang="en-US" altLang="en-US" dirty="0"/>
              <a:t>Ground Tissue </a:t>
            </a:r>
            <a:r>
              <a:rPr lang="en-US" altLang="en-US" sz="1600" dirty="0"/>
              <a:t>2</a:t>
            </a:r>
            <a:endParaRPr lang="en-IN" sz="1600" dirty="0"/>
          </a:p>
        </p:txBody>
      </p:sp>
      <p:sp>
        <p:nvSpPr>
          <p:cNvPr id="3" name="Text Placeholder 2">
            <a:extLst>
              <a:ext uri="{FF2B5EF4-FFF2-40B4-BE49-F238E27FC236}">
                <a16:creationId xmlns:a16="http://schemas.microsoft.com/office/drawing/2014/main" id="{6A7D87D6-CC3C-4E38-8BEA-28045B0F679E}"/>
              </a:ext>
            </a:extLst>
          </p:cNvPr>
          <p:cNvSpPr>
            <a:spLocks noGrp="1"/>
          </p:cNvSpPr>
          <p:nvPr>
            <p:ph type="body" sz="quarter" idx="19"/>
          </p:nvPr>
        </p:nvSpPr>
        <p:spPr>
          <a:xfrm>
            <a:off x="842963" y="1177180"/>
            <a:ext cx="7503868" cy="5176728"/>
          </a:xfrm>
        </p:spPr>
        <p:txBody>
          <a:bodyPr/>
          <a:lstStyle/>
          <a:p>
            <a:pPr marL="0" lvl="1" indent="0">
              <a:lnSpc>
                <a:spcPct val="80000"/>
              </a:lnSpc>
              <a:spcBef>
                <a:spcPts val="0"/>
              </a:spcBef>
              <a:buClr>
                <a:schemeClr val="tx1"/>
              </a:buClr>
              <a:buNone/>
            </a:pPr>
            <a:r>
              <a:rPr lang="en-US" sz="2600" b="1" dirty="0">
                <a:solidFill>
                  <a:srgbClr val="D90000"/>
                </a:solidFill>
              </a:rPr>
              <a:t>Sclerenchyma</a:t>
            </a:r>
            <a:r>
              <a:rPr lang="en-US" sz="2600" dirty="0">
                <a:solidFill>
                  <a:prstClr val="black"/>
                </a:solidFill>
              </a:rPr>
              <a:t> cells:</a:t>
            </a:r>
          </a:p>
          <a:p>
            <a:pPr marL="363538" lvl="2" indent="-363538">
              <a:lnSpc>
                <a:spcPct val="80000"/>
              </a:lnSpc>
            </a:pPr>
            <a:r>
              <a:rPr lang="en-US" sz="2200" dirty="0">
                <a:solidFill>
                  <a:prstClr val="black"/>
                </a:solidFill>
              </a:rPr>
              <a:t>They have thick secondary walls impregnated with </a:t>
            </a:r>
            <a:r>
              <a:rPr lang="en-US" sz="2200" b="1" dirty="0">
                <a:solidFill>
                  <a:srgbClr val="D90000"/>
                </a:solidFill>
              </a:rPr>
              <a:t>lignin</a:t>
            </a:r>
            <a:r>
              <a:rPr lang="en-US" sz="2200" dirty="0">
                <a:solidFill>
                  <a:prstClr val="black"/>
                </a:solidFill>
              </a:rPr>
              <a:t>.</a:t>
            </a:r>
          </a:p>
          <a:p>
            <a:pPr marL="363538" lvl="2" indent="-363538">
              <a:lnSpc>
                <a:spcPct val="80000"/>
              </a:lnSpc>
            </a:pPr>
            <a:r>
              <a:rPr lang="en-US" sz="2200" dirty="0">
                <a:solidFill>
                  <a:prstClr val="black"/>
                </a:solidFill>
              </a:rPr>
              <a:t>Most are nonliving at maturity</a:t>
            </a:r>
          </a:p>
          <a:p>
            <a:pPr marL="363538" lvl="2" indent="-363538">
              <a:lnSpc>
                <a:spcPct val="80000"/>
              </a:lnSpc>
            </a:pPr>
            <a:r>
              <a:rPr lang="en-US" sz="2200" dirty="0">
                <a:solidFill>
                  <a:prstClr val="black"/>
                </a:solidFill>
              </a:rPr>
              <a:t>Primary function is to support mature regions of the plant</a:t>
            </a:r>
          </a:p>
          <a:p>
            <a:pPr marL="363538" lvl="2" indent="-363538">
              <a:lnSpc>
                <a:spcPct val="80000"/>
              </a:lnSpc>
            </a:pPr>
            <a:r>
              <a:rPr lang="en-US" sz="2200" dirty="0">
                <a:solidFill>
                  <a:prstClr val="black"/>
                </a:solidFill>
              </a:rPr>
              <a:t>Two types of sclerenchyma cells:</a:t>
            </a:r>
          </a:p>
          <a:p>
            <a:pPr marL="620713" lvl="3" indent="-257175">
              <a:lnSpc>
                <a:spcPct val="80000"/>
              </a:lnSpc>
            </a:pPr>
            <a:r>
              <a:rPr lang="en-US" sz="1900" b="1" dirty="0">
                <a:solidFill>
                  <a:prstClr val="black"/>
                </a:solidFill>
              </a:rPr>
              <a:t>Fibers</a:t>
            </a:r>
            <a:r>
              <a:rPr lang="en-US" sz="1900" dirty="0">
                <a:solidFill>
                  <a:prstClr val="black"/>
                </a:solidFill>
              </a:rPr>
              <a:t> – Long, slender, and grouped in bundles (hemp and rope)</a:t>
            </a:r>
          </a:p>
          <a:p>
            <a:pPr marL="620713" lvl="3" indent="-257175">
              <a:lnSpc>
                <a:spcPct val="80000"/>
              </a:lnSpc>
            </a:pPr>
            <a:r>
              <a:rPr lang="en-US" sz="1900" b="1" dirty="0" err="1">
                <a:solidFill>
                  <a:prstClr val="black"/>
                </a:solidFill>
              </a:rPr>
              <a:t>Sclereids</a:t>
            </a:r>
            <a:r>
              <a:rPr lang="en-US" sz="1900" dirty="0">
                <a:solidFill>
                  <a:prstClr val="black"/>
                </a:solidFill>
              </a:rPr>
              <a:t> – Shorter, more varied (seed coats and nutshells)</a:t>
            </a:r>
          </a:p>
        </p:txBody>
      </p:sp>
      <p:sp>
        <p:nvSpPr>
          <p:cNvPr id="4" name="Slide Number Placeholder 3">
            <a:extLst>
              <a:ext uri="{FF2B5EF4-FFF2-40B4-BE49-F238E27FC236}">
                <a16:creationId xmlns:a16="http://schemas.microsoft.com/office/drawing/2014/main" id="{A278B86B-AEEF-4B0E-8B81-27EF01C26EDE}"/>
              </a:ext>
            </a:extLst>
          </p:cNvPr>
          <p:cNvSpPr>
            <a:spLocks noGrp="1"/>
          </p:cNvSpPr>
          <p:nvPr>
            <p:ph type="sldNum" sz="quarter" idx="4"/>
          </p:nvPr>
        </p:nvSpPr>
        <p:spPr/>
        <p:txBody>
          <a:bodyPr/>
          <a:lstStyle/>
          <a:p>
            <a:fld id="{68151E55-6873-49E2-B8D5-2F265E6F1973}" type="slidenum">
              <a:rPr lang="en-US" smtClean="0"/>
              <a:pPr/>
              <a:t>11</a:t>
            </a:fld>
            <a:endParaRPr lang="en-US" dirty="0"/>
          </a:p>
        </p:txBody>
      </p:sp>
    </p:spTree>
    <p:extLst>
      <p:ext uri="{BB962C8B-B14F-4D97-AF65-F5344CB8AC3E}">
        <p14:creationId xmlns:p14="http://schemas.microsoft.com/office/powerpoint/2010/main" val="38244492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DEF202-6DEF-48A3-A17B-B8DA6214DCD6}"/>
              </a:ext>
            </a:extLst>
          </p:cNvPr>
          <p:cNvSpPr>
            <a:spLocks noGrp="1"/>
          </p:cNvSpPr>
          <p:nvPr>
            <p:ph type="title"/>
          </p:nvPr>
        </p:nvSpPr>
        <p:spPr/>
        <p:txBody>
          <a:bodyPr/>
          <a:lstStyle/>
          <a:p>
            <a:r>
              <a:rPr lang="en-US" altLang="en-US" dirty="0"/>
              <a:t>Ground Tissue Cells </a:t>
            </a:r>
            <a:endParaRPr lang="en-IN" dirty="0"/>
          </a:p>
        </p:txBody>
      </p:sp>
      <p:pic>
        <p:nvPicPr>
          <p:cNvPr id="8" name="Picture 2" descr="Parenchymal cells are least specialized (a); collenchyma cells thicker (b); and sclerenchyma cells are dead (support) (c).">
            <a:extLst>
              <a:ext uri="{FF2B5EF4-FFF2-40B4-BE49-F238E27FC236}">
                <a16:creationId xmlns:a16="http://schemas.microsoft.com/office/drawing/2014/main" id="{B414CE3D-9538-4F7F-B560-E0294E770333}"/>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8252" b="4328"/>
          <a:stretch/>
        </p:blipFill>
        <p:spPr>
          <a:xfrm>
            <a:off x="885630" y="2180492"/>
            <a:ext cx="7372741" cy="2614345"/>
          </a:xfrm>
          <a:prstGeom prst="rect">
            <a:avLst/>
          </a:prstGeom>
        </p:spPr>
      </p:pic>
      <p:sp>
        <p:nvSpPr>
          <p:cNvPr id="6" name="Text Placeholder 3">
            <a:extLst>
              <a:ext uri="{FF2B5EF4-FFF2-40B4-BE49-F238E27FC236}">
                <a16:creationId xmlns:a16="http://schemas.microsoft.com/office/drawing/2014/main" id="{54B00175-4177-4F9B-B33A-65B8DC68475B}"/>
              </a:ext>
            </a:extLst>
          </p:cNvPr>
          <p:cNvSpPr>
            <a:spLocks noGrp="1"/>
          </p:cNvSpPr>
          <p:nvPr>
            <p:ph type="body" sz="quarter" idx="19"/>
          </p:nvPr>
        </p:nvSpPr>
        <p:spPr>
          <a:xfrm>
            <a:off x="4049774" y="5069241"/>
            <a:ext cx="1044452" cy="314325"/>
          </a:xfrm>
        </p:spPr>
        <p:txBody>
          <a:bodyPr>
            <a:normAutofit/>
          </a:bodyPr>
          <a:lstStyle/>
          <a:p>
            <a:r>
              <a:rPr lang="en-US" sz="1200" dirty="0">
                <a:solidFill>
                  <a:schemeClr val="tx1"/>
                </a:solidFill>
              </a:rPr>
              <a:t>Figure </a:t>
            </a:r>
            <a:r>
              <a:rPr lang="en-US" sz="1200" dirty="0"/>
              <a:t>24</a:t>
            </a:r>
            <a:r>
              <a:rPr lang="en-US" sz="1200" dirty="0">
                <a:solidFill>
                  <a:schemeClr val="tx1"/>
                </a:solidFill>
              </a:rPr>
              <a:t>.3</a:t>
            </a:r>
          </a:p>
        </p:txBody>
      </p:sp>
      <p:sp>
        <p:nvSpPr>
          <p:cNvPr id="7" name="Text Placeholder 4">
            <a:extLst>
              <a:ext uri="{FF2B5EF4-FFF2-40B4-BE49-F238E27FC236}">
                <a16:creationId xmlns:a16="http://schemas.microsoft.com/office/drawing/2014/main" id="{A39F7F69-0ACB-4137-8F0F-FD5A60D459F1}"/>
              </a:ext>
            </a:extLst>
          </p:cNvPr>
          <p:cNvSpPr>
            <a:spLocks noGrp="1"/>
          </p:cNvSpPr>
          <p:nvPr>
            <p:ph type="body" sz="quarter" idx="21"/>
          </p:nvPr>
        </p:nvSpPr>
        <p:spPr>
          <a:xfrm>
            <a:off x="6471138" y="6563439"/>
            <a:ext cx="2151042" cy="165607"/>
          </a:xfrm>
        </p:spPr>
        <p:txBody>
          <a:bodyPr/>
          <a:lstStyle/>
          <a:p>
            <a:pPr lvl="0"/>
            <a:r>
              <a:rPr lang="en-US" sz="800" dirty="0"/>
              <a:t>(all): </a:t>
            </a:r>
            <a:r>
              <a:rPr lang="en-US" sz="800" dirty="0" err="1"/>
              <a:t>Biophoto</a:t>
            </a:r>
            <a:r>
              <a:rPr lang="en-US" sz="800" dirty="0"/>
              <a:t> Associates/Science Source</a:t>
            </a:r>
            <a:endParaRPr lang="en-GB" sz="800" dirty="0"/>
          </a:p>
        </p:txBody>
      </p:sp>
      <p:sp>
        <p:nvSpPr>
          <p:cNvPr id="4" name="Slide Number Placeholder 5">
            <a:extLst>
              <a:ext uri="{FF2B5EF4-FFF2-40B4-BE49-F238E27FC236}">
                <a16:creationId xmlns:a16="http://schemas.microsoft.com/office/drawing/2014/main" id="{E3079BA4-DA37-45F7-ABED-5D10F80F2597}"/>
              </a:ext>
            </a:extLst>
          </p:cNvPr>
          <p:cNvSpPr>
            <a:spLocks noGrp="1"/>
          </p:cNvSpPr>
          <p:nvPr>
            <p:ph type="sldNum" sz="quarter" idx="4"/>
          </p:nvPr>
        </p:nvSpPr>
        <p:spPr/>
        <p:txBody>
          <a:bodyPr/>
          <a:lstStyle/>
          <a:p>
            <a:fld id="{68151E55-6873-49E2-B8D5-2F265E6F1973}" type="slidenum">
              <a:rPr lang="en-US" smtClean="0"/>
              <a:pPr/>
              <a:t>12</a:t>
            </a:fld>
            <a:endParaRPr lang="en-US" dirty="0"/>
          </a:p>
        </p:txBody>
      </p:sp>
    </p:spTree>
    <p:extLst>
      <p:ext uri="{BB962C8B-B14F-4D97-AF65-F5344CB8AC3E}">
        <p14:creationId xmlns:p14="http://schemas.microsoft.com/office/powerpoint/2010/main" val="26979635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8697E9-9F75-499C-BB15-3CD158A659CE}"/>
              </a:ext>
            </a:extLst>
          </p:cNvPr>
          <p:cNvSpPr>
            <a:spLocks noGrp="1"/>
          </p:cNvSpPr>
          <p:nvPr>
            <p:ph type="title"/>
          </p:nvPr>
        </p:nvSpPr>
        <p:spPr/>
        <p:txBody>
          <a:bodyPr/>
          <a:lstStyle/>
          <a:p>
            <a:r>
              <a:rPr lang="en-US" altLang="en-US" dirty="0"/>
              <a:t>Vascular Tissue</a:t>
            </a:r>
            <a:endParaRPr lang="en-IN" dirty="0"/>
          </a:p>
        </p:txBody>
      </p:sp>
      <p:sp>
        <p:nvSpPr>
          <p:cNvPr id="3" name="Text Placeholder 2">
            <a:extLst>
              <a:ext uri="{FF2B5EF4-FFF2-40B4-BE49-F238E27FC236}">
                <a16:creationId xmlns:a16="http://schemas.microsoft.com/office/drawing/2014/main" id="{7C6A9C62-FA8D-40AD-862A-FAC7806BA5A4}"/>
              </a:ext>
            </a:extLst>
          </p:cNvPr>
          <p:cNvSpPr>
            <a:spLocks noGrp="1"/>
          </p:cNvSpPr>
          <p:nvPr>
            <p:ph type="body" sz="quarter" idx="19"/>
          </p:nvPr>
        </p:nvSpPr>
        <p:spPr>
          <a:xfrm>
            <a:off x="842963" y="1177179"/>
            <a:ext cx="7140452" cy="5330739"/>
          </a:xfrm>
        </p:spPr>
        <p:txBody>
          <a:bodyPr/>
          <a:lstStyle/>
          <a:p>
            <a:pPr lvl="0">
              <a:spcAft>
                <a:spcPts val="600"/>
              </a:spcAft>
            </a:pPr>
            <a:r>
              <a:rPr lang="en-US" sz="2400" dirty="0">
                <a:solidFill>
                  <a:prstClr val="black"/>
                </a:solidFill>
              </a:rPr>
              <a:t>There are two types of </a:t>
            </a:r>
            <a:r>
              <a:rPr lang="en-US" sz="2400" b="1" dirty="0">
                <a:solidFill>
                  <a:srgbClr val="D90000"/>
                </a:solidFill>
              </a:rPr>
              <a:t>vascular tissues </a:t>
            </a:r>
            <a:r>
              <a:rPr lang="en-US" sz="2400" dirty="0">
                <a:solidFill>
                  <a:prstClr val="black"/>
                </a:solidFill>
              </a:rPr>
              <a:t>in plants, xylem and phloem</a:t>
            </a:r>
          </a:p>
          <a:p>
            <a:pPr marL="269875" lvl="2" indent="-269875">
              <a:spcBef>
                <a:spcPts val="600"/>
              </a:spcBef>
            </a:pPr>
            <a:r>
              <a:rPr lang="en-US" sz="2000" dirty="0">
                <a:solidFill>
                  <a:prstClr val="black"/>
                </a:solidFill>
              </a:rPr>
              <a:t>In roots, vascular tissue is located in </a:t>
            </a:r>
            <a:r>
              <a:rPr lang="en-US" sz="2000" b="1" dirty="0">
                <a:solidFill>
                  <a:srgbClr val="D90000"/>
                </a:solidFill>
              </a:rPr>
              <a:t>vascular cylinder</a:t>
            </a:r>
          </a:p>
          <a:p>
            <a:pPr marL="269875" lvl="2" indent="-269875">
              <a:spcBef>
                <a:spcPts val="600"/>
              </a:spcBef>
            </a:pPr>
            <a:r>
              <a:rPr lang="en-US" sz="2000" dirty="0">
                <a:solidFill>
                  <a:prstClr val="black"/>
                </a:solidFill>
              </a:rPr>
              <a:t>In stem, forms </a:t>
            </a:r>
            <a:r>
              <a:rPr lang="en-US" sz="2000" b="1" dirty="0">
                <a:solidFill>
                  <a:srgbClr val="D90000"/>
                </a:solidFill>
              </a:rPr>
              <a:t>vascular bundles</a:t>
            </a:r>
          </a:p>
          <a:p>
            <a:pPr marL="269875" lvl="2" indent="-269875">
              <a:spcBef>
                <a:spcPts val="600"/>
              </a:spcBef>
            </a:pPr>
            <a:r>
              <a:rPr lang="en-US" sz="2000" dirty="0">
                <a:solidFill>
                  <a:prstClr val="black"/>
                </a:solidFill>
              </a:rPr>
              <a:t>In leaves, found in </a:t>
            </a:r>
            <a:r>
              <a:rPr lang="en-US" sz="2000" b="1" dirty="0">
                <a:solidFill>
                  <a:srgbClr val="D90000"/>
                </a:solidFill>
              </a:rPr>
              <a:t>leaf veins</a:t>
            </a:r>
            <a:endParaRPr lang="en-US" sz="2400" b="1" dirty="0">
              <a:solidFill>
                <a:prstClr val="black"/>
              </a:solidFill>
            </a:endParaRPr>
          </a:p>
          <a:p>
            <a:pPr lvl="0">
              <a:spcAft>
                <a:spcPts val="600"/>
              </a:spcAft>
            </a:pPr>
            <a:r>
              <a:rPr lang="en-US" sz="2400" dirty="0">
                <a:solidFill>
                  <a:prstClr val="black"/>
                </a:solidFill>
              </a:rPr>
              <a:t>Xylem:</a:t>
            </a:r>
          </a:p>
          <a:p>
            <a:pPr marL="276225" lvl="1" indent="-276225">
              <a:spcBef>
                <a:spcPts val="0"/>
              </a:spcBef>
              <a:buClr>
                <a:prstClr val="black"/>
              </a:buClr>
            </a:pPr>
            <a:r>
              <a:rPr lang="en-US" b="1" dirty="0">
                <a:solidFill>
                  <a:srgbClr val="D90000"/>
                </a:solidFill>
              </a:rPr>
              <a:t>Xylem</a:t>
            </a:r>
            <a:r>
              <a:rPr lang="en-US" dirty="0">
                <a:solidFill>
                  <a:prstClr val="black"/>
                </a:solidFill>
              </a:rPr>
              <a:t> transports water and minerals from the roots to the leaves.</a:t>
            </a:r>
          </a:p>
          <a:p>
            <a:pPr marL="276225" lvl="1" indent="-276225">
              <a:spcBef>
                <a:spcPts val="600"/>
              </a:spcBef>
            </a:pPr>
            <a:r>
              <a:rPr lang="en-US" dirty="0">
                <a:solidFill>
                  <a:prstClr val="black"/>
                </a:solidFill>
              </a:rPr>
              <a:t>Xylem contains two types of cells that conduct water: </a:t>
            </a:r>
            <a:r>
              <a:rPr lang="en-US" dirty="0" err="1">
                <a:solidFill>
                  <a:prstClr val="black"/>
                </a:solidFill>
              </a:rPr>
              <a:t>tracheids</a:t>
            </a:r>
            <a:r>
              <a:rPr lang="en-US" dirty="0">
                <a:solidFill>
                  <a:prstClr val="black"/>
                </a:solidFill>
              </a:rPr>
              <a:t> and </a:t>
            </a:r>
            <a:r>
              <a:rPr lang="en-US" b="1" dirty="0">
                <a:solidFill>
                  <a:srgbClr val="D90000"/>
                </a:solidFill>
              </a:rPr>
              <a:t>vessel elements</a:t>
            </a:r>
            <a:r>
              <a:rPr lang="en-US" dirty="0">
                <a:solidFill>
                  <a:prstClr val="black"/>
                </a:solidFill>
              </a:rPr>
              <a:t>.</a:t>
            </a:r>
          </a:p>
          <a:p>
            <a:pPr marL="0" lvl="1" indent="0">
              <a:spcBef>
                <a:spcPts val="600"/>
              </a:spcBef>
              <a:buNone/>
            </a:pPr>
            <a:r>
              <a:rPr lang="en-US" sz="2400" dirty="0">
                <a:solidFill>
                  <a:prstClr val="black"/>
                </a:solidFill>
              </a:rPr>
              <a:t>Phloem:</a:t>
            </a:r>
          </a:p>
          <a:p>
            <a:pPr marL="276225" lvl="1" indent="-276225">
              <a:spcBef>
                <a:spcPts val="600"/>
              </a:spcBef>
            </a:pPr>
            <a:r>
              <a:rPr lang="en-US" b="1" dirty="0">
                <a:solidFill>
                  <a:srgbClr val="D90000"/>
                </a:solidFill>
              </a:rPr>
              <a:t>Phloem</a:t>
            </a:r>
            <a:r>
              <a:rPr lang="en-US" dirty="0">
                <a:solidFill>
                  <a:prstClr val="black"/>
                </a:solidFill>
              </a:rPr>
              <a:t> transports sucrose and other organic compounds.</a:t>
            </a:r>
          </a:p>
        </p:txBody>
      </p:sp>
      <p:sp>
        <p:nvSpPr>
          <p:cNvPr id="4" name="Slide Number Placeholder 3">
            <a:extLst>
              <a:ext uri="{FF2B5EF4-FFF2-40B4-BE49-F238E27FC236}">
                <a16:creationId xmlns:a16="http://schemas.microsoft.com/office/drawing/2014/main" id="{3670D6D3-DA96-4585-AE15-BCFD4EB8D6A0}"/>
              </a:ext>
            </a:extLst>
          </p:cNvPr>
          <p:cNvSpPr>
            <a:spLocks noGrp="1"/>
          </p:cNvSpPr>
          <p:nvPr>
            <p:ph type="sldNum" sz="quarter" idx="4"/>
          </p:nvPr>
        </p:nvSpPr>
        <p:spPr/>
        <p:txBody>
          <a:bodyPr/>
          <a:lstStyle/>
          <a:p>
            <a:fld id="{68151E55-6873-49E2-B8D5-2F265E6F1973}" type="slidenum">
              <a:rPr lang="en-US" smtClean="0"/>
              <a:pPr/>
              <a:t>13</a:t>
            </a:fld>
            <a:endParaRPr lang="en-US" dirty="0"/>
          </a:p>
        </p:txBody>
      </p:sp>
    </p:spTree>
    <p:extLst>
      <p:ext uri="{BB962C8B-B14F-4D97-AF65-F5344CB8AC3E}">
        <p14:creationId xmlns:p14="http://schemas.microsoft.com/office/powerpoint/2010/main" val="26300853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1F78F2-BF26-42F0-828F-A47C30AD5300}"/>
              </a:ext>
            </a:extLst>
          </p:cNvPr>
          <p:cNvSpPr>
            <a:spLocks noGrp="1"/>
          </p:cNvSpPr>
          <p:nvPr>
            <p:ph type="title"/>
          </p:nvPr>
        </p:nvSpPr>
        <p:spPr/>
        <p:txBody>
          <a:bodyPr/>
          <a:lstStyle/>
          <a:p>
            <a:r>
              <a:rPr lang="en-US" altLang="en-US" dirty="0"/>
              <a:t>Xylem Structure</a:t>
            </a:r>
            <a:endParaRPr lang="en-IN" dirty="0"/>
          </a:p>
        </p:txBody>
      </p:sp>
      <p:pic>
        <p:nvPicPr>
          <p:cNvPr id="9" name="Picture 2" descr="Set of diagrams show xylem photomicrograph (left) and drawing (to side) with two types of vessels and tracheids.">
            <a:extLst>
              <a:ext uri="{FF2B5EF4-FFF2-40B4-BE49-F238E27FC236}">
                <a16:creationId xmlns:a16="http://schemas.microsoft.com/office/drawing/2014/main" id="{40BBAC86-A2C2-4FA4-8439-39D3FF31B25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95512" y="1219200"/>
            <a:ext cx="4752975" cy="4419600"/>
          </a:xfrm>
          <a:prstGeom prst="rect">
            <a:avLst/>
          </a:prstGeom>
        </p:spPr>
      </p:pic>
      <p:sp>
        <p:nvSpPr>
          <p:cNvPr id="3" name="Text Placeholder 3">
            <a:extLst>
              <a:ext uri="{FF2B5EF4-FFF2-40B4-BE49-F238E27FC236}">
                <a16:creationId xmlns:a16="http://schemas.microsoft.com/office/drawing/2014/main" id="{ECEF836C-23C6-401B-A05B-CA70E7ED7ED3}"/>
              </a:ext>
            </a:extLst>
          </p:cNvPr>
          <p:cNvSpPr>
            <a:spLocks noGrp="1"/>
          </p:cNvSpPr>
          <p:nvPr>
            <p:ph type="body" sz="quarter" idx="18"/>
          </p:nvPr>
        </p:nvSpPr>
        <p:spPr>
          <a:xfrm>
            <a:off x="3947746" y="5513303"/>
            <a:ext cx="1247383" cy="314325"/>
          </a:xfrm>
        </p:spPr>
        <p:txBody>
          <a:bodyPr>
            <a:normAutofit/>
          </a:bodyPr>
          <a:lstStyle/>
          <a:p>
            <a:r>
              <a:rPr lang="en-US" sz="1200" dirty="0">
                <a:solidFill>
                  <a:schemeClr val="tx1"/>
                </a:solidFill>
              </a:rPr>
              <a:t>Figure </a:t>
            </a:r>
            <a:r>
              <a:rPr lang="en-US" sz="1200" dirty="0"/>
              <a:t>24</a:t>
            </a:r>
            <a:r>
              <a:rPr lang="en-US" sz="1200" dirty="0">
                <a:solidFill>
                  <a:schemeClr val="tx1"/>
                </a:solidFill>
              </a:rPr>
              <a:t>.4</a:t>
            </a:r>
          </a:p>
        </p:txBody>
      </p:sp>
      <p:sp>
        <p:nvSpPr>
          <p:cNvPr id="6" name="Text Placeholder 4">
            <a:extLst>
              <a:ext uri="{FF2B5EF4-FFF2-40B4-BE49-F238E27FC236}">
                <a16:creationId xmlns:a16="http://schemas.microsoft.com/office/drawing/2014/main" id="{36128D5E-2AA4-4E71-BA13-BBB2CC8B223A}"/>
              </a:ext>
            </a:extLst>
          </p:cNvPr>
          <p:cNvSpPr>
            <a:spLocks noGrp="1"/>
          </p:cNvSpPr>
          <p:nvPr>
            <p:ph type="body" sz="quarter" idx="19"/>
          </p:nvPr>
        </p:nvSpPr>
        <p:spPr>
          <a:xfrm>
            <a:off x="2929504" y="6064192"/>
            <a:ext cx="3283869" cy="314325"/>
          </a:xfrm>
        </p:spPr>
        <p:txBody>
          <a:bodyPr>
            <a:normAutofit/>
          </a:bodyPr>
          <a:lstStyle/>
          <a:p>
            <a:pPr algn="ctr"/>
            <a:r>
              <a:rPr lang="en-US" sz="1200" dirty="0">
                <a:hlinkClick r:id="rId3" action="ppaction://hlinksldjump"/>
              </a:rPr>
              <a:t>Access the text alternative for slide images.</a:t>
            </a:r>
            <a:endParaRPr lang="en-US" sz="1200" dirty="0"/>
          </a:p>
        </p:txBody>
      </p:sp>
      <p:sp>
        <p:nvSpPr>
          <p:cNvPr id="7" name="Text Placeholder 5">
            <a:extLst>
              <a:ext uri="{FF2B5EF4-FFF2-40B4-BE49-F238E27FC236}">
                <a16:creationId xmlns:a16="http://schemas.microsoft.com/office/drawing/2014/main" id="{28DEB79D-D245-4935-AF9B-05B846C47A50}"/>
              </a:ext>
            </a:extLst>
          </p:cNvPr>
          <p:cNvSpPr>
            <a:spLocks noGrp="1"/>
          </p:cNvSpPr>
          <p:nvPr>
            <p:ph type="body" sz="quarter" idx="21"/>
          </p:nvPr>
        </p:nvSpPr>
        <p:spPr/>
        <p:txBody>
          <a:bodyPr/>
          <a:lstStyle/>
          <a:p>
            <a:r>
              <a:rPr lang="en-US" sz="800" dirty="0"/>
              <a:t>(photo): (a): Garry DeLong/Science Source</a:t>
            </a:r>
            <a:endParaRPr lang="en-GB" sz="800" dirty="0"/>
          </a:p>
        </p:txBody>
      </p:sp>
      <p:sp>
        <p:nvSpPr>
          <p:cNvPr id="4" name="Slide Number Placeholder 6">
            <a:extLst>
              <a:ext uri="{FF2B5EF4-FFF2-40B4-BE49-F238E27FC236}">
                <a16:creationId xmlns:a16="http://schemas.microsoft.com/office/drawing/2014/main" id="{E26A7EA0-48B7-41AB-854F-A13765DFDC11}"/>
              </a:ext>
            </a:extLst>
          </p:cNvPr>
          <p:cNvSpPr>
            <a:spLocks noGrp="1"/>
          </p:cNvSpPr>
          <p:nvPr>
            <p:ph type="sldNum" sz="quarter" idx="4"/>
          </p:nvPr>
        </p:nvSpPr>
        <p:spPr/>
        <p:txBody>
          <a:bodyPr/>
          <a:lstStyle/>
          <a:p>
            <a:fld id="{68151E55-6873-49E2-B8D5-2F265E6F1973}" type="slidenum">
              <a:rPr lang="en-US" smtClean="0"/>
              <a:pPr/>
              <a:t>14</a:t>
            </a:fld>
            <a:endParaRPr lang="en-US" dirty="0"/>
          </a:p>
        </p:txBody>
      </p:sp>
    </p:spTree>
    <p:extLst>
      <p:ext uri="{BB962C8B-B14F-4D97-AF65-F5344CB8AC3E}">
        <p14:creationId xmlns:p14="http://schemas.microsoft.com/office/powerpoint/2010/main" val="9946951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37652E-AF11-489A-8881-B38D90AEFB0A}"/>
              </a:ext>
            </a:extLst>
          </p:cNvPr>
          <p:cNvSpPr>
            <a:spLocks noGrp="1"/>
          </p:cNvSpPr>
          <p:nvPr>
            <p:ph type="title"/>
          </p:nvPr>
        </p:nvSpPr>
        <p:spPr>
          <a:xfrm>
            <a:off x="0" y="1"/>
            <a:ext cx="9144000" cy="1177179"/>
          </a:xfrm>
        </p:spPr>
        <p:txBody>
          <a:bodyPr/>
          <a:lstStyle/>
          <a:p>
            <a:r>
              <a:rPr lang="en-US" dirty="0" err="1"/>
              <a:t>Tracheids</a:t>
            </a:r>
            <a:r>
              <a:rPr lang="en-US" dirty="0"/>
              <a:t> and Vessel Elements</a:t>
            </a:r>
            <a:endParaRPr lang="en-IN" dirty="0"/>
          </a:p>
        </p:txBody>
      </p:sp>
      <p:sp>
        <p:nvSpPr>
          <p:cNvPr id="5" name="Text Placeholder 2">
            <a:extLst>
              <a:ext uri="{FF2B5EF4-FFF2-40B4-BE49-F238E27FC236}">
                <a16:creationId xmlns:a16="http://schemas.microsoft.com/office/drawing/2014/main" id="{385E6E62-7C7C-4FEC-B68D-96A71A57549F}"/>
              </a:ext>
            </a:extLst>
          </p:cNvPr>
          <p:cNvSpPr>
            <a:spLocks noGrp="1"/>
          </p:cNvSpPr>
          <p:nvPr>
            <p:ph type="body" sz="quarter" idx="19"/>
          </p:nvPr>
        </p:nvSpPr>
        <p:spPr>
          <a:xfrm>
            <a:off x="842963" y="1177180"/>
            <a:ext cx="7339745" cy="2632820"/>
          </a:xfrm>
        </p:spPr>
        <p:txBody>
          <a:bodyPr/>
          <a:lstStyle/>
          <a:p>
            <a:pPr marL="0" lvl="2">
              <a:spcBef>
                <a:spcPts val="0"/>
              </a:spcBef>
              <a:spcAft>
                <a:spcPts val="2000"/>
              </a:spcAft>
              <a:buClr>
                <a:schemeClr val="tx1"/>
              </a:buClr>
              <a:buNone/>
            </a:pPr>
            <a:r>
              <a:rPr lang="en-US" sz="2400" b="1" dirty="0" err="1">
                <a:solidFill>
                  <a:srgbClr val="254675"/>
                </a:solidFill>
              </a:rPr>
              <a:t>Tracheids</a:t>
            </a:r>
            <a:endParaRPr lang="en-US" sz="2400" b="1" dirty="0">
              <a:solidFill>
                <a:srgbClr val="254675"/>
              </a:solidFill>
            </a:endParaRPr>
          </a:p>
          <a:p>
            <a:pPr marL="228600" lvl="3" indent="-228600">
              <a:spcBef>
                <a:spcPts val="0"/>
              </a:spcBef>
            </a:pPr>
            <a:r>
              <a:rPr lang="en-US" sz="2000" dirty="0"/>
              <a:t>They are long with tapered ends.</a:t>
            </a:r>
          </a:p>
          <a:p>
            <a:pPr marL="228600" lvl="3" indent="-228600"/>
            <a:r>
              <a:rPr lang="en-US" sz="2000" dirty="0"/>
              <a:t>Water moves across </a:t>
            </a:r>
            <a:r>
              <a:rPr lang="en-US" sz="2000" b="1" dirty="0"/>
              <a:t>pits</a:t>
            </a:r>
            <a:r>
              <a:rPr lang="en-US" sz="2000" dirty="0"/>
              <a:t> in end walls and side walls.</a:t>
            </a:r>
          </a:p>
          <a:p>
            <a:pPr marL="228600" lvl="3" indent="-228600"/>
            <a:r>
              <a:rPr lang="en-US" sz="2000" dirty="0"/>
              <a:t>Vascular rays between rows of </a:t>
            </a:r>
            <a:r>
              <a:rPr lang="en-US" sz="2000" dirty="0" err="1"/>
              <a:t>tracheids</a:t>
            </a:r>
            <a:r>
              <a:rPr lang="en-US" sz="2000" dirty="0"/>
              <a:t> conduct water across the width of the plant.</a:t>
            </a:r>
          </a:p>
        </p:txBody>
      </p:sp>
      <p:sp>
        <p:nvSpPr>
          <p:cNvPr id="6" name="Text Placeholder 3">
            <a:extLst>
              <a:ext uri="{FF2B5EF4-FFF2-40B4-BE49-F238E27FC236}">
                <a16:creationId xmlns:a16="http://schemas.microsoft.com/office/drawing/2014/main" id="{5AC47A72-E46A-4556-8A78-123D5C064C57}"/>
              </a:ext>
            </a:extLst>
          </p:cNvPr>
          <p:cNvSpPr>
            <a:spLocks noGrp="1"/>
          </p:cNvSpPr>
          <p:nvPr>
            <p:ph type="body" sz="quarter" idx="20"/>
          </p:nvPr>
        </p:nvSpPr>
        <p:spPr>
          <a:xfrm>
            <a:off x="842963" y="3640381"/>
            <a:ext cx="7339745" cy="2385280"/>
          </a:xfrm>
        </p:spPr>
        <p:txBody>
          <a:bodyPr>
            <a:normAutofit/>
          </a:bodyPr>
          <a:lstStyle/>
          <a:p>
            <a:pPr marL="0" lvl="2">
              <a:spcBef>
                <a:spcPts val="0"/>
              </a:spcBef>
              <a:spcAft>
                <a:spcPts val="2000"/>
              </a:spcAft>
              <a:buNone/>
            </a:pPr>
            <a:r>
              <a:rPr lang="en-US" sz="2400" b="1" dirty="0">
                <a:solidFill>
                  <a:srgbClr val="ACCBF9">
                    <a:lumMod val="25000"/>
                  </a:srgbClr>
                </a:solidFill>
              </a:rPr>
              <a:t>Vessel Elements</a:t>
            </a:r>
          </a:p>
          <a:p>
            <a:pPr marL="287338" lvl="3">
              <a:spcBef>
                <a:spcPts val="0"/>
              </a:spcBef>
            </a:pPr>
            <a:r>
              <a:rPr lang="en-US" sz="2000" dirty="0">
                <a:solidFill>
                  <a:prstClr val="black"/>
                </a:solidFill>
              </a:rPr>
              <a:t>They are larger, with perforation plates in their end walls.</a:t>
            </a:r>
          </a:p>
          <a:p>
            <a:pPr marL="287338" lvl="3"/>
            <a:r>
              <a:rPr lang="en-US" sz="2000" dirty="0">
                <a:solidFill>
                  <a:prstClr val="black"/>
                </a:solidFill>
              </a:rPr>
              <a:t>They form a continuous vessel for water and mineral transport.</a:t>
            </a:r>
          </a:p>
        </p:txBody>
      </p:sp>
      <p:sp>
        <p:nvSpPr>
          <p:cNvPr id="4" name="Slide Number Placeholder 4">
            <a:extLst>
              <a:ext uri="{FF2B5EF4-FFF2-40B4-BE49-F238E27FC236}">
                <a16:creationId xmlns:a16="http://schemas.microsoft.com/office/drawing/2014/main" id="{E0702443-24D9-45B2-84D3-5F5D0DC64009}"/>
              </a:ext>
            </a:extLst>
          </p:cNvPr>
          <p:cNvSpPr>
            <a:spLocks noGrp="1"/>
          </p:cNvSpPr>
          <p:nvPr>
            <p:ph type="sldNum" sz="quarter" idx="4"/>
          </p:nvPr>
        </p:nvSpPr>
        <p:spPr/>
        <p:txBody>
          <a:bodyPr/>
          <a:lstStyle/>
          <a:p>
            <a:fld id="{68151E55-6873-49E2-B8D5-2F265E6F1973}" type="slidenum">
              <a:rPr lang="en-US" smtClean="0"/>
              <a:pPr/>
              <a:t>15</a:t>
            </a:fld>
            <a:endParaRPr lang="en-US" dirty="0"/>
          </a:p>
        </p:txBody>
      </p:sp>
    </p:spTree>
    <p:extLst>
      <p:ext uri="{BB962C8B-B14F-4D97-AF65-F5344CB8AC3E}">
        <p14:creationId xmlns:p14="http://schemas.microsoft.com/office/powerpoint/2010/main" val="35002511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39B424-0F37-469A-8D06-B3F12F03FCD0}"/>
              </a:ext>
            </a:extLst>
          </p:cNvPr>
          <p:cNvSpPr>
            <a:spLocks noGrp="1"/>
          </p:cNvSpPr>
          <p:nvPr>
            <p:ph type="title"/>
          </p:nvPr>
        </p:nvSpPr>
        <p:spPr>
          <a:xfrm>
            <a:off x="0" y="1"/>
            <a:ext cx="9144000" cy="1070060"/>
          </a:xfrm>
        </p:spPr>
        <p:txBody>
          <a:bodyPr/>
          <a:lstStyle/>
          <a:p>
            <a:r>
              <a:rPr lang="en-US" dirty="0"/>
              <a:t>Sieve-Tube Members</a:t>
            </a:r>
            <a:endParaRPr lang="en-IN" dirty="0"/>
          </a:p>
        </p:txBody>
      </p:sp>
      <p:sp>
        <p:nvSpPr>
          <p:cNvPr id="3" name="Text Placeholder 2">
            <a:extLst>
              <a:ext uri="{FF2B5EF4-FFF2-40B4-BE49-F238E27FC236}">
                <a16:creationId xmlns:a16="http://schemas.microsoft.com/office/drawing/2014/main" id="{769EAA5F-2708-4C48-82DE-863D3095D5F1}"/>
              </a:ext>
            </a:extLst>
          </p:cNvPr>
          <p:cNvSpPr>
            <a:spLocks noGrp="1"/>
          </p:cNvSpPr>
          <p:nvPr>
            <p:ph type="body" sz="quarter" idx="19"/>
          </p:nvPr>
        </p:nvSpPr>
        <p:spPr>
          <a:xfrm>
            <a:off x="842963" y="1177180"/>
            <a:ext cx="7623676" cy="5223620"/>
          </a:xfrm>
        </p:spPr>
        <p:txBody>
          <a:bodyPr/>
          <a:lstStyle/>
          <a:p>
            <a:pPr marL="0" lvl="1" indent="0">
              <a:spcBef>
                <a:spcPts val="0"/>
              </a:spcBef>
              <a:buClr>
                <a:schemeClr val="tx1"/>
              </a:buClr>
              <a:buNone/>
            </a:pPr>
            <a:r>
              <a:rPr lang="en-US" sz="2800" dirty="0">
                <a:solidFill>
                  <a:srgbClr val="ACCBF9">
                    <a:lumMod val="25000"/>
                  </a:srgbClr>
                </a:solidFill>
              </a:rPr>
              <a:t>Conducting cells of phloem are specialized parenchyma cells</a:t>
            </a:r>
            <a:r>
              <a:rPr lang="en-US" sz="2800" dirty="0">
                <a:solidFill>
                  <a:prstClr val="black"/>
                </a:solidFill>
              </a:rPr>
              <a:t>. </a:t>
            </a:r>
          </a:p>
          <a:p>
            <a:pPr marL="268288" lvl="2" indent="-268288">
              <a:spcBef>
                <a:spcPts val="1200"/>
              </a:spcBef>
              <a:buClr>
                <a:schemeClr val="tx1"/>
              </a:buClr>
            </a:pPr>
            <a:r>
              <a:rPr lang="en-US" sz="2400" b="1" dirty="0">
                <a:solidFill>
                  <a:srgbClr val="D90000"/>
                </a:solidFill>
              </a:rPr>
              <a:t>Sieve-tube members</a:t>
            </a:r>
            <a:r>
              <a:rPr lang="en-US" sz="2400" dirty="0">
                <a:solidFill>
                  <a:srgbClr val="D90000"/>
                </a:solidFill>
              </a:rPr>
              <a:t> </a:t>
            </a:r>
            <a:r>
              <a:rPr lang="en-US" sz="2400" dirty="0">
                <a:solidFill>
                  <a:prstClr val="black"/>
                </a:solidFill>
              </a:rPr>
              <a:t>function as conducting cells.</a:t>
            </a:r>
          </a:p>
          <a:p>
            <a:pPr marL="536575" lvl="3" indent="-268288">
              <a:spcBef>
                <a:spcPts val="1200"/>
              </a:spcBef>
            </a:pPr>
            <a:r>
              <a:rPr lang="en-US" sz="2000" dirty="0">
                <a:solidFill>
                  <a:prstClr val="black"/>
                </a:solidFill>
              </a:rPr>
              <a:t>Contain cytoplasm, but lack nuclei</a:t>
            </a:r>
          </a:p>
          <a:p>
            <a:pPr marL="536575" lvl="3" indent="-268288">
              <a:spcBef>
                <a:spcPts val="1200"/>
              </a:spcBef>
            </a:pPr>
            <a:r>
              <a:rPr lang="en-US" sz="2000" dirty="0">
                <a:solidFill>
                  <a:prstClr val="black"/>
                </a:solidFill>
              </a:rPr>
              <a:t>Sieve plate – cluster of pores in wall</a:t>
            </a:r>
          </a:p>
          <a:p>
            <a:pPr marL="268288" lvl="2" indent="-268288">
              <a:spcBef>
                <a:spcPts val="1200"/>
              </a:spcBef>
            </a:pPr>
            <a:r>
              <a:rPr lang="en-US" sz="2400" dirty="0">
                <a:solidFill>
                  <a:prstClr val="black"/>
                </a:solidFill>
              </a:rPr>
              <a:t>Each sieve-tube member has a </a:t>
            </a:r>
            <a:r>
              <a:rPr lang="en-US" sz="2400" b="1" dirty="0">
                <a:solidFill>
                  <a:srgbClr val="D90000"/>
                </a:solidFill>
              </a:rPr>
              <a:t>companion cell</a:t>
            </a:r>
            <a:r>
              <a:rPr lang="en-US" sz="2400" dirty="0">
                <a:solidFill>
                  <a:prstClr val="black"/>
                </a:solidFill>
              </a:rPr>
              <a:t>.</a:t>
            </a:r>
          </a:p>
          <a:p>
            <a:pPr marL="536575" lvl="3" indent="-268288">
              <a:spcBef>
                <a:spcPts val="1200"/>
              </a:spcBef>
            </a:pPr>
            <a:r>
              <a:rPr lang="en-US" sz="2000" dirty="0">
                <a:solidFill>
                  <a:prstClr val="black"/>
                </a:solidFill>
              </a:rPr>
              <a:t>Plasmodesmata connect the two</a:t>
            </a:r>
          </a:p>
          <a:p>
            <a:pPr marL="536575" lvl="3" indent="-268288">
              <a:spcBef>
                <a:spcPts val="1200"/>
              </a:spcBef>
            </a:pPr>
            <a:r>
              <a:rPr lang="en-US" sz="2000" dirty="0">
                <a:solidFill>
                  <a:prstClr val="black"/>
                </a:solidFill>
              </a:rPr>
              <a:t>Companion cell contains a nucleus</a:t>
            </a:r>
          </a:p>
          <a:p>
            <a:pPr marL="536575" lvl="3" indent="-268288">
              <a:spcBef>
                <a:spcPts val="1200"/>
              </a:spcBef>
            </a:pPr>
            <a:r>
              <a:rPr lang="en-US" sz="2000" dirty="0">
                <a:solidFill>
                  <a:prstClr val="black"/>
                </a:solidFill>
              </a:rPr>
              <a:t>Involved in transport function</a:t>
            </a:r>
          </a:p>
        </p:txBody>
      </p:sp>
      <p:sp>
        <p:nvSpPr>
          <p:cNvPr id="4" name="Slide Number Placeholder 3">
            <a:extLst>
              <a:ext uri="{FF2B5EF4-FFF2-40B4-BE49-F238E27FC236}">
                <a16:creationId xmlns:a16="http://schemas.microsoft.com/office/drawing/2014/main" id="{417C01FE-6488-473B-9BC6-6369992C6864}"/>
              </a:ext>
            </a:extLst>
          </p:cNvPr>
          <p:cNvSpPr>
            <a:spLocks noGrp="1"/>
          </p:cNvSpPr>
          <p:nvPr>
            <p:ph type="sldNum" sz="quarter" idx="4"/>
          </p:nvPr>
        </p:nvSpPr>
        <p:spPr/>
        <p:txBody>
          <a:bodyPr/>
          <a:lstStyle/>
          <a:p>
            <a:fld id="{68151E55-6873-49E2-B8D5-2F265E6F1973}" type="slidenum">
              <a:rPr lang="en-US" smtClean="0"/>
              <a:pPr/>
              <a:t>16</a:t>
            </a:fld>
            <a:endParaRPr lang="en-US" dirty="0"/>
          </a:p>
        </p:txBody>
      </p:sp>
    </p:spTree>
    <p:extLst>
      <p:ext uri="{BB962C8B-B14F-4D97-AF65-F5344CB8AC3E}">
        <p14:creationId xmlns:p14="http://schemas.microsoft.com/office/powerpoint/2010/main" val="20481292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7F5930-79BB-43D0-AA67-15441C06E52B}"/>
              </a:ext>
            </a:extLst>
          </p:cNvPr>
          <p:cNvSpPr>
            <a:spLocks noGrp="1"/>
          </p:cNvSpPr>
          <p:nvPr>
            <p:ph type="title"/>
          </p:nvPr>
        </p:nvSpPr>
        <p:spPr/>
        <p:txBody>
          <a:bodyPr/>
          <a:lstStyle/>
          <a:p>
            <a:r>
              <a:rPr lang="en-US" altLang="en-US" dirty="0"/>
              <a:t>Phloem Structure</a:t>
            </a:r>
            <a:endParaRPr lang="en-IN" dirty="0"/>
          </a:p>
        </p:txBody>
      </p:sp>
      <p:pic>
        <p:nvPicPr>
          <p:cNvPr id="9" name="Picture 2" descr="Set of diagrams show phloem photomicrograph (left) and drawing (to side) and sieve-tube member and companion cells.">
            <a:extLst>
              <a:ext uri="{FF2B5EF4-FFF2-40B4-BE49-F238E27FC236}">
                <a16:creationId xmlns:a16="http://schemas.microsoft.com/office/drawing/2014/main" id="{BE2A7142-C8DD-4631-BE24-C650E2CE2D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7759" y="1412136"/>
            <a:ext cx="7648482" cy="3824241"/>
          </a:xfrm>
          <a:prstGeom prst="rect">
            <a:avLst/>
          </a:prstGeom>
        </p:spPr>
      </p:pic>
      <p:sp>
        <p:nvSpPr>
          <p:cNvPr id="3" name="Text Placeholder 3">
            <a:extLst>
              <a:ext uri="{FF2B5EF4-FFF2-40B4-BE49-F238E27FC236}">
                <a16:creationId xmlns:a16="http://schemas.microsoft.com/office/drawing/2014/main" id="{C78C3C5E-CDE6-487A-A076-470014D2839B}"/>
              </a:ext>
            </a:extLst>
          </p:cNvPr>
          <p:cNvSpPr>
            <a:spLocks noGrp="1"/>
          </p:cNvSpPr>
          <p:nvPr>
            <p:ph type="body" sz="quarter" idx="18"/>
          </p:nvPr>
        </p:nvSpPr>
        <p:spPr>
          <a:xfrm>
            <a:off x="520699" y="5493122"/>
            <a:ext cx="8101481" cy="314325"/>
          </a:xfrm>
        </p:spPr>
        <p:txBody>
          <a:bodyPr/>
          <a:lstStyle/>
          <a:p>
            <a:r>
              <a:rPr lang="en-US" sz="900" dirty="0">
                <a:solidFill>
                  <a:schemeClr val="tx1"/>
                </a:solidFill>
              </a:rPr>
              <a:t>Figure </a:t>
            </a:r>
            <a:r>
              <a:rPr lang="en-US" sz="900" dirty="0"/>
              <a:t>24</a:t>
            </a:r>
            <a:r>
              <a:rPr lang="en-US" sz="900" dirty="0">
                <a:solidFill>
                  <a:schemeClr val="tx1"/>
                </a:solidFill>
              </a:rPr>
              <a:t>.5</a:t>
            </a:r>
          </a:p>
        </p:txBody>
      </p:sp>
      <p:sp>
        <p:nvSpPr>
          <p:cNvPr id="6" name="Text Placeholder 4">
            <a:extLst>
              <a:ext uri="{FF2B5EF4-FFF2-40B4-BE49-F238E27FC236}">
                <a16:creationId xmlns:a16="http://schemas.microsoft.com/office/drawing/2014/main" id="{298D607C-88FF-4596-8A40-0A5C7CA0EF8C}"/>
              </a:ext>
            </a:extLst>
          </p:cNvPr>
          <p:cNvSpPr>
            <a:spLocks noGrp="1"/>
          </p:cNvSpPr>
          <p:nvPr>
            <p:ph type="body" sz="quarter" idx="19"/>
          </p:nvPr>
        </p:nvSpPr>
        <p:spPr>
          <a:xfrm>
            <a:off x="2768421" y="5992369"/>
            <a:ext cx="3606036" cy="314325"/>
          </a:xfrm>
        </p:spPr>
        <p:txBody>
          <a:bodyPr>
            <a:normAutofit/>
          </a:bodyPr>
          <a:lstStyle/>
          <a:p>
            <a:pPr algn="ctr"/>
            <a:r>
              <a:rPr lang="en-US" sz="1200" dirty="0">
                <a:hlinkClick r:id="rId3" action="ppaction://hlinksldjump"/>
              </a:rPr>
              <a:t>Access the text alternative for slide images.</a:t>
            </a:r>
            <a:endParaRPr lang="en-US" sz="1200" dirty="0"/>
          </a:p>
        </p:txBody>
      </p:sp>
      <p:sp>
        <p:nvSpPr>
          <p:cNvPr id="7" name="Text Placeholder 5">
            <a:extLst>
              <a:ext uri="{FF2B5EF4-FFF2-40B4-BE49-F238E27FC236}">
                <a16:creationId xmlns:a16="http://schemas.microsoft.com/office/drawing/2014/main" id="{A5958BCA-3F89-43B2-85E2-D63E808EEFE4}"/>
              </a:ext>
            </a:extLst>
          </p:cNvPr>
          <p:cNvSpPr>
            <a:spLocks noGrp="1"/>
          </p:cNvSpPr>
          <p:nvPr>
            <p:ph type="body" sz="quarter" idx="21"/>
          </p:nvPr>
        </p:nvSpPr>
        <p:spPr/>
        <p:txBody>
          <a:bodyPr/>
          <a:lstStyle/>
          <a:p>
            <a:r>
              <a:rPr lang="en-US" sz="800" dirty="0"/>
              <a:t>(photo): (a): Robert </a:t>
            </a:r>
            <a:r>
              <a:rPr lang="en-US" sz="800" dirty="0" err="1"/>
              <a:t>Knauft</a:t>
            </a:r>
            <a:r>
              <a:rPr lang="en-US" sz="800" dirty="0"/>
              <a:t>/Biology Pics/Science Source</a:t>
            </a:r>
            <a:endParaRPr lang="en-GB" sz="800" dirty="0"/>
          </a:p>
        </p:txBody>
      </p:sp>
      <p:sp>
        <p:nvSpPr>
          <p:cNvPr id="4" name="Slide Number Placeholder 6">
            <a:extLst>
              <a:ext uri="{FF2B5EF4-FFF2-40B4-BE49-F238E27FC236}">
                <a16:creationId xmlns:a16="http://schemas.microsoft.com/office/drawing/2014/main" id="{84271D16-E298-46C2-8F75-760B58F542DE}"/>
              </a:ext>
            </a:extLst>
          </p:cNvPr>
          <p:cNvSpPr>
            <a:spLocks noGrp="1"/>
          </p:cNvSpPr>
          <p:nvPr>
            <p:ph type="sldNum" sz="quarter" idx="4"/>
          </p:nvPr>
        </p:nvSpPr>
        <p:spPr/>
        <p:txBody>
          <a:bodyPr/>
          <a:lstStyle/>
          <a:p>
            <a:fld id="{68151E55-6873-49E2-B8D5-2F265E6F1973}" type="slidenum">
              <a:rPr lang="en-US" smtClean="0"/>
              <a:pPr/>
              <a:t>17</a:t>
            </a:fld>
            <a:endParaRPr lang="en-US" dirty="0"/>
          </a:p>
        </p:txBody>
      </p:sp>
    </p:spTree>
    <p:extLst>
      <p:ext uri="{BB962C8B-B14F-4D97-AF65-F5344CB8AC3E}">
        <p14:creationId xmlns:p14="http://schemas.microsoft.com/office/powerpoint/2010/main" val="6288863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4D1AB8-97D2-4979-99DA-8081366BD860}"/>
              </a:ext>
            </a:extLst>
          </p:cNvPr>
          <p:cNvSpPr>
            <a:spLocks noGrp="1"/>
          </p:cNvSpPr>
          <p:nvPr>
            <p:ph type="title"/>
          </p:nvPr>
        </p:nvSpPr>
        <p:spPr/>
        <p:txBody>
          <a:bodyPr/>
          <a:lstStyle/>
          <a:p>
            <a:r>
              <a:rPr lang="en-US" altLang="en-US" dirty="0"/>
              <a:t>24.2 Organs of Flowering Plants</a:t>
            </a:r>
            <a:endParaRPr lang="en-IN" dirty="0"/>
          </a:p>
        </p:txBody>
      </p:sp>
      <p:sp>
        <p:nvSpPr>
          <p:cNvPr id="12" name="Text Placeholder 2">
            <a:extLst>
              <a:ext uri="{FF2B5EF4-FFF2-40B4-BE49-F238E27FC236}">
                <a16:creationId xmlns:a16="http://schemas.microsoft.com/office/drawing/2014/main" id="{E86787F6-A2B8-4A6C-916B-B6DB5D5F6D8B}"/>
              </a:ext>
            </a:extLst>
          </p:cNvPr>
          <p:cNvSpPr>
            <a:spLocks noGrp="1"/>
          </p:cNvSpPr>
          <p:nvPr>
            <p:ph type="body" sz="quarter" idx="19"/>
          </p:nvPr>
        </p:nvSpPr>
        <p:spPr>
          <a:xfrm>
            <a:off x="896938" y="948214"/>
            <a:ext cx="7623676" cy="3365878"/>
          </a:xfrm>
        </p:spPr>
        <p:txBody>
          <a:bodyPr>
            <a:normAutofit fontScale="92500"/>
          </a:bodyPr>
          <a:lstStyle/>
          <a:p>
            <a:pPr lvl="0">
              <a:lnSpc>
                <a:spcPct val="80000"/>
              </a:lnSpc>
              <a:spcAft>
                <a:spcPts val="1500"/>
              </a:spcAft>
            </a:pPr>
            <a:r>
              <a:rPr lang="en-US" sz="2700" dirty="0">
                <a:solidFill>
                  <a:prstClr val="black"/>
                </a:solidFill>
              </a:rPr>
              <a:t>Flowering plants (or angiosperms) are extremely diverse, but share many common structural features. </a:t>
            </a:r>
          </a:p>
          <a:p>
            <a:pPr lvl="0">
              <a:lnSpc>
                <a:spcPct val="80000"/>
              </a:lnSpc>
              <a:spcAft>
                <a:spcPts val="1500"/>
              </a:spcAft>
            </a:pPr>
            <a:r>
              <a:rPr lang="en-US" sz="2700" dirty="0"/>
              <a:t>Vegetative organs </a:t>
            </a:r>
            <a:r>
              <a:rPr lang="en-US" sz="2700" dirty="0">
                <a:solidFill>
                  <a:prstClr val="black"/>
                </a:solidFill>
              </a:rPr>
              <a:t>are all plant parts except the reproductive structures.</a:t>
            </a:r>
          </a:p>
          <a:p>
            <a:pPr lvl="0">
              <a:lnSpc>
                <a:spcPct val="80000"/>
              </a:lnSpc>
              <a:spcAft>
                <a:spcPts val="1500"/>
              </a:spcAft>
            </a:pPr>
            <a:r>
              <a:rPr lang="en-US" sz="2700" dirty="0">
                <a:solidFill>
                  <a:prstClr val="black"/>
                </a:solidFill>
              </a:rPr>
              <a:t>Vegetative organs are concerned with growth and nutrition. </a:t>
            </a:r>
          </a:p>
          <a:p>
            <a:pPr lvl="0">
              <a:lnSpc>
                <a:spcPct val="80000"/>
              </a:lnSpc>
              <a:spcAft>
                <a:spcPts val="1500"/>
              </a:spcAft>
            </a:pPr>
            <a:r>
              <a:rPr lang="en-US" sz="2700" dirty="0">
                <a:solidFill>
                  <a:prstClr val="black"/>
                </a:solidFill>
              </a:rPr>
              <a:t>A typical plant features three vegetative organs. </a:t>
            </a:r>
          </a:p>
          <a:p>
            <a:pPr marL="285750" lvl="1">
              <a:lnSpc>
                <a:spcPct val="80000"/>
              </a:lnSpc>
              <a:spcBef>
                <a:spcPts val="0"/>
              </a:spcBef>
              <a:spcAft>
                <a:spcPts val="0"/>
              </a:spcAft>
            </a:pPr>
            <a:r>
              <a:rPr lang="en-US" sz="2200" dirty="0">
                <a:solidFill>
                  <a:prstClr val="black"/>
                </a:solidFill>
              </a:rPr>
              <a:t>Roots, stems, and leaves</a:t>
            </a:r>
          </a:p>
        </p:txBody>
      </p:sp>
      <p:sp>
        <p:nvSpPr>
          <p:cNvPr id="13" name="Text Placeholder 3">
            <a:extLst>
              <a:ext uri="{FF2B5EF4-FFF2-40B4-BE49-F238E27FC236}">
                <a16:creationId xmlns:a16="http://schemas.microsoft.com/office/drawing/2014/main" id="{D099C8C2-80B2-47F9-ACB8-3F42467D7233}"/>
              </a:ext>
            </a:extLst>
          </p:cNvPr>
          <p:cNvSpPr>
            <a:spLocks noGrp="1"/>
          </p:cNvSpPr>
          <p:nvPr>
            <p:ph type="body" sz="quarter" idx="20"/>
          </p:nvPr>
        </p:nvSpPr>
        <p:spPr>
          <a:xfrm>
            <a:off x="896938" y="4221919"/>
            <a:ext cx="7515726" cy="1600566"/>
          </a:xfrm>
        </p:spPr>
        <p:txBody>
          <a:bodyPr>
            <a:normAutofit/>
          </a:bodyPr>
          <a:lstStyle/>
          <a:p>
            <a:pPr lvl="0">
              <a:lnSpc>
                <a:spcPct val="80000"/>
              </a:lnSpc>
              <a:spcAft>
                <a:spcPts val="1500"/>
              </a:spcAft>
            </a:pPr>
            <a:r>
              <a:rPr lang="en-US" sz="2500" dirty="0">
                <a:solidFill>
                  <a:prstClr val="black"/>
                </a:solidFill>
              </a:rPr>
              <a:t>Most flowering plants possess a root system and a shoot system. </a:t>
            </a:r>
          </a:p>
          <a:p>
            <a:pPr marL="285750" lvl="1">
              <a:lnSpc>
                <a:spcPct val="80000"/>
              </a:lnSpc>
              <a:spcBef>
                <a:spcPts val="0"/>
              </a:spcBef>
              <a:spcAft>
                <a:spcPts val="0"/>
              </a:spcAft>
            </a:pPr>
            <a:r>
              <a:rPr lang="en-US" sz="2200" dirty="0">
                <a:solidFill>
                  <a:prstClr val="black"/>
                </a:solidFill>
              </a:rPr>
              <a:t>The </a:t>
            </a:r>
            <a:r>
              <a:rPr lang="en-US" sz="2200" b="1" dirty="0">
                <a:solidFill>
                  <a:srgbClr val="D90000"/>
                </a:solidFill>
              </a:rPr>
              <a:t>root system </a:t>
            </a:r>
            <a:r>
              <a:rPr lang="en-US" sz="2200" dirty="0">
                <a:solidFill>
                  <a:prstClr val="black"/>
                </a:solidFill>
              </a:rPr>
              <a:t>simply consists of the roots. </a:t>
            </a:r>
          </a:p>
          <a:p>
            <a:pPr marL="285750" lvl="1">
              <a:lnSpc>
                <a:spcPct val="80000"/>
              </a:lnSpc>
              <a:spcBef>
                <a:spcPts val="1200"/>
              </a:spcBef>
              <a:spcAft>
                <a:spcPts val="0"/>
              </a:spcAft>
            </a:pPr>
            <a:r>
              <a:rPr lang="en-US" sz="2200" dirty="0">
                <a:solidFill>
                  <a:prstClr val="black"/>
                </a:solidFill>
              </a:rPr>
              <a:t>The </a:t>
            </a:r>
            <a:r>
              <a:rPr lang="en-US" sz="2200" b="1" dirty="0">
                <a:solidFill>
                  <a:srgbClr val="D90000"/>
                </a:solidFill>
              </a:rPr>
              <a:t>shoot system </a:t>
            </a:r>
            <a:r>
              <a:rPr lang="en-US" sz="2200" dirty="0">
                <a:solidFill>
                  <a:prstClr val="black"/>
                </a:solidFill>
              </a:rPr>
              <a:t>consists of the stem and leaves. </a:t>
            </a:r>
          </a:p>
        </p:txBody>
      </p:sp>
      <p:sp>
        <p:nvSpPr>
          <p:cNvPr id="14" name="Text Placeholder 4">
            <a:extLst>
              <a:ext uri="{FF2B5EF4-FFF2-40B4-BE49-F238E27FC236}">
                <a16:creationId xmlns:a16="http://schemas.microsoft.com/office/drawing/2014/main" id="{E08A749D-5BF4-4328-9933-AB2FCEC6DF20}"/>
              </a:ext>
            </a:extLst>
          </p:cNvPr>
          <p:cNvSpPr>
            <a:spLocks noGrp="1"/>
          </p:cNvSpPr>
          <p:nvPr>
            <p:ph type="body" sz="quarter" idx="21"/>
          </p:nvPr>
        </p:nvSpPr>
        <p:spPr>
          <a:xfrm>
            <a:off x="896938" y="5750681"/>
            <a:ext cx="7515726" cy="914400"/>
          </a:xfrm>
        </p:spPr>
        <p:txBody>
          <a:bodyPr>
            <a:normAutofit/>
          </a:bodyPr>
          <a:lstStyle/>
          <a:p>
            <a:pPr lvl="0">
              <a:spcAft>
                <a:spcPts val="1500"/>
              </a:spcAft>
            </a:pPr>
            <a:r>
              <a:rPr lang="en-US" sz="2500" dirty="0">
                <a:solidFill>
                  <a:prstClr val="black"/>
                </a:solidFill>
              </a:rPr>
              <a:t>Flowers, seeds, and fruits are structures involved in reproduction.</a:t>
            </a:r>
          </a:p>
        </p:txBody>
      </p:sp>
      <p:sp>
        <p:nvSpPr>
          <p:cNvPr id="4" name="Slide Number Placeholder 5">
            <a:extLst>
              <a:ext uri="{FF2B5EF4-FFF2-40B4-BE49-F238E27FC236}">
                <a16:creationId xmlns:a16="http://schemas.microsoft.com/office/drawing/2014/main" id="{8AC99E29-F091-468F-B60A-916D97D76C3D}"/>
              </a:ext>
            </a:extLst>
          </p:cNvPr>
          <p:cNvSpPr>
            <a:spLocks noGrp="1"/>
          </p:cNvSpPr>
          <p:nvPr>
            <p:ph type="sldNum" sz="quarter" idx="4"/>
          </p:nvPr>
        </p:nvSpPr>
        <p:spPr/>
        <p:txBody>
          <a:bodyPr/>
          <a:lstStyle/>
          <a:p>
            <a:fld id="{68151E55-6873-49E2-B8D5-2F265E6F1973}" type="slidenum">
              <a:rPr lang="en-US" smtClean="0"/>
              <a:pPr/>
              <a:t>18</a:t>
            </a:fld>
            <a:endParaRPr lang="en-US" dirty="0"/>
          </a:p>
        </p:txBody>
      </p:sp>
    </p:spTree>
    <p:extLst>
      <p:ext uri="{BB962C8B-B14F-4D97-AF65-F5344CB8AC3E}">
        <p14:creationId xmlns:p14="http://schemas.microsoft.com/office/powerpoint/2010/main" val="33313191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72FB8B-FB59-4EA7-AD65-23776F8E46AD}"/>
              </a:ext>
            </a:extLst>
          </p:cNvPr>
          <p:cNvSpPr>
            <a:spLocks noGrp="1"/>
          </p:cNvSpPr>
          <p:nvPr>
            <p:ph type="title"/>
          </p:nvPr>
        </p:nvSpPr>
        <p:spPr/>
        <p:txBody>
          <a:bodyPr/>
          <a:lstStyle/>
          <a:p>
            <a:r>
              <a:rPr lang="en-US" altLang="en-US" dirty="0"/>
              <a:t>Organization of Plant Body</a:t>
            </a:r>
            <a:endParaRPr lang="en-IN" dirty="0"/>
          </a:p>
        </p:txBody>
      </p:sp>
      <p:pic>
        <p:nvPicPr>
          <p:cNvPr id="6" name="Picture 2" descr="Diagram shows root and shoot system of a plant. ">
            <a:extLst>
              <a:ext uri="{FF2B5EF4-FFF2-40B4-BE49-F238E27FC236}">
                <a16:creationId xmlns:a16="http://schemas.microsoft.com/office/drawing/2014/main" id="{A172829A-67E8-4E05-A7E3-C7B57F76E8E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11415" y="900140"/>
            <a:ext cx="2321169" cy="4714875"/>
          </a:xfrm>
          <a:prstGeom prst="rect">
            <a:avLst/>
          </a:prstGeom>
        </p:spPr>
      </p:pic>
      <p:sp>
        <p:nvSpPr>
          <p:cNvPr id="3" name="Text Placeholder 3">
            <a:extLst>
              <a:ext uri="{FF2B5EF4-FFF2-40B4-BE49-F238E27FC236}">
                <a16:creationId xmlns:a16="http://schemas.microsoft.com/office/drawing/2014/main" id="{B90388E6-EF0F-4305-A453-DDFDE12D598B}"/>
              </a:ext>
            </a:extLst>
          </p:cNvPr>
          <p:cNvSpPr>
            <a:spLocks noGrp="1"/>
          </p:cNvSpPr>
          <p:nvPr>
            <p:ph type="body" sz="quarter" idx="19"/>
          </p:nvPr>
        </p:nvSpPr>
        <p:spPr>
          <a:xfrm>
            <a:off x="3788135" y="5839866"/>
            <a:ext cx="1567728" cy="368987"/>
          </a:xfrm>
        </p:spPr>
        <p:txBody>
          <a:bodyPr>
            <a:normAutofit/>
          </a:bodyPr>
          <a:lstStyle/>
          <a:p>
            <a:pPr algn="ctr"/>
            <a:r>
              <a:rPr lang="en-US" sz="1200" dirty="0">
                <a:solidFill>
                  <a:schemeClr val="tx1"/>
                </a:solidFill>
              </a:rPr>
              <a:t>Figure </a:t>
            </a:r>
            <a:r>
              <a:rPr lang="en-US" sz="1200" dirty="0"/>
              <a:t>24</a:t>
            </a:r>
            <a:r>
              <a:rPr lang="en-US" sz="1200" dirty="0">
                <a:solidFill>
                  <a:schemeClr val="tx1"/>
                </a:solidFill>
              </a:rPr>
              <a:t>.6</a:t>
            </a:r>
          </a:p>
        </p:txBody>
      </p:sp>
      <p:sp>
        <p:nvSpPr>
          <p:cNvPr id="5" name="Text Placeholder 4">
            <a:extLst>
              <a:ext uri="{FF2B5EF4-FFF2-40B4-BE49-F238E27FC236}">
                <a16:creationId xmlns:a16="http://schemas.microsoft.com/office/drawing/2014/main" id="{39B6D961-3651-4C91-B018-615AAF66E608}"/>
              </a:ext>
            </a:extLst>
          </p:cNvPr>
          <p:cNvSpPr>
            <a:spLocks noGrp="1"/>
          </p:cNvSpPr>
          <p:nvPr>
            <p:ph type="body" sz="quarter" idx="20"/>
          </p:nvPr>
        </p:nvSpPr>
        <p:spPr>
          <a:xfrm>
            <a:off x="2960635" y="6303477"/>
            <a:ext cx="3388331" cy="361604"/>
          </a:xfrm>
        </p:spPr>
        <p:txBody>
          <a:bodyPr>
            <a:normAutofit/>
          </a:bodyPr>
          <a:lstStyle/>
          <a:p>
            <a:pPr algn="ctr"/>
            <a:r>
              <a:rPr lang="en-US" sz="1200" dirty="0">
                <a:hlinkClick r:id="rId3" action="ppaction://hlinksldjump"/>
              </a:rPr>
              <a:t>Access the text alternative for slide images.</a:t>
            </a:r>
            <a:endParaRPr lang="en-US" sz="1200" dirty="0"/>
          </a:p>
        </p:txBody>
      </p:sp>
      <p:sp>
        <p:nvSpPr>
          <p:cNvPr id="4" name="Slide Number Placeholder 5">
            <a:extLst>
              <a:ext uri="{FF2B5EF4-FFF2-40B4-BE49-F238E27FC236}">
                <a16:creationId xmlns:a16="http://schemas.microsoft.com/office/drawing/2014/main" id="{6E225290-8511-4AE3-9DCC-AEFEB9F01CB2}"/>
              </a:ext>
            </a:extLst>
          </p:cNvPr>
          <p:cNvSpPr>
            <a:spLocks noGrp="1"/>
          </p:cNvSpPr>
          <p:nvPr>
            <p:ph type="sldNum" sz="quarter" idx="4"/>
          </p:nvPr>
        </p:nvSpPr>
        <p:spPr/>
        <p:txBody>
          <a:bodyPr/>
          <a:lstStyle/>
          <a:p>
            <a:fld id="{68151E55-6873-49E2-B8D5-2F265E6F1973}" type="slidenum">
              <a:rPr lang="en-US" smtClean="0"/>
              <a:pPr/>
              <a:t>19</a:t>
            </a:fld>
            <a:endParaRPr lang="en-US" dirty="0"/>
          </a:p>
        </p:txBody>
      </p:sp>
    </p:spTree>
    <p:extLst>
      <p:ext uri="{BB962C8B-B14F-4D97-AF65-F5344CB8AC3E}">
        <p14:creationId xmlns:p14="http://schemas.microsoft.com/office/powerpoint/2010/main" val="10669830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E38D0-284D-4997-A2AE-8B620266EBDB}"/>
              </a:ext>
            </a:extLst>
          </p:cNvPr>
          <p:cNvSpPr>
            <a:spLocks noGrp="1"/>
          </p:cNvSpPr>
          <p:nvPr>
            <p:ph type="title"/>
          </p:nvPr>
        </p:nvSpPr>
        <p:spPr/>
        <p:txBody>
          <a:bodyPr/>
          <a:lstStyle/>
          <a:p>
            <a:r>
              <a:rPr lang="en-US" dirty="0"/>
              <a:t>Shoot System</a:t>
            </a:r>
            <a:endParaRPr lang="en-IN" dirty="0"/>
          </a:p>
        </p:txBody>
      </p:sp>
      <p:sp>
        <p:nvSpPr>
          <p:cNvPr id="3" name="Text Placeholder 2">
            <a:extLst>
              <a:ext uri="{FF2B5EF4-FFF2-40B4-BE49-F238E27FC236}">
                <a16:creationId xmlns:a16="http://schemas.microsoft.com/office/drawing/2014/main" id="{590CE713-22F4-49D3-BFEC-95D5977E03A8}"/>
              </a:ext>
            </a:extLst>
          </p:cNvPr>
          <p:cNvSpPr>
            <a:spLocks noGrp="1"/>
          </p:cNvSpPr>
          <p:nvPr>
            <p:ph type="body" sz="quarter" idx="19"/>
          </p:nvPr>
        </p:nvSpPr>
        <p:spPr>
          <a:xfrm>
            <a:off x="842963" y="1177179"/>
            <a:ext cx="7623676" cy="5330739"/>
          </a:xfrm>
        </p:spPr>
        <p:txBody>
          <a:bodyPr/>
          <a:lstStyle/>
          <a:p>
            <a:pPr marL="0" lvl="1" indent="0">
              <a:lnSpc>
                <a:spcPct val="90000"/>
              </a:lnSpc>
              <a:spcBef>
                <a:spcPts val="0"/>
              </a:spcBef>
              <a:buNone/>
            </a:pPr>
            <a:r>
              <a:rPr lang="en-US" sz="2600" dirty="0">
                <a:solidFill>
                  <a:prstClr val="black"/>
                </a:solidFill>
              </a:rPr>
              <a:t>Shoot system of a plant is composed of the </a:t>
            </a:r>
            <a:r>
              <a:rPr lang="en-US" sz="2600" b="1" dirty="0">
                <a:solidFill>
                  <a:srgbClr val="D90000"/>
                </a:solidFill>
              </a:rPr>
              <a:t>stem</a:t>
            </a:r>
            <a:r>
              <a:rPr lang="en-US" sz="2600" dirty="0">
                <a:solidFill>
                  <a:prstClr val="black"/>
                </a:solidFill>
              </a:rPr>
              <a:t>, branches, and leaves.</a:t>
            </a:r>
          </a:p>
          <a:p>
            <a:pPr marL="269875" lvl="2" indent="-269875">
              <a:lnSpc>
                <a:spcPct val="90000"/>
              </a:lnSpc>
              <a:tabLst>
                <a:tab pos="93663" algn="l"/>
              </a:tabLst>
            </a:pPr>
            <a:r>
              <a:rPr lang="en-US" sz="2200" dirty="0">
                <a:solidFill>
                  <a:prstClr val="black"/>
                </a:solidFill>
              </a:rPr>
              <a:t>Stem is the main axis of a plant that elongates and produces leaves.</a:t>
            </a:r>
          </a:p>
          <a:p>
            <a:pPr marL="620713" lvl="3" indent="-350838">
              <a:lnSpc>
                <a:spcPct val="90000"/>
              </a:lnSpc>
            </a:pPr>
            <a:r>
              <a:rPr lang="en-US" sz="1900" b="1" dirty="0">
                <a:solidFill>
                  <a:srgbClr val="D90000"/>
                </a:solidFill>
              </a:rPr>
              <a:t>Nodes</a:t>
            </a:r>
            <a:r>
              <a:rPr lang="en-US" sz="1900" dirty="0">
                <a:solidFill>
                  <a:prstClr val="black"/>
                </a:solidFill>
              </a:rPr>
              <a:t> occur where leaves are attached to the stem.</a:t>
            </a:r>
          </a:p>
          <a:p>
            <a:pPr marL="620713" lvl="3" indent="-350838">
              <a:lnSpc>
                <a:spcPct val="90000"/>
              </a:lnSpc>
            </a:pPr>
            <a:r>
              <a:rPr lang="en-US" sz="1900" b="1" dirty="0">
                <a:solidFill>
                  <a:srgbClr val="D90000"/>
                </a:solidFill>
              </a:rPr>
              <a:t>Internode</a:t>
            </a:r>
            <a:r>
              <a:rPr lang="en-US" sz="1900" dirty="0">
                <a:solidFill>
                  <a:prstClr val="black"/>
                </a:solidFill>
              </a:rPr>
              <a:t> is the region between nodes.</a:t>
            </a:r>
          </a:p>
          <a:p>
            <a:pPr marL="620713" lvl="3" indent="-350838">
              <a:lnSpc>
                <a:spcPct val="90000"/>
              </a:lnSpc>
            </a:pPr>
            <a:r>
              <a:rPr lang="en-US" sz="1900" dirty="0">
                <a:solidFill>
                  <a:prstClr val="black"/>
                </a:solidFill>
              </a:rPr>
              <a:t>At the stem end, a </a:t>
            </a:r>
            <a:r>
              <a:rPr lang="en-US" sz="1900" b="1" dirty="0">
                <a:solidFill>
                  <a:srgbClr val="D90000"/>
                </a:solidFill>
              </a:rPr>
              <a:t>terminal bud </a:t>
            </a:r>
            <a:r>
              <a:rPr lang="en-US" sz="1900" dirty="0">
                <a:solidFill>
                  <a:prstClr val="black"/>
                </a:solidFill>
              </a:rPr>
              <a:t>contains an apical meristem and produces new leaves.</a:t>
            </a:r>
          </a:p>
          <a:p>
            <a:pPr marL="269875" lvl="2" indent="-269875">
              <a:lnSpc>
                <a:spcPct val="90000"/>
              </a:lnSpc>
              <a:tabLst>
                <a:tab pos="93663" algn="l"/>
              </a:tabLst>
            </a:pPr>
            <a:r>
              <a:rPr lang="en-US" sz="2200" dirty="0">
                <a:solidFill>
                  <a:prstClr val="black"/>
                </a:solidFill>
              </a:rPr>
              <a:t>Stem also has vascular tissue that transports water and minerals.</a:t>
            </a:r>
          </a:p>
        </p:txBody>
      </p:sp>
      <p:sp>
        <p:nvSpPr>
          <p:cNvPr id="4" name="Slide Number Placeholder 3">
            <a:extLst>
              <a:ext uri="{FF2B5EF4-FFF2-40B4-BE49-F238E27FC236}">
                <a16:creationId xmlns:a16="http://schemas.microsoft.com/office/drawing/2014/main" id="{856FC7A9-E70F-4AEF-A9E5-28C349D1BDF6}"/>
              </a:ext>
            </a:extLst>
          </p:cNvPr>
          <p:cNvSpPr>
            <a:spLocks noGrp="1"/>
          </p:cNvSpPr>
          <p:nvPr>
            <p:ph type="sldNum" sz="quarter" idx="4"/>
          </p:nvPr>
        </p:nvSpPr>
        <p:spPr/>
        <p:txBody>
          <a:bodyPr/>
          <a:lstStyle/>
          <a:p>
            <a:fld id="{68151E55-6873-49E2-B8D5-2F265E6F1973}" type="slidenum">
              <a:rPr lang="en-US" smtClean="0"/>
              <a:pPr/>
              <a:t>20</a:t>
            </a:fld>
            <a:endParaRPr lang="en-US" dirty="0"/>
          </a:p>
        </p:txBody>
      </p:sp>
    </p:spTree>
    <p:extLst>
      <p:ext uri="{BB962C8B-B14F-4D97-AF65-F5344CB8AC3E}">
        <p14:creationId xmlns:p14="http://schemas.microsoft.com/office/powerpoint/2010/main" val="24977530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6F49E3-3B2F-4E46-B7D1-DCFE72E18CCC}"/>
              </a:ext>
            </a:extLst>
          </p:cNvPr>
          <p:cNvSpPr>
            <a:spLocks noGrp="1"/>
          </p:cNvSpPr>
          <p:nvPr>
            <p:ph type="title"/>
          </p:nvPr>
        </p:nvSpPr>
        <p:spPr/>
        <p:txBody>
          <a:bodyPr/>
          <a:lstStyle/>
          <a:p>
            <a:r>
              <a:rPr lang="en-US" altLang="en-US" dirty="0"/>
              <a:t>A Terminal Bud</a:t>
            </a:r>
            <a:endParaRPr lang="en-IN" dirty="0"/>
          </a:p>
        </p:txBody>
      </p:sp>
      <p:pic>
        <p:nvPicPr>
          <p:cNvPr id="8" name="Picture 2" descr="Micrograph of a terminal bud shows hemispherical lateral bud, shoot apical meristem and immature leaf. ">
            <a:extLst>
              <a:ext uri="{FF2B5EF4-FFF2-40B4-BE49-F238E27FC236}">
                <a16:creationId xmlns:a16="http://schemas.microsoft.com/office/drawing/2014/main" id="{1B3A8775-F3AA-4EDC-AF4D-1BA47B7B8FDD}"/>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6065" b="3127"/>
          <a:stretch/>
        </p:blipFill>
        <p:spPr>
          <a:xfrm>
            <a:off x="2303654" y="1529523"/>
            <a:ext cx="4536687" cy="3569055"/>
          </a:xfrm>
          <a:prstGeom prst="rect">
            <a:avLst/>
          </a:prstGeom>
        </p:spPr>
      </p:pic>
      <p:sp>
        <p:nvSpPr>
          <p:cNvPr id="6" name="Text Placeholder 3">
            <a:extLst>
              <a:ext uri="{FF2B5EF4-FFF2-40B4-BE49-F238E27FC236}">
                <a16:creationId xmlns:a16="http://schemas.microsoft.com/office/drawing/2014/main" id="{127684CC-4141-49A1-9CFF-6ABA3A0A04BF}"/>
              </a:ext>
            </a:extLst>
          </p:cNvPr>
          <p:cNvSpPr>
            <a:spLocks noGrp="1"/>
          </p:cNvSpPr>
          <p:nvPr>
            <p:ph type="body" sz="quarter" idx="19"/>
          </p:nvPr>
        </p:nvSpPr>
        <p:spPr>
          <a:xfrm>
            <a:off x="3808898" y="5522724"/>
            <a:ext cx="1091345" cy="314325"/>
          </a:xfrm>
        </p:spPr>
        <p:txBody>
          <a:bodyPr>
            <a:normAutofit/>
          </a:bodyPr>
          <a:lstStyle/>
          <a:p>
            <a:r>
              <a:rPr lang="en-US" sz="1200" dirty="0">
                <a:solidFill>
                  <a:schemeClr val="tx1"/>
                </a:solidFill>
              </a:rPr>
              <a:t>Figure </a:t>
            </a:r>
            <a:r>
              <a:rPr lang="en-US" sz="1200" dirty="0"/>
              <a:t>24</a:t>
            </a:r>
            <a:r>
              <a:rPr lang="en-US" sz="1200" dirty="0">
                <a:solidFill>
                  <a:schemeClr val="tx1"/>
                </a:solidFill>
              </a:rPr>
              <a:t>.7</a:t>
            </a:r>
          </a:p>
        </p:txBody>
      </p:sp>
      <p:sp>
        <p:nvSpPr>
          <p:cNvPr id="7" name="Text Placeholder 4">
            <a:extLst>
              <a:ext uri="{FF2B5EF4-FFF2-40B4-BE49-F238E27FC236}">
                <a16:creationId xmlns:a16="http://schemas.microsoft.com/office/drawing/2014/main" id="{3599E31D-C09E-4022-BD8C-2B24F87566A5}"/>
              </a:ext>
            </a:extLst>
          </p:cNvPr>
          <p:cNvSpPr>
            <a:spLocks noGrp="1"/>
          </p:cNvSpPr>
          <p:nvPr>
            <p:ph type="body" sz="quarter" idx="21"/>
          </p:nvPr>
        </p:nvSpPr>
        <p:spPr>
          <a:xfrm>
            <a:off x="7596554" y="6563439"/>
            <a:ext cx="1025626" cy="258805"/>
          </a:xfrm>
        </p:spPr>
        <p:txBody>
          <a:bodyPr/>
          <a:lstStyle/>
          <a:p>
            <a:r>
              <a:rPr lang="en-US" sz="800" dirty="0"/>
              <a:t>Steven P. Lynch</a:t>
            </a:r>
            <a:endParaRPr lang="en-GB" sz="800" dirty="0"/>
          </a:p>
        </p:txBody>
      </p:sp>
      <p:sp>
        <p:nvSpPr>
          <p:cNvPr id="4" name="Slide Number Placeholder 5">
            <a:extLst>
              <a:ext uri="{FF2B5EF4-FFF2-40B4-BE49-F238E27FC236}">
                <a16:creationId xmlns:a16="http://schemas.microsoft.com/office/drawing/2014/main" id="{E702CDD1-68CC-47BE-94A7-8C8993197F40}"/>
              </a:ext>
            </a:extLst>
          </p:cNvPr>
          <p:cNvSpPr>
            <a:spLocks noGrp="1"/>
          </p:cNvSpPr>
          <p:nvPr>
            <p:ph type="sldNum" sz="quarter" idx="4"/>
          </p:nvPr>
        </p:nvSpPr>
        <p:spPr/>
        <p:txBody>
          <a:bodyPr/>
          <a:lstStyle/>
          <a:p>
            <a:fld id="{68151E55-6873-49E2-B8D5-2F265E6F1973}" type="slidenum">
              <a:rPr lang="en-US" smtClean="0"/>
              <a:pPr/>
              <a:t>21</a:t>
            </a:fld>
            <a:endParaRPr lang="en-US" dirty="0"/>
          </a:p>
        </p:txBody>
      </p:sp>
    </p:spTree>
    <p:extLst>
      <p:ext uri="{BB962C8B-B14F-4D97-AF65-F5344CB8AC3E}">
        <p14:creationId xmlns:p14="http://schemas.microsoft.com/office/powerpoint/2010/main" val="42107189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5794D0-2017-4DBD-A8C5-1DFDB394D223}"/>
              </a:ext>
            </a:extLst>
          </p:cNvPr>
          <p:cNvSpPr>
            <a:spLocks noGrp="1"/>
          </p:cNvSpPr>
          <p:nvPr>
            <p:ph type="title"/>
          </p:nvPr>
        </p:nvSpPr>
        <p:spPr>
          <a:xfrm>
            <a:off x="0" y="1"/>
            <a:ext cx="9144000" cy="1070060"/>
          </a:xfrm>
        </p:spPr>
        <p:txBody>
          <a:bodyPr/>
          <a:lstStyle/>
          <a:p>
            <a:r>
              <a:rPr lang="en-US" dirty="0"/>
              <a:t>Monocots</a:t>
            </a:r>
            <a:endParaRPr lang="en-IN" dirty="0"/>
          </a:p>
        </p:txBody>
      </p:sp>
      <p:sp>
        <p:nvSpPr>
          <p:cNvPr id="3" name="Text Placeholder 2">
            <a:extLst>
              <a:ext uri="{FF2B5EF4-FFF2-40B4-BE49-F238E27FC236}">
                <a16:creationId xmlns:a16="http://schemas.microsoft.com/office/drawing/2014/main" id="{E057F2C8-0065-4CB4-8E71-274AB2E5CA3D}"/>
              </a:ext>
            </a:extLst>
          </p:cNvPr>
          <p:cNvSpPr>
            <a:spLocks noGrp="1"/>
          </p:cNvSpPr>
          <p:nvPr>
            <p:ph type="body" sz="quarter" idx="19"/>
          </p:nvPr>
        </p:nvSpPr>
        <p:spPr>
          <a:xfrm>
            <a:off x="842963" y="1177180"/>
            <a:ext cx="7879006" cy="5223620"/>
          </a:xfrm>
        </p:spPr>
        <p:txBody>
          <a:bodyPr/>
          <a:lstStyle/>
          <a:p>
            <a:pPr lvl="0">
              <a:spcAft>
                <a:spcPts val="2000"/>
              </a:spcAft>
            </a:pPr>
            <a:r>
              <a:rPr lang="en-US" sz="3000" dirty="0">
                <a:solidFill>
                  <a:prstClr val="black"/>
                </a:solidFill>
              </a:rPr>
              <a:t>Variations of organs and organ systems lead to classification as a monocot or eudicot</a:t>
            </a:r>
          </a:p>
          <a:p>
            <a:pPr lvl="0">
              <a:spcAft>
                <a:spcPts val="2000"/>
              </a:spcAft>
            </a:pPr>
            <a:r>
              <a:rPr lang="en-US" sz="3000" b="1" dirty="0">
                <a:solidFill>
                  <a:srgbClr val="D90000"/>
                </a:solidFill>
              </a:rPr>
              <a:t>Monocots</a:t>
            </a:r>
            <a:r>
              <a:rPr lang="en-US" sz="3000" dirty="0">
                <a:solidFill>
                  <a:prstClr val="black"/>
                </a:solidFill>
              </a:rPr>
              <a:t> (single cotyledon)</a:t>
            </a:r>
          </a:p>
          <a:p>
            <a:pPr marL="0" lvl="1" indent="0">
              <a:spcBef>
                <a:spcPts val="0"/>
              </a:spcBef>
              <a:buNone/>
            </a:pPr>
            <a:r>
              <a:rPr lang="en-US" sz="2600" b="1" dirty="0">
                <a:solidFill>
                  <a:prstClr val="black"/>
                </a:solidFill>
              </a:rPr>
              <a:t>Cotyledons</a:t>
            </a:r>
            <a:r>
              <a:rPr lang="en-US" sz="2600" dirty="0">
                <a:solidFill>
                  <a:prstClr val="black"/>
                </a:solidFill>
              </a:rPr>
              <a:t> act as transfer tissue.</a:t>
            </a:r>
          </a:p>
          <a:p>
            <a:pPr marL="269875" lvl="2" indent="-269875">
              <a:tabLst>
                <a:tab pos="176213" algn="l"/>
              </a:tabLst>
            </a:pPr>
            <a:r>
              <a:rPr lang="en-US" sz="2200" dirty="0">
                <a:solidFill>
                  <a:prstClr val="black"/>
                </a:solidFill>
              </a:rPr>
              <a:t>Nutrients are derived from the endosperm.</a:t>
            </a:r>
          </a:p>
          <a:p>
            <a:pPr marL="0" lvl="1" indent="0">
              <a:buNone/>
            </a:pPr>
            <a:r>
              <a:rPr lang="en-US" sz="2600" dirty="0">
                <a:solidFill>
                  <a:prstClr val="black"/>
                </a:solidFill>
              </a:rPr>
              <a:t>Root vascular tissue occurs in a ring.</a:t>
            </a:r>
          </a:p>
          <a:p>
            <a:pPr marL="0" lvl="1" indent="0">
              <a:buNone/>
            </a:pPr>
            <a:r>
              <a:rPr lang="en-US" sz="2600" dirty="0">
                <a:solidFill>
                  <a:prstClr val="black"/>
                </a:solidFill>
              </a:rPr>
              <a:t>Leaves have a parallel venation.</a:t>
            </a:r>
          </a:p>
          <a:p>
            <a:pPr marL="0" lvl="1" indent="0">
              <a:buNone/>
            </a:pPr>
            <a:r>
              <a:rPr lang="en-US" sz="2600" dirty="0">
                <a:solidFill>
                  <a:prstClr val="black"/>
                </a:solidFill>
              </a:rPr>
              <a:t>Flower parts are arranged in multiples of three.</a:t>
            </a:r>
          </a:p>
        </p:txBody>
      </p:sp>
      <p:sp>
        <p:nvSpPr>
          <p:cNvPr id="4" name="Slide Number Placeholder 3">
            <a:extLst>
              <a:ext uri="{FF2B5EF4-FFF2-40B4-BE49-F238E27FC236}">
                <a16:creationId xmlns:a16="http://schemas.microsoft.com/office/drawing/2014/main" id="{19D739D1-2E79-48DD-A1F6-2EC2D2C267DD}"/>
              </a:ext>
            </a:extLst>
          </p:cNvPr>
          <p:cNvSpPr>
            <a:spLocks noGrp="1"/>
          </p:cNvSpPr>
          <p:nvPr>
            <p:ph type="sldNum" sz="quarter" idx="4"/>
          </p:nvPr>
        </p:nvSpPr>
        <p:spPr/>
        <p:txBody>
          <a:bodyPr/>
          <a:lstStyle/>
          <a:p>
            <a:fld id="{68151E55-6873-49E2-B8D5-2F265E6F1973}" type="slidenum">
              <a:rPr lang="en-US" smtClean="0"/>
              <a:pPr/>
              <a:t>22</a:t>
            </a:fld>
            <a:endParaRPr lang="en-US" dirty="0"/>
          </a:p>
        </p:txBody>
      </p:sp>
    </p:spTree>
    <p:extLst>
      <p:ext uri="{BB962C8B-B14F-4D97-AF65-F5344CB8AC3E}">
        <p14:creationId xmlns:p14="http://schemas.microsoft.com/office/powerpoint/2010/main" val="2525287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E0858B-7324-4C1B-AE29-C1D7A95E047B}"/>
              </a:ext>
            </a:extLst>
          </p:cNvPr>
          <p:cNvSpPr>
            <a:spLocks noGrp="1"/>
          </p:cNvSpPr>
          <p:nvPr>
            <p:ph type="title"/>
          </p:nvPr>
        </p:nvSpPr>
        <p:spPr>
          <a:xfrm>
            <a:off x="0" y="1"/>
            <a:ext cx="9144000" cy="996461"/>
          </a:xfrm>
        </p:spPr>
        <p:txBody>
          <a:bodyPr/>
          <a:lstStyle/>
          <a:p>
            <a:r>
              <a:rPr lang="en-US" altLang="en-US" dirty="0"/>
              <a:t>Eudicots</a:t>
            </a:r>
            <a:endParaRPr lang="en-IN" dirty="0"/>
          </a:p>
        </p:txBody>
      </p:sp>
      <p:sp>
        <p:nvSpPr>
          <p:cNvPr id="3" name="Text Placeholder 2">
            <a:extLst>
              <a:ext uri="{FF2B5EF4-FFF2-40B4-BE49-F238E27FC236}">
                <a16:creationId xmlns:a16="http://schemas.microsoft.com/office/drawing/2014/main" id="{9E0F5010-BF31-42A7-8E7F-FA0DFF8A708E}"/>
              </a:ext>
            </a:extLst>
          </p:cNvPr>
          <p:cNvSpPr>
            <a:spLocks noGrp="1"/>
          </p:cNvSpPr>
          <p:nvPr>
            <p:ph type="body" sz="quarter" idx="19"/>
          </p:nvPr>
        </p:nvSpPr>
        <p:spPr>
          <a:xfrm>
            <a:off x="842963" y="1177180"/>
            <a:ext cx="7623676" cy="4227158"/>
          </a:xfrm>
        </p:spPr>
        <p:txBody>
          <a:bodyPr/>
          <a:lstStyle/>
          <a:p>
            <a:pPr>
              <a:spcAft>
                <a:spcPts val="2000"/>
              </a:spcAft>
            </a:pPr>
            <a:r>
              <a:rPr lang="en-US" sz="3200" b="1" dirty="0">
                <a:solidFill>
                  <a:srgbClr val="D90000"/>
                </a:solidFill>
              </a:rPr>
              <a:t>Eudicots</a:t>
            </a:r>
            <a:r>
              <a:rPr lang="en-US" sz="3200" dirty="0"/>
              <a:t> (two cotyledons)</a:t>
            </a:r>
          </a:p>
          <a:p>
            <a:pPr marL="285750" lvl="1" indent="-285750">
              <a:spcBef>
                <a:spcPts val="0"/>
              </a:spcBef>
            </a:pPr>
            <a:r>
              <a:rPr lang="en-US" sz="2800" dirty="0"/>
              <a:t>Cotyledons supply nutrients to seedlings.</a:t>
            </a:r>
          </a:p>
          <a:p>
            <a:pPr marL="285750" lvl="1" indent="-285750"/>
            <a:r>
              <a:rPr lang="en-US" sz="2800" dirty="0"/>
              <a:t>Root phloem is located between xylem arms.</a:t>
            </a:r>
          </a:p>
          <a:p>
            <a:pPr marL="285750" lvl="1" indent="-285750"/>
            <a:r>
              <a:rPr lang="en-US" sz="2800" dirty="0"/>
              <a:t>Leaves have a netted venation.</a:t>
            </a:r>
          </a:p>
          <a:p>
            <a:pPr marL="285750" lvl="1" indent="-285750"/>
            <a:r>
              <a:rPr lang="en-US" sz="2800" dirty="0"/>
              <a:t>Flower parts are arranged in multiples of four or five.</a:t>
            </a:r>
          </a:p>
        </p:txBody>
      </p:sp>
      <p:sp>
        <p:nvSpPr>
          <p:cNvPr id="4" name="Slide Number Placeholder 3">
            <a:extLst>
              <a:ext uri="{FF2B5EF4-FFF2-40B4-BE49-F238E27FC236}">
                <a16:creationId xmlns:a16="http://schemas.microsoft.com/office/drawing/2014/main" id="{A6346571-5450-40A3-81E6-F1C459189A3C}"/>
              </a:ext>
            </a:extLst>
          </p:cNvPr>
          <p:cNvSpPr>
            <a:spLocks noGrp="1"/>
          </p:cNvSpPr>
          <p:nvPr>
            <p:ph type="sldNum" sz="quarter" idx="4"/>
          </p:nvPr>
        </p:nvSpPr>
        <p:spPr/>
        <p:txBody>
          <a:bodyPr/>
          <a:lstStyle/>
          <a:p>
            <a:fld id="{68151E55-6873-49E2-B8D5-2F265E6F1973}" type="slidenum">
              <a:rPr lang="en-US" smtClean="0"/>
              <a:pPr/>
              <a:t>23</a:t>
            </a:fld>
            <a:endParaRPr lang="en-US" dirty="0"/>
          </a:p>
        </p:txBody>
      </p:sp>
    </p:spTree>
    <p:extLst>
      <p:ext uri="{BB962C8B-B14F-4D97-AF65-F5344CB8AC3E}">
        <p14:creationId xmlns:p14="http://schemas.microsoft.com/office/powerpoint/2010/main" val="32837390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055C5-14CC-4007-B477-8FF4EE28CC1D}"/>
              </a:ext>
            </a:extLst>
          </p:cNvPr>
          <p:cNvSpPr>
            <a:spLocks noGrp="1"/>
          </p:cNvSpPr>
          <p:nvPr>
            <p:ph type="title"/>
          </p:nvPr>
        </p:nvSpPr>
        <p:spPr>
          <a:xfrm>
            <a:off x="0" y="1"/>
            <a:ext cx="9144000" cy="1225295"/>
          </a:xfrm>
        </p:spPr>
        <p:txBody>
          <a:bodyPr/>
          <a:lstStyle/>
          <a:p>
            <a:r>
              <a:rPr lang="en-US" altLang="en-US" dirty="0"/>
              <a:t>Flowering Plants Are Either Monocots or Eudicots</a:t>
            </a:r>
            <a:endParaRPr lang="en-IN" dirty="0"/>
          </a:p>
        </p:txBody>
      </p:sp>
      <p:pic>
        <p:nvPicPr>
          <p:cNvPr id="8" name="Picture 2" descr="Detailed features are compared between monocots and eudicots">
            <a:extLst>
              <a:ext uri="{FF2B5EF4-FFF2-40B4-BE49-F238E27FC236}">
                <a16:creationId xmlns:a16="http://schemas.microsoft.com/office/drawing/2014/main" id="{03A5561E-F0D5-43D5-AAA0-578E0C5D575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3481" y="1671877"/>
            <a:ext cx="8037038" cy="3823567"/>
          </a:xfrm>
          <a:prstGeom prst="rect">
            <a:avLst/>
          </a:prstGeom>
        </p:spPr>
      </p:pic>
      <p:sp>
        <p:nvSpPr>
          <p:cNvPr id="3" name="Text Placeholder 3">
            <a:extLst>
              <a:ext uri="{FF2B5EF4-FFF2-40B4-BE49-F238E27FC236}">
                <a16:creationId xmlns:a16="http://schemas.microsoft.com/office/drawing/2014/main" id="{E9C38C95-A22F-4DE2-A74F-7EFC1462FE18}"/>
              </a:ext>
            </a:extLst>
          </p:cNvPr>
          <p:cNvSpPr>
            <a:spLocks noGrp="1"/>
          </p:cNvSpPr>
          <p:nvPr>
            <p:ph type="body" sz="quarter" idx="19"/>
          </p:nvPr>
        </p:nvSpPr>
        <p:spPr>
          <a:xfrm>
            <a:off x="3871262" y="5632703"/>
            <a:ext cx="1401473" cy="302485"/>
          </a:xfrm>
        </p:spPr>
        <p:txBody>
          <a:bodyPr>
            <a:normAutofit/>
          </a:bodyPr>
          <a:lstStyle/>
          <a:p>
            <a:pPr algn="ctr"/>
            <a:r>
              <a:rPr lang="en-US" sz="1200" dirty="0">
                <a:solidFill>
                  <a:schemeClr val="tx1"/>
                </a:solidFill>
              </a:rPr>
              <a:t>Figure </a:t>
            </a:r>
            <a:r>
              <a:rPr lang="en-US" sz="1200" dirty="0"/>
              <a:t>24</a:t>
            </a:r>
            <a:r>
              <a:rPr lang="en-US" sz="1200" dirty="0">
                <a:solidFill>
                  <a:schemeClr val="tx1"/>
                </a:solidFill>
              </a:rPr>
              <a:t>.8</a:t>
            </a:r>
          </a:p>
        </p:txBody>
      </p:sp>
      <p:sp>
        <p:nvSpPr>
          <p:cNvPr id="6" name="Text Placeholder 4">
            <a:extLst>
              <a:ext uri="{FF2B5EF4-FFF2-40B4-BE49-F238E27FC236}">
                <a16:creationId xmlns:a16="http://schemas.microsoft.com/office/drawing/2014/main" id="{97315DBD-36DB-4DF9-97F1-4BEA68F8BE3F}"/>
              </a:ext>
            </a:extLst>
          </p:cNvPr>
          <p:cNvSpPr>
            <a:spLocks noGrp="1"/>
          </p:cNvSpPr>
          <p:nvPr>
            <p:ph type="body" sz="quarter" idx="20"/>
          </p:nvPr>
        </p:nvSpPr>
        <p:spPr>
          <a:xfrm>
            <a:off x="2944336" y="6072447"/>
            <a:ext cx="3255327" cy="302485"/>
          </a:xfrm>
        </p:spPr>
        <p:txBody>
          <a:bodyPr>
            <a:normAutofit/>
          </a:bodyPr>
          <a:lstStyle/>
          <a:p>
            <a:pPr algn="ctr"/>
            <a:r>
              <a:rPr lang="en-US" sz="1200" dirty="0">
                <a:hlinkClick r:id="rId3" action="ppaction://hlinksldjump"/>
              </a:rPr>
              <a:t>Access the text alternative for slide images.</a:t>
            </a:r>
            <a:endParaRPr lang="en-US" sz="1200" dirty="0"/>
          </a:p>
        </p:txBody>
      </p:sp>
      <p:sp>
        <p:nvSpPr>
          <p:cNvPr id="4" name="Slide Number Placeholder 5">
            <a:extLst>
              <a:ext uri="{FF2B5EF4-FFF2-40B4-BE49-F238E27FC236}">
                <a16:creationId xmlns:a16="http://schemas.microsoft.com/office/drawing/2014/main" id="{0BB26C73-5BC7-4EC1-97E0-B10048E359CC}"/>
              </a:ext>
            </a:extLst>
          </p:cNvPr>
          <p:cNvSpPr>
            <a:spLocks noGrp="1"/>
          </p:cNvSpPr>
          <p:nvPr>
            <p:ph type="sldNum" sz="quarter" idx="4"/>
          </p:nvPr>
        </p:nvSpPr>
        <p:spPr/>
        <p:txBody>
          <a:bodyPr/>
          <a:lstStyle/>
          <a:p>
            <a:fld id="{68151E55-6873-49E2-B8D5-2F265E6F1973}" type="slidenum">
              <a:rPr lang="en-US" smtClean="0"/>
              <a:pPr/>
              <a:t>24</a:t>
            </a:fld>
            <a:endParaRPr lang="en-US" dirty="0"/>
          </a:p>
        </p:txBody>
      </p:sp>
    </p:spTree>
    <p:extLst>
      <p:ext uri="{BB962C8B-B14F-4D97-AF65-F5344CB8AC3E}">
        <p14:creationId xmlns:p14="http://schemas.microsoft.com/office/powerpoint/2010/main" val="2690743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672A94-2A62-4DCA-AC80-8D7480A4FF7C}"/>
              </a:ext>
            </a:extLst>
          </p:cNvPr>
          <p:cNvSpPr>
            <a:spLocks noGrp="1"/>
          </p:cNvSpPr>
          <p:nvPr>
            <p:ph type="title"/>
          </p:nvPr>
        </p:nvSpPr>
        <p:spPr/>
        <p:txBody>
          <a:bodyPr/>
          <a:lstStyle/>
          <a:p>
            <a:r>
              <a:rPr lang="en-US" altLang="en-US" sz="3200" dirty="0"/>
              <a:t>Vegetative Organs and Plant Life Cycles</a:t>
            </a:r>
            <a:endParaRPr lang="en-IN" sz="3200" dirty="0"/>
          </a:p>
        </p:txBody>
      </p:sp>
      <p:sp>
        <p:nvSpPr>
          <p:cNvPr id="3" name="Text Placeholder 2">
            <a:extLst>
              <a:ext uri="{FF2B5EF4-FFF2-40B4-BE49-F238E27FC236}">
                <a16:creationId xmlns:a16="http://schemas.microsoft.com/office/drawing/2014/main" id="{949634D4-3A4E-40EC-BB02-0EBE54759BAC}"/>
              </a:ext>
            </a:extLst>
          </p:cNvPr>
          <p:cNvSpPr>
            <a:spLocks noGrp="1"/>
          </p:cNvSpPr>
          <p:nvPr>
            <p:ph type="body" sz="quarter" idx="19"/>
          </p:nvPr>
        </p:nvSpPr>
        <p:spPr>
          <a:xfrm>
            <a:off x="896266" y="1014668"/>
            <a:ext cx="7351468" cy="5493251"/>
          </a:xfrm>
        </p:spPr>
        <p:txBody>
          <a:bodyPr/>
          <a:lstStyle/>
          <a:p>
            <a:pPr marL="0" lvl="1" indent="0">
              <a:lnSpc>
                <a:spcPct val="80000"/>
              </a:lnSpc>
              <a:spcBef>
                <a:spcPts val="0"/>
              </a:spcBef>
              <a:buNone/>
            </a:pPr>
            <a:r>
              <a:rPr lang="en-US" altLang="en-US" sz="2400" b="1" dirty="0">
                <a:solidFill>
                  <a:srgbClr val="D90000"/>
                </a:solidFill>
              </a:rPr>
              <a:t>Annual</a:t>
            </a:r>
            <a:r>
              <a:rPr lang="en-US" altLang="en-US" sz="2400" dirty="0">
                <a:solidFill>
                  <a:prstClr val="black"/>
                </a:solidFill>
              </a:rPr>
              <a:t> plants live for only one growing season.</a:t>
            </a:r>
          </a:p>
          <a:p>
            <a:pPr marL="269875" lvl="2" indent="-269875">
              <a:lnSpc>
                <a:spcPct val="80000"/>
              </a:lnSpc>
              <a:spcBef>
                <a:spcPts val="1200"/>
              </a:spcBef>
            </a:pPr>
            <a:r>
              <a:rPr lang="en-US" altLang="en-US" sz="2000" dirty="0">
                <a:solidFill>
                  <a:prstClr val="black"/>
                </a:solidFill>
              </a:rPr>
              <a:t>These produce enough vegetative structures to support flower and seeds.</a:t>
            </a:r>
          </a:p>
          <a:p>
            <a:pPr marL="269875" lvl="2" indent="-269875">
              <a:lnSpc>
                <a:spcPct val="80000"/>
              </a:lnSpc>
              <a:spcBef>
                <a:spcPts val="1200"/>
              </a:spcBef>
            </a:pPr>
            <a:r>
              <a:rPr lang="en-US" altLang="en-US" sz="2000" dirty="0">
                <a:solidFill>
                  <a:prstClr val="black"/>
                </a:solidFill>
              </a:rPr>
              <a:t>After seed dispersal, the plant dies.</a:t>
            </a:r>
          </a:p>
          <a:p>
            <a:pPr marL="0" lvl="1" indent="0">
              <a:lnSpc>
                <a:spcPct val="80000"/>
              </a:lnSpc>
              <a:spcBef>
                <a:spcPts val="1200"/>
              </a:spcBef>
              <a:buNone/>
            </a:pPr>
            <a:r>
              <a:rPr lang="en-US" altLang="en-US" sz="2400" b="1" dirty="0">
                <a:solidFill>
                  <a:srgbClr val="D90000"/>
                </a:solidFill>
              </a:rPr>
              <a:t>Perennial</a:t>
            </a:r>
            <a:r>
              <a:rPr lang="en-US" altLang="en-US" sz="2400" dirty="0">
                <a:solidFill>
                  <a:prstClr val="black"/>
                </a:solidFill>
              </a:rPr>
              <a:t> plants live for three or more seasons.</a:t>
            </a:r>
          </a:p>
          <a:p>
            <a:pPr marL="269875" lvl="2" indent="-269875">
              <a:lnSpc>
                <a:spcPct val="80000"/>
              </a:lnSpc>
              <a:spcBef>
                <a:spcPts val="1200"/>
              </a:spcBef>
            </a:pPr>
            <a:r>
              <a:rPr lang="en-US" altLang="en-US" sz="2000" dirty="0">
                <a:solidFill>
                  <a:prstClr val="black"/>
                </a:solidFill>
              </a:rPr>
              <a:t>These spend energy making vegetative structures which help the plant survive for years.</a:t>
            </a:r>
          </a:p>
          <a:p>
            <a:pPr marL="0" lvl="1" indent="0">
              <a:lnSpc>
                <a:spcPct val="80000"/>
              </a:lnSpc>
              <a:spcBef>
                <a:spcPts val="1200"/>
              </a:spcBef>
              <a:buNone/>
            </a:pPr>
            <a:r>
              <a:rPr lang="en-US" altLang="en-US" sz="2400" dirty="0">
                <a:solidFill>
                  <a:prstClr val="black"/>
                </a:solidFill>
              </a:rPr>
              <a:t>Flower-inducing genes </a:t>
            </a:r>
            <a:r>
              <a:rPr lang="en-US" altLang="en-US" sz="2400" i="1" dirty="0">
                <a:solidFill>
                  <a:prstClr val="black"/>
                </a:solidFill>
              </a:rPr>
              <a:t>LEAFY</a:t>
            </a:r>
            <a:r>
              <a:rPr lang="en-US" altLang="en-US" sz="2400" dirty="0">
                <a:solidFill>
                  <a:prstClr val="black"/>
                </a:solidFill>
              </a:rPr>
              <a:t> and </a:t>
            </a:r>
            <a:r>
              <a:rPr lang="en-US" altLang="en-US" sz="2400" i="1" dirty="0" err="1">
                <a:solidFill>
                  <a:prstClr val="black"/>
                </a:solidFill>
              </a:rPr>
              <a:t>Apetala</a:t>
            </a:r>
            <a:r>
              <a:rPr lang="en-US" altLang="en-US" sz="2400" i="1" dirty="0">
                <a:solidFill>
                  <a:prstClr val="black"/>
                </a:solidFill>
              </a:rPr>
              <a:t> 1</a:t>
            </a:r>
            <a:r>
              <a:rPr lang="en-US" altLang="en-US" sz="2400" dirty="0">
                <a:solidFill>
                  <a:prstClr val="black"/>
                </a:solidFill>
              </a:rPr>
              <a:t> are the difference between annuals and perennials.</a:t>
            </a:r>
          </a:p>
          <a:p>
            <a:pPr marL="269875" lvl="2" indent="-269875">
              <a:lnSpc>
                <a:spcPct val="80000"/>
              </a:lnSpc>
              <a:spcBef>
                <a:spcPts val="1200"/>
              </a:spcBef>
            </a:pPr>
            <a:r>
              <a:rPr lang="en-US" altLang="en-US" sz="2000" dirty="0">
                <a:solidFill>
                  <a:prstClr val="black"/>
                </a:solidFill>
              </a:rPr>
              <a:t>They are genetic switches which determine whether a plant is an annual or a perennial.</a:t>
            </a:r>
          </a:p>
          <a:p>
            <a:pPr marL="269875" lvl="2" indent="-269875">
              <a:lnSpc>
                <a:spcPct val="80000"/>
              </a:lnSpc>
              <a:spcBef>
                <a:spcPts val="1200"/>
              </a:spcBef>
            </a:pPr>
            <a:r>
              <a:rPr lang="en-US" altLang="en-US" sz="2000" dirty="0">
                <a:solidFill>
                  <a:prstClr val="black"/>
                </a:solidFill>
              </a:rPr>
              <a:t>Blocking flower-inducing genes in annuals induces perennial growth. </a:t>
            </a:r>
          </a:p>
        </p:txBody>
      </p:sp>
      <p:sp>
        <p:nvSpPr>
          <p:cNvPr id="4" name="Slide Number Placeholder 3">
            <a:extLst>
              <a:ext uri="{FF2B5EF4-FFF2-40B4-BE49-F238E27FC236}">
                <a16:creationId xmlns:a16="http://schemas.microsoft.com/office/drawing/2014/main" id="{A3754F64-3E6C-41DC-8F9A-1C3B37FCCEC4}"/>
              </a:ext>
            </a:extLst>
          </p:cNvPr>
          <p:cNvSpPr>
            <a:spLocks noGrp="1"/>
          </p:cNvSpPr>
          <p:nvPr>
            <p:ph type="sldNum" sz="quarter" idx="4"/>
          </p:nvPr>
        </p:nvSpPr>
        <p:spPr/>
        <p:txBody>
          <a:bodyPr/>
          <a:lstStyle/>
          <a:p>
            <a:fld id="{68151E55-6873-49E2-B8D5-2F265E6F1973}" type="slidenum">
              <a:rPr lang="en-US" smtClean="0"/>
              <a:pPr/>
              <a:t>25</a:t>
            </a:fld>
            <a:endParaRPr lang="en-US" dirty="0"/>
          </a:p>
        </p:txBody>
      </p:sp>
    </p:spTree>
    <p:extLst>
      <p:ext uri="{BB962C8B-B14F-4D97-AF65-F5344CB8AC3E}">
        <p14:creationId xmlns:p14="http://schemas.microsoft.com/office/powerpoint/2010/main" val="21601787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EA5545-207E-4D8F-8E51-CE277FDC9C8E}"/>
              </a:ext>
            </a:extLst>
          </p:cNvPr>
          <p:cNvSpPr>
            <a:spLocks noGrp="1"/>
          </p:cNvSpPr>
          <p:nvPr>
            <p:ph type="title"/>
          </p:nvPr>
        </p:nvSpPr>
        <p:spPr>
          <a:xfrm>
            <a:off x="0" y="1"/>
            <a:ext cx="9144000" cy="1177179"/>
          </a:xfrm>
        </p:spPr>
        <p:txBody>
          <a:bodyPr/>
          <a:lstStyle/>
          <a:p>
            <a:r>
              <a:rPr lang="en-US" altLang="en-US" dirty="0"/>
              <a:t>24.3 Organization and Diversity of Roots</a:t>
            </a:r>
            <a:endParaRPr lang="en-IN" dirty="0"/>
          </a:p>
        </p:txBody>
      </p:sp>
      <p:sp>
        <p:nvSpPr>
          <p:cNvPr id="3" name="Text Placeholder 2">
            <a:extLst>
              <a:ext uri="{FF2B5EF4-FFF2-40B4-BE49-F238E27FC236}">
                <a16:creationId xmlns:a16="http://schemas.microsoft.com/office/drawing/2014/main" id="{3C1E622E-CAB6-49C9-92D6-CFE554CEC3DA}"/>
              </a:ext>
            </a:extLst>
          </p:cNvPr>
          <p:cNvSpPr>
            <a:spLocks noGrp="1"/>
          </p:cNvSpPr>
          <p:nvPr>
            <p:ph type="body" sz="quarter" idx="19"/>
          </p:nvPr>
        </p:nvSpPr>
        <p:spPr>
          <a:xfrm>
            <a:off x="842963" y="1323534"/>
            <a:ext cx="7623676" cy="5047774"/>
          </a:xfrm>
        </p:spPr>
        <p:txBody>
          <a:bodyPr>
            <a:normAutofit/>
          </a:bodyPr>
          <a:lstStyle/>
          <a:p>
            <a:pPr lvl="0">
              <a:spcAft>
                <a:spcPts val="2000"/>
              </a:spcAft>
            </a:pPr>
            <a:r>
              <a:rPr lang="en-US" sz="3200" dirty="0">
                <a:solidFill>
                  <a:prstClr val="black"/>
                </a:solidFill>
              </a:rPr>
              <a:t>In the </a:t>
            </a:r>
            <a:r>
              <a:rPr lang="en-US" sz="3200" dirty="0"/>
              <a:t>eudicot root:</a:t>
            </a:r>
          </a:p>
          <a:p>
            <a:pPr marL="285750" lvl="1" indent="-285750">
              <a:spcBef>
                <a:spcPts val="0"/>
              </a:spcBef>
              <a:buClr>
                <a:prstClr val="black"/>
              </a:buClr>
            </a:pPr>
            <a:r>
              <a:rPr lang="en-US" sz="2800" b="1" dirty="0">
                <a:solidFill>
                  <a:srgbClr val="D90000"/>
                </a:solidFill>
              </a:rPr>
              <a:t>Root cap </a:t>
            </a:r>
            <a:r>
              <a:rPr lang="en-US" sz="2800" dirty="0">
                <a:solidFill>
                  <a:prstClr val="black"/>
                </a:solidFill>
              </a:rPr>
              <a:t>contains the </a:t>
            </a:r>
            <a:r>
              <a:rPr lang="en-US" sz="2800" b="1" dirty="0">
                <a:solidFill>
                  <a:srgbClr val="D90000"/>
                </a:solidFill>
              </a:rPr>
              <a:t>root apical meristem</a:t>
            </a:r>
            <a:r>
              <a:rPr lang="en-US" sz="2800" dirty="0">
                <a:solidFill>
                  <a:prstClr val="black"/>
                </a:solidFill>
              </a:rPr>
              <a:t>.</a:t>
            </a:r>
          </a:p>
          <a:p>
            <a:pPr marL="285750" lvl="1" indent="-285750"/>
            <a:r>
              <a:rPr lang="en-US" sz="2800" b="1" dirty="0">
                <a:solidFill>
                  <a:prstClr val="black"/>
                </a:solidFill>
              </a:rPr>
              <a:t>Zone of cell division </a:t>
            </a:r>
            <a:r>
              <a:rPr lang="en-US" sz="2800" dirty="0">
                <a:solidFill>
                  <a:prstClr val="black"/>
                </a:solidFill>
              </a:rPr>
              <a:t>contains primary meristems.</a:t>
            </a:r>
          </a:p>
          <a:p>
            <a:pPr marL="285750" lvl="1" indent="-285750"/>
            <a:r>
              <a:rPr lang="en-US" sz="2800" b="1" dirty="0">
                <a:solidFill>
                  <a:prstClr val="black"/>
                </a:solidFill>
              </a:rPr>
              <a:t>Zone of elongation </a:t>
            </a:r>
            <a:r>
              <a:rPr lang="en-US" sz="2800" dirty="0">
                <a:solidFill>
                  <a:prstClr val="black"/>
                </a:solidFill>
              </a:rPr>
              <a:t>contains cells that are lengthening and becoming specialized.</a:t>
            </a:r>
          </a:p>
          <a:p>
            <a:pPr marL="285750" lvl="1" indent="-285750"/>
            <a:r>
              <a:rPr lang="en-US" sz="2800" b="1" dirty="0">
                <a:solidFill>
                  <a:prstClr val="black"/>
                </a:solidFill>
              </a:rPr>
              <a:t>Zone of maturation </a:t>
            </a:r>
            <a:r>
              <a:rPr lang="en-US" sz="2800" dirty="0">
                <a:solidFill>
                  <a:prstClr val="black"/>
                </a:solidFill>
              </a:rPr>
              <a:t>contains fully differentiated cells.</a:t>
            </a:r>
          </a:p>
        </p:txBody>
      </p:sp>
      <p:sp>
        <p:nvSpPr>
          <p:cNvPr id="4" name="Slide Number Placeholder 3">
            <a:extLst>
              <a:ext uri="{FF2B5EF4-FFF2-40B4-BE49-F238E27FC236}">
                <a16:creationId xmlns:a16="http://schemas.microsoft.com/office/drawing/2014/main" id="{1CB01FE1-60C5-47B5-BDED-C244D7531E6C}"/>
              </a:ext>
            </a:extLst>
          </p:cNvPr>
          <p:cNvSpPr>
            <a:spLocks noGrp="1"/>
          </p:cNvSpPr>
          <p:nvPr>
            <p:ph type="sldNum" sz="quarter" idx="4"/>
          </p:nvPr>
        </p:nvSpPr>
        <p:spPr/>
        <p:txBody>
          <a:bodyPr/>
          <a:lstStyle/>
          <a:p>
            <a:fld id="{68151E55-6873-49E2-B8D5-2F265E6F1973}" type="slidenum">
              <a:rPr lang="en-US" smtClean="0"/>
              <a:pPr/>
              <a:t>26</a:t>
            </a:fld>
            <a:endParaRPr lang="en-US" dirty="0"/>
          </a:p>
        </p:txBody>
      </p:sp>
    </p:spTree>
    <p:extLst>
      <p:ext uri="{BB962C8B-B14F-4D97-AF65-F5344CB8AC3E}">
        <p14:creationId xmlns:p14="http://schemas.microsoft.com/office/powerpoint/2010/main" val="37683745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3243E-9F3E-4673-B35A-BC33CC8CE061}"/>
              </a:ext>
            </a:extLst>
          </p:cNvPr>
          <p:cNvSpPr>
            <a:spLocks noGrp="1"/>
          </p:cNvSpPr>
          <p:nvPr>
            <p:ph type="title"/>
          </p:nvPr>
        </p:nvSpPr>
        <p:spPr>
          <a:xfrm>
            <a:off x="0" y="1"/>
            <a:ext cx="9144000" cy="1066799"/>
          </a:xfrm>
        </p:spPr>
        <p:txBody>
          <a:bodyPr/>
          <a:lstStyle/>
          <a:p>
            <a:r>
              <a:rPr lang="en-US" altLang="en-US" dirty="0"/>
              <a:t>Tissues of Eudicot Root</a:t>
            </a:r>
            <a:endParaRPr lang="en-IN" dirty="0"/>
          </a:p>
        </p:txBody>
      </p:sp>
      <p:sp>
        <p:nvSpPr>
          <p:cNvPr id="3" name="Text Placeholder 2">
            <a:extLst>
              <a:ext uri="{FF2B5EF4-FFF2-40B4-BE49-F238E27FC236}">
                <a16:creationId xmlns:a16="http://schemas.microsoft.com/office/drawing/2014/main" id="{22F3F758-A1B6-4E2B-8099-0E252E2B5270}"/>
              </a:ext>
            </a:extLst>
          </p:cNvPr>
          <p:cNvSpPr>
            <a:spLocks noGrp="1"/>
          </p:cNvSpPr>
          <p:nvPr>
            <p:ph type="body" sz="quarter" idx="19"/>
          </p:nvPr>
        </p:nvSpPr>
        <p:spPr>
          <a:xfrm>
            <a:off x="842963" y="1177179"/>
            <a:ext cx="7623676" cy="5330739"/>
          </a:xfrm>
        </p:spPr>
        <p:txBody>
          <a:bodyPr/>
          <a:lstStyle/>
          <a:p>
            <a:pPr marL="0" lvl="1" indent="0">
              <a:lnSpc>
                <a:spcPct val="90000"/>
              </a:lnSpc>
              <a:spcBef>
                <a:spcPts val="0"/>
              </a:spcBef>
              <a:buClr>
                <a:schemeClr val="tx1"/>
              </a:buClr>
              <a:buNone/>
            </a:pPr>
            <a:r>
              <a:rPr lang="en-US" sz="2600" b="1" dirty="0">
                <a:solidFill>
                  <a:srgbClr val="D90000"/>
                </a:solidFill>
              </a:rPr>
              <a:t>Epidermis</a:t>
            </a:r>
            <a:r>
              <a:rPr lang="en-US" sz="2600" dirty="0">
                <a:solidFill>
                  <a:prstClr val="black"/>
                </a:solidFill>
              </a:rPr>
              <a:t> – Outer layer of root</a:t>
            </a:r>
          </a:p>
          <a:p>
            <a:pPr marL="0" lvl="1" indent="0">
              <a:lnSpc>
                <a:spcPct val="90000"/>
              </a:lnSpc>
              <a:buClr>
                <a:schemeClr val="tx1"/>
              </a:buClr>
              <a:buNone/>
            </a:pPr>
            <a:r>
              <a:rPr lang="en-US" sz="2600" b="1" dirty="0">
                <a:solidFill>
                  <a:srgbClr val="D90000"/>
                </a:solidFill>
              </a:rPr>
              <a:t>Cortex</a:t>
            </a:r>
            <a:r>
              <a:rPr lang="en-US" sz="2600" dirty="0">
                <a:solidFill>
                  <a:prstClr val="black"/>
                </a:solidFill>
              </a:rPr>
              <a:t> – Composed of parenchyma cells, allowing water and minerals movement</a:t>
            </a:r>
          </a:p>
          <a:p>
            <a:pPr marL="0" lvl="1" indent="0">
              <a:lnSpc>
                <a:spcPct val="90000"/>
              </a:lnSpc>
              <a:buClr>
                <a:schemeClr val="tx1"/>
              </a:buClr>
              <a:buNone/>
            </a:pPr>
            <a:r>
              <a:rPr lang="en-US" sz="2600" b="1" dirty="0">
                <a:solidFill>
                  <a:srgbClr val="D90000"/>
                </a:solidFill>
              </a:rPr>
              <a:t>Endodermis</a:t>
            </a:r>
            <a:r>
              <a:rPr lang="en-US" sz="2600" dirty="0">
                <a:solidFill>
                  <a:prstClr val="black"/>
                </a:solidFill>
              </a:rPr>
              <a:t> – Forms a boundary between cortex and inner vascular cylinder</a:t>
            </a:r>
          </a:p>
          <a:p>
            <a:pPr marL="269875" lvl="2" indent="-269875">
              <a:lnSpc>
                <a:spcPct val="90000"/>
              </a:lnSpc>
              <a:buClr>
                <a:schemeClr val="tx1"/>
              </a:buClr>
              <a:tabLst>
                <a:tab pos="269875" algn="l"/>
              </a:tabLst>
            </a:pPr>
            <a:r>
              <a:rPr lang="en-US" sz="2200" b="1" dirty="0" err="1">
                <a:solidFill>
                  <a:srgbClr val="D90000"/>
                </a:solidFill>
              </a:rPr>
              <a:t>Casparian</a:t>
            </a:r>
            <a:r>
              <a:rPr lang="en-US" sz="2200" b="1" dirty="0">
                <a:solidFill>
                  <a:srgbClr val="D90000"/>
                </a:solidFill>
              </a:rPr>
              <a:t> strip</a:t>
            </a:r>
            <a:r>
              <a:rPr lang="en-US" sz="2200" dirty="0"/>
              <a:t> is composed of protein lignin and </a:t>
            </a:r>
            <a:r>
              <a:rPr lang="en-US" sz="2200" b="1" dirty="0"/>
              <a:t>suberin.</a:t>
            </a:r>
            <a:endParaRPr lang="en-US" sz="2200" b="1" dirty="0">
              <a:solidFill>
                <a:srgbClr val="D90000"/>
              </a:solidFill>
            </a:endParaRPr>
          </a:p>
          <a:p>
            <a:pPr marL="0" lvl="1" indent="0">
              <a:lnSpc>
                <a:spcPct val="90000"/>
              </a:lnSpc>
              <a:buClr>
                <a:schemeClr val="tx1"/>
              </a:buClr>
              <a:buNone/>
            </a:pPr>
            <a:r>
              <a:rPr lang="en-US" sz="2600" b="1" dirty="0">
                <a:solidFill>
                  <a:srgbClr val="D90000"/>
                </a:solidFill>
              </a:rPr>
              <a:t>Pericycle</a:t>
            </a:r>
            <a:r>
              <a:rPr lang="en-US" sz="2600" dirty="0">
                <a:solidFill>
                  <a:prstClr val="black"/>
                </a:solidFill>
              </a:rPr>
              <a:t> – Mitotically active and is the starting point for development of branch or lateral roots</a:t>
            </a:r>
          </a:p>
        </p:txBody>
      </p:sp>
      <p:sp>
        <p:nvSpPr>
          <p:cNvPr id="4" name="Slide Number Placeholder 3">
            <a:extLst>
              <a:ext uri="{FF2B5EF4-FFF2-40B4-BE49-F238E27FC236}">
                <a16:creationId xmlns:a16="http://schemas.microsoft.com/office/drawing/2014/main" id="{AAE3AE52-96B9-47D8-A608-C9288498B239}"/>
              </a:ext>
            </a:extLst>
          </p:cNvPr>
          <p:cNvSpPr>
            <a:spLocks noGrp="1"/>
          </p:cNvSpPr>
          <p:nvPr>
            <p:ph type="sldNum" sz="quarter" idx="4"/>
          </p:nvPr>
        </p:nvSpPr>
        <p:spPr/>
        <p:txBody>
          <a:bodyPr/>
          <a:lstStyle/>
          <a:p>
            <a:fld id="{68151E55-6873-49E2-B8D5-2F265E6F1973}" type="slidenum">
              <a:rPr lang="en-US" smtClean="0"/>
              <a:pPr/>
              <a:t>27</a:t>
            </a:fld>
            <a:endParaRPr lang="en-US" dirty="0"/>
          </a:p>
        </p:txBody>
      </p:sp>
    </p:spTree>
    <p:extLst>
      <p:ext uri="{BB962C8B-B14F-4D97-AF65-F5344CB8AC3E}">
        <p14:creationId xmlns:p14="http://schemas.microsoft.com/office/powerpoint/2010/main" val="11962818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4EB9B8-FCA2-42FE-BD49-61F56A861C56}"/>
              </a:ext>
            </a:extLst>
          </p:cNvPr>
          <p:cNvSpPr>
            <a:spLocks noGrp="1"/>
          </p:cNvSpPr>
          <p:nvPr>
            <p:ph type="title"/>
          </p:nvPr>
        </p:nvSpPr>
        <p:spPr/>
        <p:txBody>
          <a:bodyPr/>
          <a:lstStyle/>
          <a:p>
            <a:r>
              <a:rPr lang="en-US" altLang="en-US" dirty="0"/>
              <a:t>Eudicot Root Tip</a:t>
            </a:r>
            <a:endParaRPr lang="en-IN" dirty="0"/>
          </a:p>
        </p:txBody>
      </p:sp>
      <p:pic>
        <p:nvPicPr>
          <p:cNvPr id="8" name="Picture 2" descr="Set of three illustrations is marked a through c.">
            <a:extLst>
              <a:ext uri="{FF2B5EF4-FFF2-40B4-BE49-F238E27FC236}">
                <a16:creationId xmlns:a16="http://schemas.microsoft.com/office/drawing/2014/main" id="{DA4B2E62-9027-4D54-B55D-D52AC57793E0}"/>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3510" b="2898"/>
          <a:stretch/>
        </p:blipFill>
        <p:spPr>
          <a:xfrm>
            <a:off x="2523864" y="885061"/>
            <a:ext cx="4095145" cy="4486111"/>
          </a:xfrm>
          <a:prstGeom prst="rect">
            <a:avLst/>
          </a:prstGeom>
        </p:spPr>
      </p:pic>
      <p:sp>
        <p:nvSpPr>
          <p:cNvPr id="3" name="Text Placeholder 2">
            <a:extLst>
              <a:ext uri="{FF2B5EF4-FFF2-40B4-BE49-F238E27FC236}">
                <a16:creationId xmlns:a16="http://schemas.microsoft.com/office/drawing/2014/main" id="{4ADC350A-7EC9-42D2-B890-639350A1217A}"/>
              </a:ext>
            </a:extLst>
          </p:cNvPr>
          <p:cNvSpPr>
            <a:spLocks noGrp="1"/>
          </p:cNvSpPr>
          <p:nvPr>
            <p:ph type="body" sz="quarter" idx="18"/>
          </p:nvPr>
        </p:nvSpPr>
        <p:spPr>
          <a:xfrm>
            <a:off x="520699" y="5546758"/>
            <a:ext cx="8101481" cy="314325"/>
          </a:xfrm>
        </p:spPr>
        <p:txBody>
          <a:bodyPr/>
          <a:lstStyle/>
          <a:p>
            <a:r>
              <a:rPr lang="en-US" sz="900" dirty="0">
                <a:solidFill>
                  <a:schemeClr val="tx1"/>
                </a:solidFill>
              </a:rPr>
              <a:t>Figure </a:t>
            </a:r>
            <a:r>
              <a:rPr lang="en-US" sz="900" dirty="0"/>
              <a:t>24</a:t>
            </a:r>
            <a:r>
              <a:rPr lang="en-US" sz="900" dirty="0">
                <a:solidFill>
                  <a:schemeClr val="tx1"/>
                </a:solidFill>
              </a:rPr>
              <a:t>.9</a:t>
            </a:r>
          </a:p>
        </p:txBody>
      </p:sp>
      <p:sp>
        <p:nvSpPr>
          <p:cNvPr id="6" name="Text Placeholder 3">
            <a:extLst>
              <a:ext uri="{FF2B5EF4-FFF2-40B4-BE49-F238E27FC236}">
                <a16:creationId xmlns:a16="http://schemas.microsoft.com/office/drawing/2014/main" id="{26B79543-07CC-411A-8FF4-0AED06021FC4}"/>
              </a:ext>
            </a:extLst>
          </p:cNvPr>
          <p:cNvSpPr>
            <a:spLocks noGrp="1"/>
          </p:cNvSpPr>
          <p:nvPr>
            <p:ph type="body" sz="quarter" idx="19"/>
          </p:nvPr>
        </p:nvSpPr>
        <p:spPr>
          <a:xfrm>
            <a:off x="2706919" y="5962880"/>
            <a:ext cx="3729037" cy="314325"/>
          </a:xfrm>
        </p:spPr>
        <p:txBody>
          <a:bodyPr>
            <a:normAutofit/>
          </a:bodyPr>
          <a:lstStyle/>
          <a:p>
            <a:pPr algn="ctr"/>
            <a:r>
              <a:rPr lang="en-US" sz="1200" dirty="0">
                <a:hlinkClick r:id="rId3" action="ppaction://hlinksldjump"/>
              </a:rPr>
              <a:t>Access the text alternative for slide images.</a:t>
            </a:r>
            <a:endParaRPr lang="en-US" sz="1200" dirty="0"/>
          </a:p>
        </p:txBody>
      </p:sp>
      <p:sp>
        <p:nvSpPr>
          <p:cNvPr id="7" name="Text Placeholder 4">
            <a:extLst>
              <a:ext uri="{FF2B5EF4-FFF2-40B4-BE49-F238E27FC236}">
                <a16:creationId xmlns:a16="http://schemas.microsoft.com/office/drawing/2014/main" id="{F3F69956-856E-4B5D-A2E9-368C783E42D1}"/>
              </a:ext>
            </a:extLst>
          </p:cNvPr>
          <p:cNvSpPr>
            <a:spLocks noGrp="1"/>
          </p:cNvSpPr>
          <p:nvPr>
            <p:ph type="body" sz="quarter" idx="21"/>
          </p:nvPr>
        </p:nvSpPr>
        <p:spPr/>
        <p:txBody>
          <a:bodyPr/>
          <a:lstStyle/>
          <a:p>
            <a:r>
              <a:rPr lang="en-US" sz="800" dirty="0"/>
              <a:t>(photos): (a): Ray F. Evert/ University of Wisconsin; (b): Carolina Biological Supply/Medical Images</a:t>
            </a:r>
            <a:endParaRPr lang="en-GB" sz="800" dirty="0"/>
          </a:p>
        </p:txBody>
      </p:sp>
      <p:sp>
        <p:nvSpPr>
          <p:cNvPr id="4" name="Slide Number Placeholder 5">
            <a:extLst>
              <a:ext uri="{FF2B5EF4-FFF2-40B4-BE49-F238E27FC236}">
                <a16:creationId xmlns:a16="http://schemas.microsoft.com/office/drawing/2014/main" id="{5FE4F9E4-1632-4C8B-8D80-D06ED5DDEE90}"/>
              </a:ext>
            </a:extLst>
          </p:cNvPr>
          <p:cNvSpPr>
            <a:spLocks noGrp="1"/>
          </p:cNvSpPr>
          <p:nvPr>
            <p:ph type="sldNum" sz="quarter" idx="4"/>
          </p:nvPr>
        </p:nvSpPr>
        <p:spPr/>
        <p:txBody>
          <a:bodyPr/>
          <a:lstStyle/>
          <a:p>
            <a:fld id="{68151E55-6873-49E2-B8D5-2F265E6F1973}" type="slidenum">
              <a:rPr lang="en-US" smtClean="0"/>
              <a:pPr/>
              <a:t>28</a:t>
            </a:fld>
            <a:endParaRPr lang="en-US" dirty="0"/>
          </a:p>
        </p:txBody>
      </p:sp>
    </p:spTree>
    <p:extLst>
      <p:ext uri="{BB962C8B-B14F-4D97-AF65-F5344CB8AC3E}">
        <p14:creationId xmlns:p14="http://schemas.microsoft.com/office/powerpoint/2010/main" val="21162512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45F6DB-1066-4D65-8E13-D3E610AAEA7B}"/>
              </a:ext>
            </a:extLst>
          </p:cNvPr>
          <p:cNvSpPr>
            <a:spLocks noGrp="1"/>
          </p:cNvSpPr>
          <p:nvPr>
            <p:ph type="title"/>
          </p:nvPr>
        </p:nvSpPr>
        <p:spPr/>
        <p:txBody>
          <a:bodyPr/>
          <a:lstStyle/>
          <a:p>
            <a:r>
              <a:rPr lang="en-US" altLang="en-US" dirty="0"/>
              <a:t>Branching of a Eudicot Root</a:t>
            </a:r>
            <a:endParaRPr lang="en-IN" dirty="0"/>
          </a:p>
        </p:txBody>
      </p:sp>
      <p:pic>
        <p:nvPicPr>
          <p:cNvPr id="8" name="Picture 2" descr="Diagram of branched eudicot root shows a branch root, pericycle, endodermis, cortex in center and vascular tissue in core. ">
            <a:extLst>
              <a:ext uri="{FF2B5EF4-FFF2-40B4-BE49-F238E27FC236}">
                <a16:creationId xmlns:a16="http://schemas.microsoft.com/office/drawing/2014/main" id="{7F1BF03F-CB16-4578-BA8E-4961A6468670}"/>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5520" b="2583"/>
          <a:stretch/>
        </p:blipFill>
        <p:spPr>
          <a:xfrm>
            <a:off x="2359659" y="1512276"/>
            <a:ext cx="4424683" cy="3960055"/>
          </a:xfrm>
          <a:prstGeom prst="rect">
            <a:avLst/>
          </a:prstGeom>
        </p:spPr>
      </p:pic>
      <p:sp>
        <p:nvSpPr>
          <p:cNvPr id="3" name="Text Placeholder 3">
            <a:extLst>
              <a:ext uri="{FF2B5EF4-FFF2-40B4-BE49-F238E27FC236}">
                <a16:creationId xmlns:a16="http://schemas.microsoft.com/office/drawing/2014/main" id="{93458673-89BE-4F13-84AE-1DE1672C9C56}"/>
              </a:ext>
            </a:extLst>
          </p:cNvPr>
          <p:cNvSpPr>
            <a:spLocks noGrp="1"/>
          </p:cNvSpPr>
          <p:nvPr>
            <p:ph type="body" sz="quarter" idx="19"/>
          </p:nvPr>
        </p:nvSpPr>
        <p:spPr>
          <a:xfrm>
            <a:off x="4032189" y="6023678"/>
            <a:ext cx="1079622" cy="314325"/>
          </a:xfrm>
        </p:spPr>
        <p:txBody>
          <a:bodyPr>
            <a:normAutofit/>
          </a:bodyPr>
          <a:lstStyle/>
          <a:p>
            <a:r>
              <a:rPr lang="en-US" sz="1200" dirty="0">
                <a:solidFill>
                  <a:schemeClr val="tx1"/>
                </a:solidFill>
              </a:rPr>
              <a:t>Figure </a:t>
            </a:r>
            <a:r>
              <a:rPr lang="en-US" sz="1200" dirty="0"/>
              <a:t>24</a:t>
            </a:r>
            <a:r>
              <a:rPr lang="en-US" sz="1200" dirty="0">
                <a:solidFill>
                  <a:schemeClr val="tx1"/>
                </a:solidFill>
              </a:rPr>
              <a:t>.10</a:t>
            </a:r>
          </a:p>
        </p:txBody>
      </p:sp>
      <p:sp>
        <p:nvSpPr>
          <p:cNvPr id="4" name="Slide Number Placeholder 4">
            <a:extLst>
              <a:ext uri="{FF2B5EF4-FFF2-40B4-BE49-F238E27FC236}">
                <a16:creationId xmlns:a16="http://schemas.microsoft.com/office/drawing/2014/main" id="{5630B694-74C9-4B78-8F5B-60F24385C2B6}"/>
              </a:ext>
            </a:extLst>
          </p:cNvPr>
          <p:cNvSpPr>
            <a:spLocks noGrp="1"/>
          </p:cNvSpPr>
          <p:nvPr>
            <p:ph type="sldNum" sz="quarter" idx="4"/>
          </p:nvPr>
        </p:nvSpPr>
        <p:spPr/>
        <p:txBody>
          <a:bodyPr/>
          <a:lstStyle/>
          <a:p>
            <a:fld id="{68151E55-6873-49E2-B8D5-2F265E6F1973}" type="slidenum">
              <a:rPr lang="en-US" smtClean="0"/>
              <a:pPr/>
              <a:t>29</a:t>
            </a:fld>
            <a:endParaRPr lang="en-US" dirty="0"/>
          </a:p>
        </p:txBody>
      </p:sp>
    </p:spTree>
    <p:extLst>
      <p:ext uri="{BB962C8B-B14F-4D97-AF65-F5344CB8AC3E}">
        <p14:creationId xmlns:p14="http://schemas.microsoft.com/office/powerpoint/2010/main" val="14882244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60A762-6B2E-41AA-8614-455287D9E3CA}"/>
              </a:ext>
            </a:extLst>
          </p:cNvPr>
          <p:cNvSpPr>
            <a:spLocks noGrp="1"/>
          </p:cNvSpPr>
          <p:nvPr>
            <p:ph type="title"/>
          </p:nvPr>
        </p:nvSpPr>
        <p:spPr>
          <a:xfrm>
            <a:off x="0" y="1"/>
            <a:ext cx="9144000" cy="1125414"/>
          </a:xfrm>
        </p:spPr>
        <p:txBody>
          <a:bodyPr/>
          <a:lstStyle/>
          <a:p>
            <a:r>
              <a:rPr lang="en-US" altLang="en-US" dirty="0"/>
              <a:t>Organization of Monocot Roots</a:t>
            </a:r>
            <a:endParaRPr lang="en-IN" dirty="0"/>
          </a:p>
        </p:txBody>
      </p:sp>
      <p:sp>
        <p:nvSpPr>
          <p:cNvPr id="3" name="Text Placeholder 2">
            <a:extLst>
              <a:ext uri="{FF2B5EF4-FFF2-40B4-BE49-F238E27FC236}">
                <a16:creationId xmlns:a16="http://schemas.microsoft.com/office/drawing/2014/main" id="{EEBC4077-6D1B-4A04-B50E-7B55AFAC3F7D}"/>
              </a:ext>
            </a:extLst>
          </p:cNvPr>
          <p:cNvSpPr>
            <a:spLocks noGrp="1"/>
          </p:cNvSpPr>
          <p:nvPr>
            <p:ph type="body" sz="quarter" idx="19"/>
          </p:nvPr>
        </p:nvSpPr>
        <p:spPr>
          <a:xfrm>
            <a:off x="614912" y="1259241"/>
            <a:ext cx="7914175" cy="4051312"/>
          </a:xfrm>
        </p:spPr>
        <p:txBody>
          <a:bodyPr>
            <a:normAutofit/>
          </a:bodyPr>
          <a:lstStyle/>
          <a:p>
            <a:pPr marL="285750" lvl="1" indent="-285750">
              <a:spcBef>
                <a:spcPts val="0"/>
              </a:spcBef>
            </a:pPr>
            <a:r>
              <a:rPr lang="en-US" sz="2800" dirty="0">
                <a:solidFill>
                  <a:prstClr val="black"/>
                </a:solidFill>
              </a:rPr>
              <a:t>The ground tissue of root’s </a:t>
            </a:r>
            <a:r>
              <a:rPr lang="en-US" sz="2800" b="1" dirty="0">
                <a:solidFill>
                  <a:srgbClr val="D90000"/>
                </a:solidFill>
              </a:rPr>
              <a:t>pith</a:t>
            </a:r>
            <a:r>
              <a:rPr lang="en-US" sz="2800" dirty="0">
                <a:solidFill>
                  <a:prstClr val="black"/>
                </a:solidFill>
              </a:rPr>
              <a:t> is surrounded by a vascular ring.</a:t>
            </a:r>
          </a:p>
          <a:p>
            <a:pPr marL="285750" lvl="1" indent="-285750"/>
            <a:r>
              <a:rPr lang="en-US" sz="2800" dirty="0">
                <a:solidFill>
                  <a:prstClr val="black"/>
                </a:solidFill>
              </a:rPr>
              <a:t>They have the same growth zones as eudicot roots, but do not undergo secondary growth.</a:t>
            </a:r>
          </a:p>
          <a:p>
            <a:pPr marL="285750" lvl="1" indent="-285750"/>
            <a:r>
              <a:rPr lang="en-US" sz="2800" dirty="0">
                <a:solidFill>
                  <a:prstClr val="black"/>
                </a:solidFill>
              </a:rPr>
              <a:t>They have pericycle, endodermis, cortex, and epidermis.</a:t>
            </a:r>
          </a:p>
        </p:txBody>
      </p:sp>
      <p:sp>
        <p:nvSpPr>
          <p:cNvPr id="4" name="Slide Number Placeholder 3">
            <a:extLst>
              <a:ext uri="{FF2B5EF4-FFF2-40B4-BE49-F238E27FC236}">
                <a16:creationId xmlns:a16="http://schemas.microsoft.com/office/drawing/2014/main" id="{CC1A770E-A655-440D-8367-21E4BC97D0F6}"/>
              </a:ext>
            </a:extLst>
          </p:cNvPr>
          <p:cNvSpPr>
            <a:spLocks noGrp="1"/>
          </p:cNvSpPr>
          <p:nvPr>
            <p:ph type="sldNum" sz="quarter" idx="4"/>
          </p:nvPr>
        </p:nvSpPr>
        <p:spPr/>
        <p:txBody>
          <a:bodyPr/>
          <a:lstStyle/>
          <a:p>
            <a:fld id="{68151E55-6873-49E2-B8D5-2F265E6F1973}" type="slidenum">
              <a:rPr lang="en-US" smtClean="0"/>
              <a:pPr/>
              <a:t>30</a:t>
            </a:fld>
            <a:endParaRPr lang="en-US" dirty="0"/>
          </a:p>
        </p:txBody>
      </p:sp>
    </p:spTree>
    <p:extLst>
      <p:ext uri="{BB962C8B-B14F-4D97-AF65-F5344CB8AC3E}">
        <p14:creationId xmlns:p14="http://schemas.microsoft.com/office/powerpoint/2010/main" val="5876928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2EC0F05D-1ED7-4D03-9F91-0526FEF961DE}"/>
              </a:ext>
            </a:extLst>
          </p:cNvPr>
          <p:cNvSpPr>
            <a:spLocks noGrp="1"/>
          </p:cNvSpPr>
          <p:nvPr>
            <p:ph type="title"/>
          </p:nvPr>
        </p:nvSpPr>
        <p:spPr>
          <a:xfrm>
            <a:off x="0" y="1"/>
            <a:ext cx="9144000" cy="1090245"/>
          </a:xfrm>
        </p:spPr>
        <p:txBody>
          <a:bodyPr/>
          <a:lstStyle/>
          <a:p>
            <a:r>
              <a:rPr lang="en-US" altLang="en-US" dirty="0"/>
              <a:t>Monocot Root</a:t>
            </a:r>
            <a:endParaRPr lang="en-IN" dirty="0"/>
          </a:p>
        </p:txBody>
      </p:sp>
      <p:pic>
        <p:nvPicPr>
          <p:cNvPr id="9" name="Picture 2" descr="Diagram and micrograph of monocot root shows circular pith, phloem, multiple pericycle, endodermis with Casparian strip, xylem, cortex and epidermis. ">
            <a:extLst>
              <a:ext uri="{FF2B5EF4-FFF2-40B4-BE49-F238E27FC236}">
                <a16:creationId xmlns:a16="http://schemas.microsoft.com/office/drawing/2014/main" id="{866347B6-D19E-45D6-95EC-A6D60FFB5C20}"/>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5625" b="2780"/>
          <a:stretch/>
        </p:blipFill>
        <p:spPr>
          <a:xfrm>
            <a:off x="2336386" y="1003734"/>
            <a:ext cx="4471227" cy="4940346"/>
          </a:xfrm>
          <a:prstGeom prst="rect">
            <a:avLst/>
          </a:prstGeom>
        </p:spPr>
      </p:pic>
      <p:sp>
        <p:nvSpPr>
          <p:cNvPr id="7" name="Text Placeholder 3">
            <a:extLst>
              <a:ext uri="{FF2B5EF4-FFF2-40B4-BE49-F238E27FC236}">
                <a16:creationId xmlns:a16="http://schemas.microsoft.com/office/drawing/2014/main" id="{16A091D2-715E-452D-AF92-87559CCB84DD}"/>
              </a:ext>
            </a:extLst>
          </p:cNvPr>
          <p:cNvSpPr>
            <a:spLocks noGrp="1"/>
          </p:cNvSpPr>
          <p:nvPr>
            <p:ph type="body" sz="quarter" idx="19"/>
          </p:nvPr>
        </p:nvSpPr>
        <p:spPr>
          <a:xfrm>
            <a:off x="3985296" y="6193594"/>
            <a:ext cx="1173406" cy="314325"/>
          </a:xfrm>
        </p:spPr>
        <p:txBody>
          <a:bodyPr>
            <a:normAutofit/>
          </a:bodyPr>
          <a:lstStyle/>
          <a:p>
            <a:r>
              <a:rPr lang="en-US" sz="1200" dirty="0">
                <a:solidFill>
                  <a:schemeClr val="tx1"/>
                </a:solidFill>
              </a:rPr>
              <a:t>Figure </a:t>
            </a:r>
            <a:r>
              <a:rPr lang="en-US" sz="1200" dirty="0"/>
              <a:t>24</a:t>
            </a:r>
            <a:r>
              <a:rPr lang="en-US" sz="1200" dirty="0">
                <a:solidFill>
                  <a:schemeClr val="tx1"/>
                </a:solidFill>
              </a:rPr>
              <a:t>.11</a:t>
            </a:r>
          </a:p>
        </p:txBody>
      </p:sp>
      <p:sp>
        <p:nvSpPr>
          <p:cNvPr id="8" name="Text Placeholder 4">
            <a:extLst>
              <a:ext uri="{FF2B5EF4-FFF2-40B4-BE49-F238E27FC236}">
                <a16:creationId xmlns:a16="http://schemas.microsoft.com/office/drawing/2014/main" id="{1FF47724-B0C4-4F2B-AD8E-3D170D61A228}"/>
              </a:ext>
            </a:extLst>
          </p:cNvPr>
          <p:cNvSpPr>
            <a:spLocks noGrp="1"/>
          </p:cNvSpPr>
          <p:nvPr>
            <p:ph type="body" sz="quarter" idx="21"/>
          </p:nvPr>
        </p:nvSpPr>
        <p:spPr>
          <a:xfrm>
            <a:off x="5251938" y="6563439"/>
            <a:ext cx="3370242" cy="258805"/>
          </a:xfrm>
        </p:spPr>
        <p:txBody>
          <a:bodyPr/>
          <a:lstStyle/>
          <a:p>
            <a:r>
              <a:rPr lang="en-US" sz="800" dirty="0"/>
              <a:t>(a): </a:t>
            </a:r>
            <a:r>
              <a:rPr lang="en-US" sz="800" dirty="0" err="1"/>
              <a:t>AIvin</a:t>
            </a:r>
            <a:r>
              <a:rPr lang="en-US" sz="800" dirty="0"/>
              <a:t> </a:t>
            </a:r>
            <a:r>
              <a:rPr lang="en-US" sz="800" dirty="0" err="1"/>
              <a:t>Telser</a:t>
            </a:r>
            <a:r>
              <a:rPr lang="en-US" sz="800" dirty="0"/>
              <a:t>/McGraw-Hill; (b): ©George </a:t>
            </a:r>
            <a:r>
              <a:rPr lang="en-US" sz="800" dirty="0" err="1"/>
              <a:t>Ellmore</a:t>
            </a:r>
            <a:r>
              <a:rPr lang="en-US" sz="800" dirty="0"/>
              <a:t>, Tufts University</a:t>
            </a:r>
            <a:endParaRPr lang="en-GB" sz="800" dirty="0"/>
          </a:p>
        </p:txBody>
      </p:sp>
      <p:sp>
        <p:nvSpPr>
          <p:cNvPr id="4" name="Slide Number Placeholder 5">
            <a:extLst>
              <a:ext uri="{FF2B5EF4-FFF2-40B4-BE49-F238E27FC236}">
                <a16:creationId xmlns:a16="http://schemas.microsoft.com/office/drawing/2014/main" id="{AC71C755-7C5D-4BE4-80E8-9BD28029D5F7}"/>
              </a:ext>
            </a:extLst>
          </p:cNvPr>
          <p:cNvSpPr>
            <a:spLocks noGrp="1"/>
          </p:cNvSpPr>
          <p:nvPr>
            <p:ph type="sldNum" sz="quarter" idx="4"/>
          </p:nvPr>
        </p:nvSpPr>
        <p:spPr/>
        <p:txBody>
          <a:bodyPr/>
          <a:lstStyle/>
          <a:p>
            <a:fld id="{68151E55-6873-49E2-B8D5-2F265E6F1973}" type="slidenum">
              <a:rPr lang="en-US" smtClean="0"/>
              <a:pPr/>
              <a:t>31</a:t>
            </a:fld>
            <a:endParaRPr lang="en-US" dirty="0"/>
          </a:p>
        </p:txBody>
      </p:sp>
    </p:spTree>
    <p:extLst>
      <p:ext uri="{BB962C8B-B14F-4D97-AF65-F5344CB8AC3E}">
        <p14:creationId xmlns:p14="http://schemas.microsoft.com/office/powerpoint/2010/main" val="194157574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6DFF31-2662-4C6C-9F1C-DE9B99DB09EC}"/>
              </a:ext>
            </a:extLst>
          </p:cNvPr>
          <p:cNvSpPr>
            <a:spLocks noGrp="1"/>
          </p:cNvSpPr>
          <p:nvPr>
            <p:ph type="title"/>
          </p:nvPr>
        </p:nvSpPr>
        <p:spPr/>
        <p:txBody>
          <a:bodyPr/>
          <a:lstStyle/>
          <a:p>
            <a:r>
              <a:rPr lang="en-US" altLang="en-US" sz="3200" dirty="0"/>
              <a:t>Root Diversity</a:t>
            </a:r>
            <a:endParaRPr lang="en-IN" sz="3200" dirty="0"/>
          </a:p>
        </p:txBody>
      </p:sp>
      <p:sp>
        <p:nvSpPr>
          <p:cNvPr id="6" name="Text Placeholder 2">
            <a:extLst>
              <a:ext uri="{FF2B5EF4-FFF2-40B4-BE49-F238E27FC236}">
                <a16:creationId xmlns:a16="http://schemas.microsoft.com/office/drawing/2014/main" id="{596E2F46-3637-4FE0-92AB-B58D790F5E05}"/>
              </a:ext>
            </a:extLst>
          </p:cNvPr>
          <p:cNvSpPr>
            <a:spLocks noGrp="1"/>
          </p:cNvSpPr>
          <p:nvPr>
            <p:ph type="body" sz="quarter" idx="19"/>
          </p:nvPr>
        </p:nvSpPr>
        <p:spPr>
          <a:xfrm>
            <a:off x="842963" y="932532"/>
            <a:ext cx="7623676" cy="1577744"/>
          </a:xfrm>
        </p:spPr>
        <p:txBody>
          <a:bodyPr/>
          <a:lstStyle/>
          <a:p>
            <a:pPr lvl="0">
              <a:lnSpc>
                <a:spcPct val="80000"/>
              </a:lnSpc>
              <a:spcAft>
                <a:spcPts val="2000"/>
              </a:spcAft>
            </a:pPr>
            <a:r>
              <a:rPr lang="en-US" sz="2500" dirty="0"/>
              <a:t>Primary root (</a:t>
            </a:r>
            <a:r>
              <a:rPr lang="en-US" sz="2500" b="1" dirty="0">
                <a:solidFill>
                  <a:srgbClr val="D90000"/>
                </a:solidFill>
              </a:rPr>
              <a:t>taproot</a:t>
            </a:r>
            <a:r>
              <a:rPr lang="en-US" sz="2500" dirty="0"/>
              <a:t>)</a:t>
            </a:r>
            <a:r>
              <a:rPr lang="en-US" sz="2500" b="1" dirty="0">
                <a:solidFill>
                  <a:srgbClr val="ACCBF9">
                    <a:lumMod val="25000"/>
                  </a:srgbClr>
                </a:solidFill>
              </a:rPr>
              <a:t> </a:t>
            </a:r>
            <a:r>
              <a:rPr lang="en-US" sz="2500" dirty="0">
                <a:solidFill>
                  <a:prstClr val="black"/>
                </a:solidFill>
              </a:rPr>
              <a:t>– Fleshy, long single root, that grows straight down</a:t>
            </a:r>
          </a:p>
          <a:p>
            <a:pPr marL="285750" lvl="1">
              <a:lnSpc>
                <a:spcPct val="80000"/>
              </a:lnSpc>
              <a:spcBef>
                <a:spcPts val="0"/>
              </a:spcBef>
            </a:pPr>
            <a:r>
              <a:rPr lang="en-US" sz="2200" dirty="0">
                <a:solidFill>
                  <a:prstClr val="black"/>
                </a:solidFill>
              </a:rPr>
              <a:t>Stores food</a:t>
            </a:r>
          </a:p>
        </p:txBody>
      </p:sp>
      <p:sp>
        <p:nvSpPr>
          <p:cNvPr id="7" name="Text Placeholder 3">
            <a:extLst>
              <a:ext uri="{FF2B5EF4-FFF2-40B4-BE49-F238E27FC236}">
                <a16:creationId xmlns:a16="http://schemas.microsoft.com/office/drawing/2014/main" id="{0309BA0D-210C-4A7F-8B9F-A035C5174ACE}"/>
              </a:ext>
            </a:extLst>
          </p:cNvPr>
          <p:cNvSpPr>
            <a:spLocks noGrp="1"/>
          </p:cNvSpPr>
          <p:nvPr>
            <p:ph type="body" sz="quarter" idx="20"/>
          </p:nvPr>
        </p:nvSpPr>
        <p:spPr>
          <a:xfrm>
            <a:off x="842963" y="2228922"/>
            <a:ext cx="7515726" cy="1827610"/>
          </a:xfrm>
        </p:spPr>
        <p:txBody>
          <a:bodyPr/>
          <a:lstStyle/>
          <a:p>
            <a:pPr lvl="0">
              <a:lnSpc>
                <a:spcPct val="80000"/>
              </a:lnSpc>
              <a:spcAft>
                <a:spcPts val="2000"/>
              </a:spcAft>
            </a:pPr>
            <a:r>
              <a:rPr lang="en-US" sz="2500" b="1" dirty="0">
                <a:solidFill>
                  <a:srgbClr val="D90000"/>
                </a:solidFill>
              </a:rPr>
              <a:t>Fibrous root </a:t>
            </a:r>
            <a:r>
              <a:rPr lang="en-US" sz="2500" dirty="0"/>
              <a:t>system</a:t>
            </a:r>
            <a:r>
              <a:rPr lang="en-US" sz="2500" b="1" dirty="0">
                <a:solidFill>
                  <a:srgbClr val="ACCBF9">
                    <a:lumMod val="25000"/>
                  </a:srgbClr>
                </a:solidFill>
              </a:rPr>
              <a:t> </a:t>
            </a:r>
            <a:r>
              <a:rPr lang="en-US" sz="2500" dirty="0">
                <a:solidFill>
                  <a:prstClr val="black"/>
                </a:solidFill>
              </a:rPr>
              <a:t>– Slender roots and lateral branches</a:t>
            </a:r>
          </a:p>
          <a:p>
            <a:pPr marL="285750" lvl="1">
              <a:lnSpc>
                <a:spcPct val="80000"/>
              </a:lnSpc>
              <a:spcBef>
                <a:spcPts val="0"/>
              </a:spcBef>
            </a:pPr>
            <a:r>
              <a:rPr lang="en-US" sz="2200" dirty="0">
                <a:solidFill>
                  <a:prstClr val="black"/>
                </a:solidFill>
              </a:rPr>
              <a:t>Anchors plant to soil</a:t>
            </a:r>
          </a:p>
          <a:p>
            <a:pPr marL="285750" lvl="1">
              <a:lnSpc>
                <a:spcPct val="80000"/>
              </a:lnSpc>
            </a:pPr>
            <a:r>
              <a:rPr lang="en-US" sz="2200" dirty="0">
                <a:solidFill>
                  <a:prstClr val="black"/>
                </a:solidFill>
              </a:rPr>
              <a:t>Found in monocots</a:t>
            </a:r>
          </a:p>
        </p:txBody>
      </p:sp>
      <p:sp>
        <p:nvSpPr>
          <p:cNvPr id="8" name="Text Placeholder 4">
            <a:extLst>
              <a:ext uri="{FF2B5EF4-FFF2-40B4-BE49-F238E27FC236}">
                <a16:creationId xmlns:a16="http://schemas.microsoft.com/office/drawing/2014/main" id="{F247BFFD-1D97-4228-A6CD-ECACC0C3A109}"/>
              </a:ext>
            </a:extLst>
          </p:cNvPr>
          <p:cNvSpPr>
            <a:spLocks noGrp="1"/>
          </p:cNvSpPr>
          <p:nvPr>
            <p:ph type="body" sz="quarter" idx="21"/>
          </p:nvPr>
        </p:nvSpPr>
        <p:spPr>
          <a:xfrm>
            <a:off x="814136" y="3880338"/>
            <a:ext cx="7790601" cy="2627581"/>
          </a:xfrm>
        </p:spPr>
        <p:txBody>
          <a:bodyPr>
            <a:normAutofit/>
          </a:bodyPr>
          <a:lstStyle/>
          <a:p>
            <a:pPr lvl="0">
              <a:lnSpc>
                <a:spcPct val="80000"/>
              </a:lnSpc>
              <a:spcAft>
                <a:spcPts val="2000"/>
              </a:spcAft>
            </a:pPr>
            <a:r>
              <a:rPr lang="en-US" sz="2500" dirty="0">
                <a:solidFill>
                  <a:prstClr val="black"/>
                </a:solidFill>
              </a:rPr>
              <a:t>Some plants have roots that possess a variety of adaptations to better perform their functions.</a:t>
            </a:r>
          </a:p>
          <a:p>
            <a:pPr marL="363538" lvl="0" indent="-363538">
              <a:lnSpc>
                <a:spcPct val="80000"/>
              </a:lnSpc>
              <a:spcAft>
                <a:spcPts val="2000"/>
              </a:spcAft>
              <a:buFont typeface="Arial" panose="020B0604020202020204" pitchFamily="34" charset="0"/>
              <a:buChar char="•"/>
            </a:pPr>
            <a:r>
              <a:rPr lang="en-US" sz="2200" dirty="0">
                <a:solidFill>
                  <a:prstClr val="black"/>
                </a:solidFill>
              </a:rPr>
              <a:t>Improve anchorage to the ground and support in high wind</a:t>
            </a:r>
          </a:p>
          <a:p>
            <a:pPr marL="363538" lvl="0" indent="-363538">
              <a:lnSpc>
                <a:spcPct val="80000"/>
              </a:lnSpc>
              <a:spcAft>
                <a:spcPts val="2000"/>
              </a:spcAft>
              <a:buFont typeface="Arial" panose="020B0604020202020204" pitchFamily="34" charset="0"/>
              <a:buChar char="•"/>
            </a:pPr>
            <a:r>
              <a:rPr lang="en-US" sz="2200" dirty="0">
                <a:solidFill>
                  <a:prstClr val="black"/>
                </a:solidFill>
              </a:rPr>
              <a:t>Store large quantities of carbohydrate</a:t>
            </a:r>
          </a:p>
          <a:p>
            <a:pPr marL="363538" lvl="0" indent="-363538">
              <a:lnSpc>
                <a:spcPct val="80000"/>
              </a:lnSpc>
              <a:spcAft>
                <a:spcPts val="2000"/>
              </a:spcAft>
              <a:buFont typeface="Arial" panose="020B0604020202020204" pitchFamily="34" charset="0"/>
              <a:buChar char="•"/>
            </a:pPr>
            <a:r>
              <a:rPr lang="en-US" sz="2200" dirty="0">
                <a:solidFill>
                  <a:prstClr val="black"/>
                </a:solidFill>
              </a:rPr>
              <a:t>Increase absorption of water, minerals, oxygen, sunlight</a:t>
            </a:r>
          </a:p>
        </p:txBody>
      </p:sp>
      <p:sp>
        <p:nvSpPr>
          <p:cNvPr id="4" name="Slide Number Placeholder 5">
            <a:extLst>
              <a:ext uri="{FF2B5EF4-FFF2-40B4-BE49-F238E27FC236}">
                <a16:creationId xmlns:a16="http://schemas.microsoft.com/office/drawing/2014/main" id="{A72A9E3F-3767-4834-A03D-9DDB91454C78}"/>
              </a:ext>
            </a:extLst>
          </p:cNvPr>
          <p:cNvSpPr>
            <a:spLocks noGrp="1"/>
          </p:cNvSpPr>
          <p:nvPr>
            <p:ph type="sldNum" sz="quarter" idx="4"/>
          </p:nvPr>
        </p:nvSpPr>
        <p:spPr/>
        <p:txBody>
          <a:bodyPr/>
          <a:lstStyle/>
          <a:p>
            <a:fld id="{68151E55-6873-49E2-B8D5-2F265E6F1973}" type="slidenum">
              <a:rPr lang="en-US" smtClean="0"/>
              <a:pPr/>
              <a:t>32</a:t>
            </a:fld>
            <a:endParaRPr lang="en-US" dirty="0"/>
          </a:p>
        </p:txBody>
      </p:sp>
    </p:spTree>
    <p:extLst>
      <p:ext uri="{BB962C8B-B14F-4D97-AF65-F5344CB8AC3E}">
        <p14:creationId xmlns:p14="http://schemas.microsoft.com/office/powerpoint/2010/main" val="271455508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432FDC3D-B75D-4BDC-9A5E-9FA850CD3B40}"/>
              </a:ext>
            </a:extLst>
          </p:cNvPr>
          <p:cNvSpPr>
            <a:spLocks noGrp="1"/>
          </p:cNvSpPr>
          <p:nvPr>
            <p:ph type="title"/>
          </p:nvPr>
        </p:nvSpPr>
        <p:spPr>
          <a:xfrm>
            <a:off x="0" y="2"/>
            <a:ext cx="9144000" cy="813762"/>
          </a:xfrm>
        </p:spPr>
        <p:txBody>
          <a:bodyPr/>
          <a:lstStyle/>
          <a:p>
            <a:r>
              <a:rPr lang="en-US" altLang="en-US" sz="3600" dirty="0"/>
              <a:t>Root Specializations</a:t>
            </a:r>
            <a:endParaRPr lang="en-IN" sz="3600" dirty="0"/>
          </a:p>
        </p:txBody>
      </p:sp>
      <p:pic>
        <p:nvPicPr>
          <p:cNvPr id="9" name="Picture 2" descr="Root specialization examples include: roots for storage; prop roots for support; pneumatophores for oxygen; multifunctioning aerial roots.">
            <a:extLst>
              <a:ext uri="{FF2B5EF4-FFF2-40B4-BE49-F238E27FC236}">
                <a16:creationId xmlns:a16="http://schemas.microsoft.com/office/drawing/2014/main" id="{D87981E1-801D-4020-B58C-C77D2A31A498}"/>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4376" b="3879"/>
          <a:stretch/>
        </p:blipFill>
        <p:spPr>
          <a:xfrm>
            <a:off x="2935223" y="813763"/>
            <a:ext cx="3273552" cy="5011119"/>
          </a:xfrm>
          <a:prstGeom prst="rect">
            <a:avLst/>
          </a:prstGeom>
        </p:spPr>
      </p:pic>
      <p:sp>
        <p:nvSpPr>
          <p:cNvPr id="7" name="Text Placeholder 3">
            <a:extLst>
              <a:ext uri="{FF2B5EF4-FFF2-40B4-BE49-F238E27FC236}">
                <a16:creationId xmlns:a16="http://schemas.microsoft.com/office/drawing/2014/main" id="{D5780654-50EE-482B-A4B8-0DE7B499203C}"/>
              </a:ext>
            </a:extLst>
          </p:cNvPr>
          <p:cNvSpPr>
            <a:spLocks noGrp="1"/>
          </p:cNvSpPr>
          <p:nvPr>
            <p:ph type="body" sz="quarter" idx="19"/>
          </p:nvPr>
        </p:nvSpPr>
        <p:spPr>
          <a:xfrm>
            <a:off x="4014603" y="6044237"/>
            <a:ext cx="1114791" cy="314325"/>
          </a:xfrm>
        </p:spPr>
        <p:txBody>
          <a:bodyPr>
            <a:normAutofit/>
          </a:bodyPr>
          <a:lstStyle/>
          <a:p>
            <a:r>
              <a:rPr lang="en-US" sz="1200" dirty="0">
                <a:solidFill>
                  <a:schemeClr val="tx1"/>
                </a:solidFill>
              </a:rPr>
              <a:t>Figure </a:t>
            </a:r>
            <a:r>
              <a:rPr lang="en-US" sz="1200" dirty="0"/>
              <a:t>24</a:t>
            </a:r>
            <a:r>
              <a:rPr lang="en-US" sz="1200" dirty="0">
                <a:solidFill>
                  <a:schemeClr val="tx1"/>
                </a:solidFill>
              </a:rPr>
              <a:t>.12</a:t>
            </a:r>
          </a:p>
        </p:txBody>
      </p:sp>
      <p:sp>
        <p:nvSpPr>
          <p:cNvPr id="8" name="Text Placeholder 4">
            <a:extLst>
              <a:ext uri="{FF2B5EF4-FFF2-40B4-BE49-F238E27FC236}">
                <a16:creationId xmlns:a16="http://schemas.microsoft.com/office/drawing/2014/main" id="{C3B5065E-4D8D-41F5-B2FE-A951D57BFF7F}"/>
              </a:ext>
            </a:extLst>
          </p:cNvPr>
          <p:cNvSpPr>
            <a:spLocks noGrp="1"/>
          </p:cNvSpPr>
          <p:nvPr>
            <p:ph type="body" sz="quarter" idx="21"/>
          </p:nvPr>
        </p:nvSpPr>
        <p:spPr>
          <a:xfrm>
            <a:off x="4319064" y="6518158"/>
            <a:ext cx="4378426" cy="258805"/>
          </a:xfrm>
        </p:spPr>
        <p:txBody>
          <a:bodyPr/>
          <a:lstStyle/>
          <a:p>
            <a:r>
              <a:rPr lang="en-US" sz="800" dirty="0"/>
              <a:t>(a): </a:t>
            </a:r>
            <a:r>
              <a:rPr lang="en-US" sz="800" dirty="0" err="1"/>
              <a:t>Madlen</a:t>
            </a:r>
            <a:r>
              <a:rPr lang="en-US" sz="800" dirty="0"/>
              <a:t>/Shutterstock; (b): </a:t>
            </a:r>
            <a:r>
              <a:rPr lang="en-US" sz="800" dirty="0" err="1"/>
              <a:t>NokHoOkNoi</a:t>
            </a:r>
            <a:r>
              <a:rPr lang="en-US" sz="800" dirty="0"/>
              <a:t>/iStock/Getty Images;</a:t>
            </a:r>
            <a:br>
              <a:rPr lang="en-US" sz="800" dirty="0"/>
            </a:br>
            <a:r>
              <a:rPr lang="en-US" sz="800" dirty="0"/>
              <a:t>(c): FLPA/Mark Newman/age </a:t>
            </a:r>
            <a:r>
              <a:rPr lang="en-US" sz="800" dirty="0" err="1"/>
              <a:t>fotostock</a:t>
            </a:r>
            <a:r>
              <a:rPr lang="en-US" sz="800" dirty="0"/>
              <a:t>; (d): DEA/S </a:t>
            </a:r>
            <a:r>
              <a:rPr lang="en-US" sz="800" dirty="0" err="1"/>
              <a:t>Montanari</a:t>
            </a:r>
            <a:r>
              <a:rPr lang="en-US" sz="800" dirty="0"/>
              <a:t>/age </a:t>
            </a:r>
            <a:r>
              <a:rPr lang="en-US" sz="800" dirty="0" err="1"/>
              <a:t>fotostock</a:t>
            </a:r>
            <a:endParaRPr lang="en-GB" sz="800" dirty="0"/>
          </a:p>
        </p:txBody>
      </p:sp>
      <p:sp>
        <p:nvSpPr>
          <p:cNvPr id="4" name="Slide Number Placeholder 5">
            <a:extLst>
              <a:ext uri="{FF2B5EF4-FFF2-40B4-BE49-F238E27FC236}">
                <a16:creationId xmlns:a16="http://schemas.microsoft.com/office/drawing/2014/main" id="{D1266016-BBEE-4F9F-AAAF-FD94617B70F0}"/>
              </a:ext>
            </a:extLst>
          </p:cNvPr>
          <p:cNvSpPr>
            <a:spLocks noGrp="1"/>
          </p:cNvSpPr>
          <p:nvPr>
            <p:ph type="sldNum" sz="quarter" idx="4"/>
          </p:nvPr>
        </p:nvSpPr>
        <p:spPr/>
        <p:txBody>
          <a:bodyPr/>
          <a:lstStyle/>
          <a:p>
            <a:fld id="{68151E55-6873-49E2-B8D5-2F265E6F1973}" type="slidenum">
              <a:rPr lang="en-US" smtClean="0"/>
              <a:pPr/>
              <a:t>33</a:t>
            </a:fld>
            <a:endParaRPr lang="en-US" dirty="0"/>
          </a:p>
        </p:txBody>
      </p:sp>
    </p:spTree>
    <p:extLst>
      <p:ext uri="{BB962C8B-B14F-4D97-AF65-F5344CB8AC3E}">
        <p14:creationId xmlns:p14="http://schemas.microsoft.com/office/powerpoint/2010/main" val="242901261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36335B-D717-49C3-B329-8348017BE400}"/>
              </a:ext>
            </a:extLst>
          </p:cNvPr>
          <p:cNvSpPr>
            <a:spLocks noGrp="1"/>
          </p:cNvSpPr>
          <p:nvPr>
            <p:ph type="title"/>
          </p:nvPr>
        </p:nvSpPr>
        <p:spPr>
          <a:xfrm>
            <a:off x="0" y="1"/>
            <a:ext cx="9144000" cy="1090245"/>
          </a:xfrm>
        </p:spPr>
        <p:txBody>
          <a:bodyPr/>
          <a:lstStyle/>
          <a:p>
            <a:r>
              <a:rPr lang="en-US" altLang="en-US" dirty="0"/>
              <a:t>Root Symbiotic Relationships</a:t>
            </a:r>
            <a:endParaRPr lang="en-IN" dirty="0"/>
          </a:p>
        </p:txBody>
      </p:sp>
      <p:sp>
        <p:nvSpPr>
          <p:cNvPr id="3" name="Text Placeholder 2">
            <a:extLst>
              <a:ext uri="{FF2B5EF4-FFF2-40B4-BE49-F238E27FC236}">
                <a16:creationId xmlns:a16="http://schemas.microsoft.com/office/drawing/2014/main" id="{DD3113AE-2750-4461-8E0F-16E03EE25572}"/>
              </a:ext>
            </a:extLst>
          </p:cNvPr>
          <p:cNvSpPr>
            <a:spLocks noGrp="1"/>
          </p:cNvSpPr>
          <p:nvPr>
            <p:ph type="body" sz="quarter" idx="19"/>
          </p:nvPr>
        </p:nvSpPr>
        <p:spPr>
          <a:xfrm>
            <a:off x="842963" y="1177180"/>
            <a:ext cx="7304575" cy="5330740"/>
          </a:xfrm>
        </p:spPr>
        <p:txBody>
          <a:bodyPr/>
          <a:lstStyle/>
          <a:p>
            <a:pPr marL="0" lvl="1" indent="0">
              <a:lnSpc>
                <a:spcPct val="90000"/>
              </a:lnSpc>
              <a:spcBef>
                <a:spcPts val="0"/>
              </a:spcBef>
              <a:buNone/>
            </a:pPr>
            <a:r>
              <a:rPr lang="en-US" sz="2600" b="1" dirty="0">
                <a:solidFill>
                  <a:prstClr val="black"/>
                </a:solidFill>
              </a:rPr>
              <a:t>Mycorrhizae</a:t>
            </a:r>
            <a:r>
              <a:rPr lang="en-US" sz="2600" dirty="0">
                <a:solidFill>
                  <a:prstClr val="black"/>
                </a:solidFill>
              </a:rPr>
              <a:t>:</a:t>
            </a:r>
          </a:p>
          <a:p>
            <a:pPr marL="269875" lvl="2" indent="-269875">
              <a:lnSpc>
                <a:spcPct val="90000"/>
              </a:lnSpc>
            </a:pPr>
            <a:r>
              <a:rPr lang="en-US" sz="2200" dirty="0">
                <a:solidFill>
                  <a:prstClr val="black"/>
                </a:solidFill>
              </a:rPr>
              <a:t>Mutualistic associations between roots and fungi</a:t>
            </a:r>
          </a:p>
          <a:p>
            <a:pPr marL="269875" lvl="2" indent="-269875">
              <a:lnSpc>
                <a:spcPct val="90000"/>
              </a:lnSpc>
            </a:pPr>
            <a:r>
              <a:rPr lang="en-US" sz="2200" dirty="0">
                <a:solidFill>
                  <a:prstClr val="black"/>
                </a:solidFill>
              </a:rPr>
              <a:t>Assist in water and mineral extraction</a:t>
            </a:r>
          </a:p>
          <a:p>
            <a:pPr marL="0" lvl="1" indent="0">
              <a:lnSpc>
                <a:spcPct val="90000"/>
              </a:lnSpc>
              <a:buClr>
                <a:schemeClr val="tx1"/>
              </a:buClr>
              <a:buNone/>
            </a:pPr>
            <a:r>
              <a:rPr lang="en-US" sz="2600" b="1" dirty="0">
                <a:solidFill>
                  <a:srgbClr val="D90000"/>
                </a:solidFill>
              </a:rPr>
              <a:t>Root nodules:</a:t>
            </a:r>
          </a:p>
          <a:p>
            <a:pPr marL="269875" lvl="2" indent="-269875">
              <a:lnSpc>
                <a:spcPct val="90000"/>
              </a:lnSpc>
              <a:tabLst>
                <a:tab pos="269875" algn="l"/>
                <a:tab pos="539750" algn="l"/>
              </a:tabLst>
            </a:pPr>
            <a:r>
              <a:rPr lang="en-US" sz="2200" dirty="0">
                <a:solidFill>
                  <a:prstClr val="black"/>
                </a:solidFill>
              </a:rPr>
              <a:t>Contain nitrogen-fixing bacteria</a:t>
            </a:r>
          </a:p>
          <a:p>
            <a:pPr marL="539750" lvl="3" indent="-269875">
              <a:lnSpc>
                <a:spcPct val="90000"/>
              </a:lnSpc>
              <a:tabLst>
                <a:tab pos="539750" algn="l"/>
              </a:tabLst>
            </a:pPr>
            <a:r>
              <a:rPr lang="en-US" sz="1900" dirty="0">
                <a:solidFill>
                  <a:prstClr val="black"/>
                </a:solidFill>
              </a:rPr>
              <a:t>Plants cannot extract nitrogen from air, but bacteria in nodules can take up and reduce atmospheric nitrogen.</a:t>
            </a:r>
          </a:p>
          <a:p>
            <a:pPr marL="539750" lvl="3" indent="-269875">
              <a:lnSpc>
                <a:spcPct val="90000"/>
              </a:lnSpc>
              <a:tabLst>
                <a:tab pos="539750" algn="l"/>
              </a:tabLst>
            </a:pPr>
            <a:r>
              <a:rPr lang="en-US" sz="1900" dirty="0">
                <a:solidFill>
                  <a:prstClr val="black"/>
                </a:solidFill>
              </a:rPr>
              <a:t>Plants get nitrogen from bacteria, which receive carbohydrates from the plant.</a:t>
            </a:r>
          </a:p>
        </p:txBody>
      </p:sp>
      <p:sp>
        <p:nvSpPr>
          <p:cNvPr id="4" name="Slide Number Placeholder 3">
            <a:extLst>
              <a:ext uri="{FF2B5EF4-FFF2-40B4-BE49-F238E27FC236}">
                <a16:creationId xmlns:a16="http://schemas.microsoft.com/office/drawing/2014/main" id="{54A93601-E59D-4FCD-BA07-13016856C376}"/>
              </a:ext>
            </a:extLst>
          </p:cNvPr>
          <p:cNvSpPr>
            <a:spLocks noGrp="1"/>
          </p:cNvSpPr>
          <p:nvPr>
            <p:ph type="sldNum" sz="quarter" idx="4"/>
          </p:nvPr>
        </p:nvSpPr>
        <p:spPr/>
        <p:txBody>
          <a:bodyPr/>
          <a:lstStyle/>
          <a:p>
            <a:fld id="{68151E55-6873-49E2-B8D5-2F265E6F1973}" type="slidenum">
              <a:rPr lang="en-US" smtClean="0"/>
              <a:pPr/>
              <a:t>34</a:t>
            </a:fld>
            <a:endParaRPr lang="en-US" dirty="0"/>
          </a:p>
        </p:txBody>
      </p:sp>
    </p:spTree>
    <p:extLst>
      <p:ext uri="{BB962C8B-B14F-4D97-AF65-F5344CB8AC3E}">
        <p14:creationId xmlns:p14="http://schemas.microsoft.com/office/powerpoint/2010/main" val="320384933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79CD14-37E6-40EC-BB6C-7E0E0C531AE0}"/>
              </a:ext>
            </a:extLst>
          </p:cNvPr>
          <p:cNvSpPr>
            <a:spLocks noGrp="1"/>
          </p:cNvSpPr>
          <p:nvPr>
            <p:ph type="title"/>
          </p:nvPr>
        </p:nvSpPr>
        <p:spPr>
          <a:xfrm>
            <a:off x="0" y="2"/>
            <a:ext cx="9144000" cy="1055076"/>
          </a:xfrm>
        </p:spPr>
        <p:txBody>
          <a:bodyPr/>
          <a:lstStyle/>
          <a:p>
            <a:r>
              <a:rPr lang="en-US" altLang="en-US" dirty="0"/>
              <a:t>24.4 Organization and Diversity of Stems</a:t>
            </a:r>
            <a:endParaRPr lang="en-IN" dirty="0"/>
          </a:p>
        </p:txBody>
      </p:sp>
      <p:sp>
        <p:nvSpPr>
          <p:cNvPr id="3" name="Text Placeholder 2">
            <a:extLst>
              <a:ext uri="{FF2B5EF4-FFF2-40B4-BE49-F238E27FC236}">
                <a16:creationId xmlns:a16="http://schemas.microsoft.com/office/drawing/2014/main" id="{366822A9-6BB8-4F06-AF6C-C4E3332CA9AF}"/>
              </a:ext>
            </a:extLst>
          </p:cNvPr>
          <p:cNvSpPr>
            <a:spLocks noGrp="1"/>
          </p:cNvSpPr>
          <p:nvPr>
            <p:ph type="body" sz="quarter" idx="19"/>
          </p:nvPr>
        </p:nvSpPr>
        <p:spPr>
          <a:xfrm>
            <a:off x="842963" y="1141424"/>
            <a:ext cx="7623676" cy="5680820"/>
          </a:xfrm>
        </p:spPr>
        <p:txBody>
          <a:bodyPr>
            <a:normAutofit lnSpcReduction="10000"/>
          </a:bodyPr>
          <a:lstStyle/>
          <a:p>
            <a:pPr lvl="0">
              <a:lnSpc>
                <a:spcPct val="80000"/>
              </a:lnSpc>
              <a:spcAft>
                <a:spcPts val="1500"/>
              </a:spcAft>
            </a:pPr>
            <a:r>
              <a:rPr lang="en-US" sz="3000" dirty="0">
                <a:solidFill>
                  <a:prstClr val="black"/>
                </a:solidFill>
              </a:rPr>
              <a:t>Anatomy of a woody twig:</a:t>
            </a:r>
          </a:p>
          <a:p>
            <a:pPr marL="0" lvl="1" indent="0">
              <a:lnSpc>
                <a:spcPct val="80000"/>
              </a:lnSpc>
              <a:spcBef>
                <a:spcPts val="0"/>
              </a:spcBef>
              <a:buClr>
                <a:schemeClr val="tx1"/>
              </a:buClr>
              <a:buNone/>
            </a:pPr>
            <a:r>
              <a:rPr lang="en-US" sz="2600" b="1" dirty="0">
                <a:solidFill>
                  <a:srgbClr val="D90000"/>
                </a:solidFill>
              </a:rPr>
              <a:t>Terminal bud </a:t>
            </a:r>
            <a:r>
              <a:rPr lang="en-US" sz="2600" dirty="0">
                <a:solidFill>
                  <a:prstClr val="black"/>
                </a:solidFill>
              </a:rPr>
              <a:t>contains the shoot tip protected by bud scales. </a:t>
            </a:r>
          </a:p>
          <a:p>
            <a:pPr marL="269875" lvl="2" indent="-269875">
              <a:lnSpc>
                <a:spcPct val="80000"/>
              </a:lnSpc>
              <a:spcBef>
                <a:spcPts val="600"/>
              </a:spcBef>
            </a:pPr>
            <a:r>
              <a:rPr lang="en-US" sz="2200" dirty="0">
                <a:solidFill>
                  <a:prstClr val="black"/>
                </a:solidFill>
              </a:rPr>
              <a:t>Each spring, bud scales drop, leaving a scar.</a:t>
            </a:r>
          </a:p>
          <a:p>
            <a:pPr marL="269875" lvl="2" indent="-269875">
              <a:lnSpc>
                <a:spcPct val="80000"/>
              </a:lnSpc>
              <a:spcBef>
                <a:spcPts val="600"/>
              </a:spcBef>
            </a:pPr>
            <a:r>
              <a:rPr lang="en-US" sz="2200" dirty="0">
                <a:solidFill>
                  <a:prstClr val="black"/>
                </a:solidFill>
              </a:rPr>
              <a:t>Each scar is one year of growth.</a:t>
            </a:r>
          </a:p>
          <a:p>
            <a:pPr marL="0" lvl="1" indent="0">
              <a:lnSpc>
                <a:spcPct val="80000"/>
              </a:lnSpc>
              <a:spcBef>
                <a:spcPts val="600"/>
              </a:spcBef>
              <a:buClr>
                <a:schemeClr val="tx1"/>
              </a:buClr>
              <a:buNone/>
            </a:pPr>
            <a:r>
              <a:rPr lang="en-US" sz="2600" b="1" dirty="0">
                <a:solidFill>
                  <a:srgbClr val="D90000"/>
                </a:solidFill>
              </a:rPr>
              <a:t>Shoot apical meristem</a:t>
            </a:r>
          </a:p>
          <a:p>
            <a:pPr marL="269875" lvl="2" indent="-269875">
              <a:lnSpc>
                <a:spcPct val="80000"/>
              </a:lnSpc>
              <a:spcBef>
                <a:spcPts val="600"/>
              </a:spcBef>
            </a:pPr>
            <a:r>
              <a:rPr lang="en-US" sz="2200" dirty="0">
                <a:solidFill>
                  <a:prstClr val="black"/>
                </a:solidFill>
              </a:rPr>
              <a:t>Produces new cells that elongate and increase stem length</a:t>
            </a:r>
          </a:p>
          <a:p>
            <a:pPr marL="269875" lvl="2" indent="-269875">
              <a:lnSpc>
                <a:spcPct val="80000"/>
              </a:lnSpc>
              <a:spcBef>
                <a:spcPts val="600"/>
              </a:spcBef>
            </a:pPr>
            <a:r>
              <a:rPr lang="en-US" sz="2200" dirty="0">
                <a:solidFill>
                  <a:prstClr val="black"/>
                </a:solidFill>
              </a:rPr>
              <a:t>Protected by </a:t>
            </a:r>
            <a:r>
              <a:rPr lang="en-US" sz="2200" dirty="0"/>
              <a:t>terminal bud</a:t>
            </a:r>
          </a:p>
          <a:p>
            <a:pPr marL="539750" lvl="3" indent="-269875">
              <a:lnSpc>
                <a:spcPct val="80000"/>
              </a:lnSpc>
              <a:spcBef>
                <a:spcPts val="600"/>
              </a:spcBef>
              <a:tabLst>
                <a:tab pos="269875" algn="l"/>
                <a:tab pos="539750" algn="l"/>
              </a:tabLst>
            </a:pPr>
            <a:r>
              <a:rPr lang="en-US" sz="1900" dirty="0">
                <a:solidFill>
                  <a:prstClr val="black"/>
                </a:solidFill>
              </a:rPr>
              <a:t>Enveloped by leaf primordia</a:t>
            </a:r>
          </a:p>
          <a:p>
            <a:pPr marL="539750" lvl="3" indent="-269875">
              <a:lnSpc>
                <a:spcPct val="80000"/>
              </a:lnSpc>
              <a:spcBef>
                <a:spcPts val="600"/>
              </a:spcBef>
              <a:tabLst>
                <a:tab pos="269875" algn="l"/>
                <a:tab pos="539750" algn="l"/>
              </a:tabLst>
            </a:pPr>
            <a:r>
              <a:rPr lang="en-US" sz="1900" dirty="0">
                <a:solidFill>
                  <a:prstClr val="black"/>
                </a:solidFill>
              </a:rPr>
              <a:t>Specialized primary meristems</a:t>
            </a:r>
          </a:p>
          <a:p>
            <a:pPr marL="809625" lvl="4" indent="-269875">
              <a:lnSpc>
                <a:spcPct val="80000"/>
              </a:lnSpc>
              <a:spcBef>
                <a:spcPts val="600"/>
              </a:spcBef>
              <a:tabLst>
                <a:tab pos="1092200" algn="l"/>
              </a:tabLst>
            </a:pPr>
            <a:r>
              <a:rPr lang="en-US" sz="1900" b="1" dirty="0">
                <a:solidFill>
                  <a:prstClr val="black"/>
                </a:solidFill>
              </a:rPr>
              <a:t>Protoderm</a:t>
            </a:r>
            <a:r>
              <a:rPr lang="en-US" sz="1900" dirty="0">
                <a:solidFill>
                  <a:prstClr val="black"/>
                </a:solidFill>
              </a:rPr>
              <a:t> – gives rise to the epidermis</a:t>
            </a:r>
          </a:p>
          <a:p>
            <a:pPr marL="809625" lvl="4" indent="-269875">
              <a:lnSpc>
                <a:spcPct val="80000"/>
              </a:lnSpc>
              <a:spcBef>
                <a:spcPts val="600"/>
              </a:spcBef>
              <a:tabLst>
                <a:tab pos="1092200" algn="l"/>
              </a:tabLst>
            </a:pPr>
            <a:r>
              <a:rPr lang="en-US" sz="1900" b="1" dirty="0">
                <a:solidFill>
                  <a:prstClr val="black"/>
                </a:solidFill>
              </a:rPr>
              <a:t>Ground Meristem </a:t>
            </a:r>
            <a:r>
              <a:rPr lang="en-US" sz="1900" dirty="0">
                <a:solidFill>
                  <a:prstClr val="black"/>
                </a:solidFill>
              </a:rPr>
              <a:t>– gives rise to pith and cortex</a:t>
            </a:r>
          </a:p>
          <a:p>
            <a:pPr marL="809625" lvl="4" indent="-269875">
              <a:lnSpc>
                <a:spcPct val="80000"/>
              </a:lnSpc>
              <a:spcBef>
                <a:spcPts val="600"/>
              </a:spcBef>
              <a:tabLst>
                <a:tab pos="1092200" algn="l"/>
              </a:tabLst>
            </a:pPr>
            <a:r>
              <a:rPr lang="en-US" sz="1900" b="1" dirty="0">
                <a:solidFill>
                  <a:prstClr val="black"/>
                </a:solidFill>
              </a:rPr>
              <a:t>Procambium</a:t>
            </a:r>
            <a:r>
              <a:rPr lang="en-US" sz="1900" dirty="0">
                <a:solidFill>
                  <a:prstClr val="black"/>
                </a:solidFill>
              </a:rPr>
              <a:t> – produces primary xylem and phloem</a:t>
            </a:r>
          </a:p>
          <a:p>
            <a:pPr marL="269875" lvl="2" indent="-269875">
              <a:lnSpc>
                <a:spcPct val="80000"/>
              </a:lnSpc>
              <a:spcBef>
                <a:spcPts val="600"/>
              </a:spcBef>
            </a:pPr>
            <a:r>
              <a:rPr lang="en-US" sz="2200" dirty="0">
                <a:solidFill>
                  <a:prstClr val="black"/>
                </a:solidFill>
              </a:rPr>
              <a:t>Mature vascular bundles contain </a:t>
            </a:r>
            <a:r>
              <a:rPr lang="en-US" sz="2200" b="1" dirty="0">
                <a:solidFill>
                  <a:srgbClr val="D90000"/>
                </a:solidFill>
              </a:rPr>
              <a:t>vascular cambium</a:t>
            </a:r>
            <a:r>
              <a:rPr lang="en-US" sz="2200" dirty="0">
                <a:solidFill>
                  <a:prstClr val="black"/>
                </a:solidFill>
              </a:rPr>
              <a:t>.</a:t>
            </a:r>
          </a:p>
        </p:txBody>
      </p:sp>
      <p:sp>
        <p:nvSpPr>
          <p:cNvPr id="4" name="Slide Number Placeholder 3">
            <a:extLst>
              <a:ext uri="{FF2B5EF4-FFF2-40B4-BE49-F238E27FC236}">
                <a16:creationId xmlns:a16="http://schemas.microsoft.com/office/drawing/2014/main" id="{A7972B57-2E4B-4C28-883D-70D367B91C52}"/>
              </a:ext>
            </a:extLst>
          </p:cNvPr>
          <p:cNvSpPr>
            <a:spLocks noGrp="1"/>
          </p:cNvSpPr>
          <p:nvPr>
            <p:ph type="sldNum" sz="quarter" idx="4"/>
          </p:nvPr>
        </p:nvSpPr>
        <p:spPr/>
        <p:txBody>
          <a:bodyPr/>
          <a:lstStyle/>
          <a:p>
            <a:fld id="{68151E55-6873-49E2-B8D5-2F265E6F1973}" type="slidenum">
              <a:rPr lang="en-US" smtClean="0"/>
              <a:pPr/>
              <a:t>35</a:t>
            </a:fld>
            <a:endParaRPr lang="en-US" dirty="0"/>
          </a:p>
        </p:txBody>
      </p:sp>
    </p:spTree>
    <p:extLst>
      <p:ext uri="{BB962C8B-B14F-4D97-AF65-F5344CB8AC3E}">
        <p14:creationId xmlns:p14="http://schemas.microsoft.com/office/powerpoint/2010/main" val="216335119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1B4DC4-4654-4B86-9F0F-8640F98DE034}"/>
              </a:ext>
            </a:extLst>
          </p:cNvPr>
          <p:cNvSpPr>
            <a:spLocks noGrp="1"/>
          </p:cNvSpPr>
          <p:nvPr>
            <p:ph type="title"/>
          </p:nvPr>
        </p:nvSpPr>
        <p:spPr/>
        <p:txBody>
          <a:bodyPr/>
          <a:lstStyle/>
          <a:p>
            <a:r>
              <a:rPr lang="en-US" altLang="en-US" dirty="0"/>
              <a:t>Woody Twig</a:t>
            </a:r>
            <a:endParaRPr lang="en-IN" dirty="0"/>
          </a:p>
        </p:txBody>
      </p:sp>
      <p:pic>
        <p:nvPicPr>
          <p:cNvPr id="5" name="Picture 2" descr="Diagram shows lenticel, bud scale, terminal budscale scars, nodes, internode, axillary bud, leaf and bundle scars, stem, terminal bud and bud scale. ">
            <a:extLst>
              <a:ext uri="{FF2B5EF4-FFF2-40B4-BE49-F238E27FC236}">
                <a16:creationId xmlns:a16="http://schemas.microsoft.com/office/drawing/2014/main" id="{28887E2D-29D1-46C0-B2DB-21A58E3497E4}"/>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5692"/>
          <a:stretch/>
        </p:blipFill>
        <p:spPr>
          <a:xfrm>
            <a:off x="2995637" y="948214"/>
            <a:ext cx="3152726" cy="4304258"/>
          </a:xfrm>
          <a:prstGeom prst="rect">
            <a:avLst/>
          </a:prstGeom>
        </p:spPr>
      </p:pic>
      <p:sp>
        <p:nvSpPr>
          <p:cNvPr id="3" name="Text Placeholder 3">
            <a:extLst>
              <a:ext uri="{FF2B5EF4-FFF2-40B4-BE49-F238E27FC236}">
                <a16:creationId xmlns:a16="http://schemas.microsoft.com/office/drawing/2014/main" id="{28E032C4-FAD0-406E-A5DF-C6E78B5DFB45}"/>
              </a:ext>
            </a:extLst>
          </p:cNvPr>
          <p:cNvSpPr>
            <a:spLocks noGrp="1"/>
          </p:cNvSpPr>
          <p:nvPr>
            <p:ph type="body" sz="quarter" idx="19"/>
          </p:nvPr>
        </p:nvSpPr>
        <p:spPr>
          <a:xfrm>
            <a:off x="3997020" y="5595461"/>
            <a:ext cx="1149960" cy="314325"/>
          </a:xfrm>
        </p:spPr>
        <p:txBody>
          <a:bodyPr>
            <a:normAutofit/>
          </a:bodyPr>
          <a:lstStyle/>
          <a:p>
            <a:r>
              <a:rPr lang="en-US" sz="1200" dirty="0">
                <a:solidFill>
                  <a:schemeClr val="tx1"/>
                </a:solidFill>
              </a:rPr>
              <a:t>Figure </a:t>
            </a:r>
            <a:r>
              <a:rPr lang="en-US" sz="1200" dirty="0"/>
              <a:t>24</a:t>
            </a:r>
            <a:r>
              <a:rPr lang="en-US" sz="1200" dirty="0">
                <a:solidFill>
                  <a:schemeClr val="tx1"/>
                </a:solidFill>
              </a:rPr>
              <a:t>.13</a:t>
            </a:r>
          </a:p>
        </p:txBody>
      </p:sp>
      <p:sp>
        <p:nvSpPr>
          <p:cNvPr id="4" name="Slide Number Placeholder 4">
            <a:extLst>
              <a:ext uri="{FF2B5EF4-FFF2-40B4-BE49-F238E27FC236}">
                <a16:creationId xmlns:a16="http://schemas.microsoft.com/office/drawing/2014/main" id="{30838C8A-5557-4F41-B6E3-EBA6FB8D3F59}"/>
              </a:ext>
            </a:extLst>
          </p:cNvPr>
          <p:cNvSpPr>
            <a:spLocks noGrp="1"/>
          </p:cNvSpPr>
          <p:nvPr>
            <p:ph type="sldNum" sz="quarter" idx="4"/>
          </p:nvPr>
        </p:nvSpPr>
        <p:spPr/>
        <p:txBody>
          <a:bodyPr/>
          <a:lstStyle/>
          <a:p>
            <a:fld id="{68151E55-6873-49E2-B8D5-2F265E6F1973}" type="slidenum">
              <a:rPr lang="en-US" smtClean="0"/>
              <a:pPr/>
              <a:t>36</a:t>
            </a:fld>
            <a:endParaRPr lang="en-US" dirty="0"/>
          </a:p>
        </p:txBody>
      </p:sp>
    </p:spTree>
    <p:extLst>
      <p:ext uri="{BB962C8B-B14F-4D97-AF65-F5344CB8AC3E}">
        <p14:creationId xmlns:p14="http://schemas.microsoft.com/office/powerpoint/2010/main" val="87901346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55A3D8-9F2B-4F24-A076-2BC66741BB90}"/>
              </a:ext>
            </a:extLst>
          </p:cNvPr>
          <p:cNvSpPr>
            <a:spLocks noGrp="1"/>
          </p:cNvSpPr>
          <p:nvPr>
            <p:ph type="title"/>
          </p:nvPr>
        </p:nvSpPr>
        <p:spPr/>
        <p:txBody>
          <a:bodyPr/>
          <a:lstStyle/>
          <a:p>
            <a:r>
              <a:rPr lang="en-US" altLang="en-US" dirty="0"/>
              <a:t>Shoot Tip and Primary Meristems</a:t>
            </a:r>
            <a:endParaRPr lang="en-IN" dirty="0"/>
          </a:p>
        </p:txBody>
      </p:sp>
      <p:pic>
        <p:nvPicPr>
          <p:cNvPr id="5" name="Picture 2" descr="Diagram shows parts of shoot tip and fate of primary meristems. ">
            <a:extLst>
              <a:ext uri="{FF2B5EF4-FFF2-40B4-BE49-F238E27FC236}">
                <a16:creationId xmlns:a16="http://schemas.microsoft.com/office/drawing/2014/main" id="{28827DF0-162C-4C4B-B5C9-CA3A563212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62429" y="948214"/>
            <a:ext cx="5019140" cy="4421495"/>
          </a:xfrm>
          <a:prstGeom prst="rect">
            <a:avLst/>
          </a:prstGeom>
        </p:spPr>
      </p:pic>
      <p:sp>
        <p:nvSpPr>
          <p:cNvPr id="3" name="Text Placeholder 2">
            <a:extLst>
              <a:ext uri="{FF2B5EF4-FFF2-40B4-BE49-F238E27FC236}">
                <a16:creationId xmlns:a16="http://schemas.microsoft.com/office/drawing/2014/main" id="{9F008EF3-F7B4-471A-8518-E833D7A3522F}"/>
              </a:ext>
            </a:extLst>
          </p:cNvPr>
          <p:cNvSpPr>
            <a:spLocks noGrp="1"/>
          </p:cNvSpPr>
          <p:nvPr>
            <p:ph type="body" sz="quarter" idx="18"/>
          </p:nvPr>
        </p:nvSpPr>
        <p:spPr>
          <a:xfrm>
            <a:off x="520699" y="5638979"/>
            <a:ext cx="8101481" cy="314325"/>
          </a:xfrm>
        </p:spPr>
        <p:txBody>
          <a:bodyPr/>
          <a:lstStyle/>
          <a:p>
            <a:r>
              <a:rPr lang="en-US" sz="900" dirty="0">
                <a:solidFill>
                  <a:schemeClr val="tx1"/>
                </a:solidFill>
              </a:rPr>
              <a:t>Figure </a:t>
            </a:r>
            <a:r>
              <a:rPr lang="en-US" sz="900" dirty="0"/>
              <a:t>24</a:t>
            </a:r>
            <a:r>
              <a:rPr lang="en-US" sz="900" dirty="0">
                <a:solidFill>
                  <a:schemeClr val="tx1"/>
                </a:solidFill>
              </a:rPr>
              <a:t>.14</a:t>
            </a:r>
          </a:p>
        </p:txBody>
      </p:sp>
      <p:sp>
        <p:nvSpPr>
          <p:cNvPr id="6" name="Text Placeholder 3">
            <a:extLst>
              <a:ext uri="{FF2B5EF4-FFF2-40B4-BE49-F238E27FC236}">
                <a16:creationId xmlns:a16="http://schemas.microsoft.com/office/drawing/2014/main" id="{ECC3863D-423E-4003-9E7F-A0D44E81ECC3}"/>
              </a:ext>
            </a:extLst>
          </p:cNvPr>
          <p:cNvSpPr>
            <a:spLocks noGrp="1"/>
          </p:cNvSpPr>
          <p:nvPr>
            <p:ph type="body" sz="quarter" idx="19"/>
          </p:nvPr>
        </p:nvSpPr>
        <p:spPr>
          <a:xfrm>
            <a:off x="2784691" y="6003597"/>
            <a:ext cx="3573496" cy="314325"/>
          </a:xfrm>
        </p:spPr>
        <p:txBody>
          <a:bodyPr>
            <a:normAutofit/>
          </a:bodyPr>
          <a:lstStyle/>
          <a:p>
            <a:pPr algn="ctr"/>
            <a:r>
              <a:rPr lang="en-US" sz="1200" dirty="0">
                <a:hlinkClick r:id="rId3" action="ppaction://hlinksldjump"/>
              </a:rPr>
              <a:t>Access the text alternative for slide images.</a:t>
            </a:r>
            <a:endParaRPr lang="en-US" sz="1200" dirty="0"/>
          </a:p>
        </p:txBody>
      </p:sp>
      <p:sp>
        <p:nvSpPr>
          <p:cNvPr id="7" name="Text Placeholder 4">
            <a:extLst>
              <a:ext uri="{FF2B5EF4-FFF2-40B4-BE49-F238E27FC236}">
                <a16:creationId xmlns:a16="http://schemas.microsoft.com/office/drawing/2014/main" id="{3686B537-2235-4192-9DAE-3564FB58157D}"/>
              </a:ext>
            </a:extLst>
          </p:cNvPr>
          <p:cNvSpPr>
            <a:spLocks noGrp="1"/>
          </p:cNvSpPr>
          <p:nvPr>
            <p:ph type="body" sz="quarter" idx="21"/>
          </p:nvPr>
        </p:nvSpPr>
        <p:spPr/>
        <p:txBody>
          <a:bodyPr/>
          <a:lstStyle/>
          <a:p>
            <a:r>
              <a:rPr lang="en-GB" sz="800" dirty="0"/>
              <a:t>(a): Steven P. Lynch</a:t>
            </a:r>
          </a:p>
        </p:txBody>
      </p:sp>
      <p:sp>
        <p:nvSpPr>
          <p:cNvPr id="4" name="Slide Number Placeholder 5">
            <a:extLst>
              <a:ext uri="{FF2B5EF4-FFF2-40B4-BE49-F238E27FC236}">
                <a16:creationId xmlns:a16="http://schemas.microsoft.com/office/drawing/2014/main" id="{E8707115-5953-47CD-93DD-F3AB379F09BC}"/>
              </a:ext>
            </a:extLst>
          </p:cNvPr>
          <p:cNvSpPr>
            <a:spLocks noGrp="1"/>
          </p:cNvSpPr>
          <p:nvPr>
            <p:ph type="sldNum" sz="quarter" idx="4"/>
          </p:nvPr>
        </p:nvSpPr>
        <p:spPr/>
        <p:txBody>
          <a:bodyPr/>
          <a:lstStyle/>
          <a:p>
            <a:fld id="{68151E55-6873-49E2-B8D5-2F265E6F1973}" type="slidenum">
              <a:rPr lang="en-US" smtClean="0"/>
              <a:pPr/>
              <a:t>37</a:t>
            </a:fld>
            <a:endParaRPr lang="en-US" dirty="0"/>
          </a:p>
        </p:txBody>
      </p:sp>
    </p:spTree>
    <p:extLst>
      <p:ext uri="{BB962C8B-B14F-4D97-AF65-F5344CB8AC3E}">
        <p14:creationId xmlns:p14="http://schemas.microsoft.com/office/powerpoint/2010/main" val="249648573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99808-5A74-4E2E-AA37-4A973FE57D4F}"/>
              </a:ext>
            </a:extLst>
          </p:cNvPr>
          <p:cNvSpPr>
            <a:spLocks noGrp="1"/>
          </p:cNvSpPr>
          <p:nvPr>
            <p:ph type="title"/>
          </p:nvPr>
        </p:nvSpPr>
        <p:spPr>
          <a:xfrm>
            <a:off x="0" y="1"/>
            <a:ext cx="9144000" cy="1090245"/>
          </a:xfrm>
        </p:spPr>
        <p:txBody>
          <a:bodyPr/>
          <a:lstStyle/>
          <a:p>
            <a:r>
              <a:rPr lang="en-US" altLang="en-US" dirty="0"/>
              <a:t>Herbaceous Stems</a:t>
            </a:r>
            <a:endParaRPr lang="en-IN" dirty="0"/>
          </a:p>
        </p:txBody>
      </p:sp>
      <p:sp>
        <p:nvSpPr>
          <p:cNvPr id="3" name="Text Placeholder 2">
            <a:extLst>
              <a:ext uri="{FF2B5EF4-FFF2-40B4-BE49-F238E27FC236}">
                <a16:creationId xmlns:a16="http://schemas.microsoft.com/office/drawing/2014/main" id="{27F4921B-8601-4AB9-A533-58924ED6C11D}"/>
              </a:ext>
            </a:extLst>
          </p:cNvPr>
          <p:cNvSpPr>
            <a:spLocks noGrp="1"/>
          </p:cNvSpPr>
          <p:nvPr>
            <p:ph type="body" sz="quarter" idx="19"/>
          </p:nvPr>
        </p:nvSpPr>
        <p:spPr>
          <a:xfrm>
            <a:off x="842963" y="1177180"/>
            <a:ext cx="7281129" cy="4742974"/>
          </a:xfrm>
        </p:spPr>
        <p:txBody>
          <a:bodyPr/>
          <a:lstStyle/>
          <a:p>
            <a:pPr marL="0" lvl="1" indent="0">
              <a:spcBef>
                <a:spcPts val="0"/>
              </a:spcBef>
              <a:buNone/>
            </a:pPr>
            <a:r>
              <a:rPr lang="en-US" sz="2800" dirty="0">
                <a:solidFill>
                  <a:prstClr val="black"/>
                </a:solidFill>
              </a:rPr>
              <a:t>Mature, nonwoody stems exhibit only primary growth.</a:t>
            </a:r>
          </a:p>
          <a:p>
            <a:pPr marL="274638" lvl="2" indent="-274638"/>
            <a:r>
              <a:rPr lang="en-US" sz="2400" dirty="0">
                <a:solidFill>
                  <a:prstClr val="black"/>
                </a:solidFill>
              </a:rPr>
              <a:t>Outermost tissue is covered with waxy cuticle.</a:t>
            </a:r>
          </a:p>
          <a:p>
            <a:pPr marL="274638" lvl="2" indent="-274638"/>
            <a:r>
              <a:rPr lang="en-US" sz="2400" dirty="0">
                <a:solidFill>
                  <a:prstClr val="black"/>
                </a:solidFill>
              </a:rPr>
              <a:t>Stems have distinctive vascular bundles.</a:t>
            </a:r>
          </a:p>
          <a:p>
            <a:pPr marL="533400" lvl="3" indent="-258763"/>
            <a:r>
              <a:rPr lang="en-US" sz="2000" dirty="0">
                <a:solidFill>
                  <a:prstClr val="black"/>
                </a:solidFill>
              </a:rPr>
              <a:t>Herbaceous eudicots – vascular bundles arranged in distinct ring</a:t>
            </a:r>
          </a:p>
          <a:p>
            <a:pPr marL="533400" lvl="3" indent="-258763"/>
            <a:r>
              <a:rPr lang="en-US" sz="2000" dirty="0">
                <a:solidFill>
                  <a:prstClr val="black"/>
                </a:solidFill>
              </a:rPr>
              <a:t>Monocots – vascular bundles scattered throughout stem</a:t>
            </a:r>
          </a:p>
        </p:txBody>
      </p:sp>
      <p:sp>
        <p:nvSpPr>
          <p:cNvPr id="4" name="Slide Number Placeholder 3">
            <a:extLst>
              <a:ext uri="{FF2B5EF4-FFF2-40B4-BE49-F238E27FC236}">
                <a16:creationId xmlns:a16="http://schemas.microsoft.com/office/drawing/2014/main" id="{6982A4CB-F876-4CE8-86D2-56945557FC20}"/>
              </a:ext>
            </a:extLst>
          </p:cNvPr>
          <p:cNvSpPr>
            <a:spLocks noGrp="1"/>
          </p:cNvSpPr>
          <p:nvPr>
            <p:ph type="sldNum" sz="quarter" idx="4"/>
          </p:nvPr>
        </p:nvSpPr>
        <p:spPr/>
        <p:txBody>
          <a:bodyPr/>
          <a:lstStyle/>
          <a:p>
            <a:fld id="{68151E55-6873-49E2-B8D5-2F265E6F1973}" type="slidenum">
              <a:rPr lang="en-US" smtClean="0"/>
              <a:pPr/>
              <a:t>38</a:t>
            </a:fld>
            <a:endParaRPr lang="en-US" dirty="0"/>
          </a:p>
        </p:txBody>
      </p:sp>
    </p:spTree>
    <p:extLst>
      <p:ext uri="{BB962C8B-B14F-4D97-AF65-F5344CB8AC3E}">
        <p14:creationId xmlns:p14="http://schemas.microsoft.com/office/powerpoint/2010/main" val="84668281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44A852-C1D7-4125-9046-36CACB6E12D1}"/>
              </a:ext>
            </a:extLst>
          </p:cNvPr>
          <p:cNvSpPr>
            <a:spLocks noGrp="1"/>
          </p:cNvSpPr>
          <p:nvPr>
            <p:ph type="title"/>
          </p:nvPr>
        </p:nvSpPr>
        <p:spPr/>
        <p:txBody>
          <a:bodyPr/>
          <a:lstStyle/>
          <a:p>
            <a:r>
              <a:rPr lang="en-US" altLang="en-US" dirty="0"/>
              <a:t>Herbaceous Eudicot Stem</a:t>
            </a:r>
            <a:endParaRPr lang="en-IN" dirty="0"/>
          </a:p>
        </p:txBody>
      </p:sp>
      <p:pic>
        <p:nvPicPr>
          <p:cNvPr id="8" name="Picture 2" descr="Micrograph of herbaceous eudicot stem and part of vascular bundle. ">
            <a:extLst>
              <a:ext uri="{FF2B5EF4-FFF2-40B4-BE49-F238E27FC236}">
                <a16:creationId xmlns:a16="http://schemas.microsoft.com/office/drawing/2014/main" id="{25C3A873-642D-4052-AB37-9D50465CF612}"/>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6625" b="3814"/>
          <a:stretch/>
        </p:blipFill>
        <p:spPr>
          <a:xfrm>
            <a:off x="665624" y="931589"/>
            <a:ext cx="7811627" cy="3812345"/>
          </a:xfrm>
          <a:prstGeom prst="rect">
            <a:avLst/>
          </a:prstGeom>
        </p:spPr>
      </p:pic>
      <p:sp>
        <p:nvSpPr>
          <p:cNvPr id="3" name="Text Placeholder 3">
            <a:extLst>
              <a:ext uri="{FF2B5EF4-FFF2-40B4-BE49-F238E27FC236}">
                <a16:creationId xmlns:a16="http://schemas.microsoft.com/office/drawing/2014/main" id="{01F34F32-67E3-404E-B4B3-FCA4CA5755B9}"/>
              </a:ext>
            </a:extLst>
          </p:cNvPr>
          <p:cNvSpPr>
            <a:spLocks noGrp="1"/>
          </p:cNvSpPr>
          <p:nvPr>
            <p:ph type="body" sz="quarter" idx="18"/>
          </p:nvPr>
        </p:nvSpPr>
        <p:spPr>
          <a:xfrm>
            <a:off x="3851165" y="5595461"/>
            <a:ext cx="1440544" cy="314325"/>
          </a:xfrm>
        </p:spPr>
        <p:txBody>
          <a:bodyPr>
            <a:normAutofit/>
          </a:bodyPr>
          <a:lstStyle/>
          <a:p>
            <a:pPr algn="ctr"/>
            <a:r>
              <a:rPr lang="en-US" sz="1200" dirty="0">
                <a:solidFill>
                  <a:schemeClr val="tx1"/>
                </a:solidFill>
              </a:rPr>
              <a:t>Figure </a:t>
            </a:r>
            <a:r>
              <a:rPr lang="en-US" sz="1200" dirty="0"/>
              <a:t>24</a:t>
            </a:r>
            <a:r>
              <a:rPr lang="en-US" sz="1200" dirty="0">
                <a:solidFill>
                  <a:schemeClr val="tx1"/>
                </a:solidFill>
              </a:rPr>
              <a:t>.15</a:t>
            </a:r>
          </a:p>
        </p:txBody>
      </p:sp>
      <p:sp>
        <p:nvSpPr>
          <p:cNvPr id="6" name="Text Placeholder 4">
            <a:extLst>
              <a:ext uri="{FF2B5EF4-FFF2-40B4-BE49-F238E27FC236}">
                <a16:creationId xmlns:a16="http://schemas.microsoft.com/office/drawing/2014/main" id="{C9CEBD58-41C4-43D8-9455-9B6674F5357F}"/>
              </a:ext>
            </a:extLst>
          </p:cNvPr>
          <p:cNvSpPr>
            <a:spLocks noGrp="1"/>
          </p:cNvSpPr>
          <p:nvPr>
            <p:ph type="body" sz="quarter" idx="19"/>
          </p:nvPr>
        </p:nvSpPr>
        <p:spPr>
          <a:xfrm>
            <a:off x="2706920" y="6103661"/>
            <a:ext cx="3729037" cy="314325"/>
          </a:xfrm>
        </p:spPr>
        <p:txBody>
          <a:bodyPr>
            <a:normAutofit/>
          </a:bodyPr>
          <a:lstStyle/>
          <a:p>
            <a:pPr algn="ctr"/>
            <a:r>
              <a:rPr lang="en-US" sz="1200" dirty="0">
                <a:hlinkClick r:id="rId3" action="ppaction://hlinksldjump"/>
              </a:rPr>
              <a:t>Access the text alternative for slide images.</a:t>
            </a:r>
            <a:endParaRPr lang="en-US" sz="1200" dirty="0"/>
          </a:p>
        </p:txBody>
      </p:sp>
      <p:sp>
        <p:nvSpPr>
          <p:cNvPr id="7" name="Text Placeholder 5">
            <a:extLst>
              <a:ext uri="{FF2B5EF4-FFF2-40B4-BE49-F238E27FC236}">
                <a16:creationId xmlns:a16="http://schemas.microsoft.com/office/drawing/2014/main" id="{04726CD9-5221-4017-BFC6-5C8A481D5685}"/>
              </a:ext>
            </a:extLst>
          </p:cNvPr>
          <p:cNvSpPr>
            <a:spLocks noGrp="1"/>
          </p:cNvSpPr>
          <p:nvPr>
            <p:ph type="body" sz="quarter" idx="21"/>
          </p:nvPr>
        </p:nvSpPr>
        <p:spPr/>
        <p:txBody>
          <a:bodyPr/>
          <a:lstStyle/>
          <a:p>
            <a:pPr lvl="0"/>
            <a:r>
              <a:rPr lang="en-US" sz="800" dirty="0"/>
              <a:t>(left): Ed Reschke; (right): Ray F. Evert/University of Wisconsin, Madison</a:t>
            </a:r>
            <a:endParaRPr lang="en-GB" sz="800" dirty="0"/>
          </a:p>
        </p:txBody>
      </p:sp>
      <p:sp>
        <p:nvSpPr>
          <p:cNvPr id="4" name="Slide Number Placeholder 6">
            <a:extLst>
              <a:ext uri="{FF2B5EF4-FFF2-40B4-BE49-F238E27FC236}">
                <a16:creationId xmlns:a16="http://schemas.microsoft.com/office/drawing/2014/main" id="{794346E3-77CC-46A2-8776-7A357197AA96}"/>
              </a:ext>
            </a:extLst>
          </p:cNvPr>
          <p:cNvSpPr>
            <a:spLocks noGrp="1"/>
          </p:cNvSpPr>
          <p:nvPr>
            <p:ph type="sldNum" sz="quarter" idx="4"/>
          </p:nvPr>
        </p:nvSpPr>
        <p:spPr/>
        <p:txBody>
          <a:bodyPr/>
          <a:lstStyle/>
          <a:p>
            <a:fld id="{68151E55-6873-49E2-B8D5-2F265E6F1973}" type="slidenum">
              <a:rPr lang="en-US" smtClean="0"/>
              <a:pPr/>
              <a:t>39</a:t>
            </a:fld>
            <a:endParaRPr lang="en-US" dirty="0"/>
          </a:p>
        </p:txBody>
      </p:sp>
    </p:spTree>
    <p:extLst>
      <p:ext uri="{BB962C8B-B14F-4D97-AF65-F5344CB8AC3E}">
        <p14:creationId xmlns:p14="http://schemas.microsoft.com/office/powerpoint/2010/main" val="421235189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AF2C4-1EF8-4420-A5DC-03DEA6F084F2}"/>
              </a:ext>
            </a:extLst>
          </p:cNvPr>
          <p:cNvSpPr>
            <a:spLocks noGrp="1"/>
          </p:cNvSpPr>
          <p:nvPr>
            <p:ph type="title"/>
          </p:nvPr>
        </p:nvSpPr>
        <p:spPr/>
        <p:txBody>
          <a:bodyPr/>
          <a:lstStyle/>
          <a:p>
            <a:r>
              <a:rPr lang="en-US" altLang="en-US" dirty="0"/>
              <a:t>Monocot Stem</a:t>
            </a:r>
            <a:endParaRPr lang="en-IN" dirty="0"/>
          </a:p>
        </p:txBody>
      </p:sp>
      <p:pic>
        <p:nvPicPr>
          <p:cNvPr id="8" name="Picture 2" descr="Micrograph and diagram of monocot stem.">
            <a:extLst>
              <a:ext uri="{FF2B5EF4-FFF2-40B4-BE49-F238E27FC236}">
                <a16:creationId xmlns:a16="http://schemas.microsoft.com/office/drawing/2014/main" id="{E8D351E1-6F90-4AA1-8AAF-5D0A98976A29}"/>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5778" b="4243"/>
          <a:stretch/>
        </p:blipFill>
        <p:spPr>
          <a:xfrm>
            <a:off x="906563" y="1339770"/>
            <a:ext cx="7329747" cy="3808536"/>
          </a:xfrm>
          <a:prstGeom prst="rect">
            <a:avLst/>
          </a:prstGeom>
        </p:spPr>
      </p:pic>
      <p:sp>
        <p:nvSpPr>
          <p:cNvPr id="3" name="Text Placeholder 3">
            <a:extLst>
              <a:ext uri="{FF2B5EF4-FFF2-40B4-BE49-F238E27FC236}">
                <a16:creationId xmlns:a16="http://schemas.microsoft.com/office/drawing/2014/main" id="{B5F16463-391E-41E7-AC4C-6443BB03DF5B}"/>
              </a:ext>
            </a:extLst>
          </p:cNvPr>
          <p:cNvSpPr>
            <a:spLocks noGrp="1"/>
          </p:cNvSpPr>
          <p:nvPr>
            <p:ph type="body" sz="quarter" idx="18"/>
          </p:nvPr>
        </p:nvSpPr>
        <p:spPr>
          <a:xfrm>
            <a:off x="520699" y="5515242"/>
            <a:ext cx="8101481" cy="314325"/>
          </a:xfrm>
        </p:spPr>
        <p:txBody>
          <a:bodyPr>
            <a:normAutofit/>
          </a:bodyPr>
          <a:lstStyle/>
          <a:p>
            <a:r>
              <a:rPr lang="en-US" sz="1200" dirty="0">
                <a:solidFill>
                  <a:schemeClr val="tx1"/>
                </a:solidFill>
              </a:rPr>
              <a:t>Figure </a:t>
            </a:r>
            <a:r>
              <a:rPr lang="en-US" sz="1200" dirty="0"/>
              <a:t>24</a:t>
            </a:r>
            <a:r>
              <a:rPr lang="en-US" sz="1200" dirty="0">
                <a:solidFill>
                  <a:schemeClr val="tx1"/>
                </a:solidFill>
              </a:rPr>
              <a:t>.16</a:t>
            </a:r>
          </a:p>
        </p:txBody>
      </p:sp>
      <p:sp>
        <p:nvSpPr>
          <p:cNvPr id="6" name="Text Placeholder 4">
            <a:extLst>
              <a:ext uri="{FF2B5EF4-FFF2-40B4-BE49-F238E27FC236}">
                <a16:creationId xmlns:a16="http://schemas.microsoft.com/office/drawing/2014/main" id="{88193679-B047-479B-B980-38EE51CC521C}"/>
              </a:ext>
            </a:extLst>
          </p:cNvPr>
          <p:cNvSpPr>
            <a:spLocks noGrp="1"/>
          </p:cNvSpPr>
          <p:nvPr>
            <p:ph type="body" sz="quarter" idx="19"/>
          </p:nvPr>
        </p:nvSpPr>
        <p:spPr>
          <a:xfrm>
            <a:off x="2706919" y="6009907"/>
            <a:ext cx="3729037" cy="314325"/>
          </a:xfrm>
        </p:spPr>
        <p:txBody>
          <a:bodyPr>
            <a:normAutofit/>
          </a:bodyPr>
          <a:lstStyle/>
          <a:p>
            <a:pPr algn="ctr"/>
            <a:r>
              <a:rPr lang="en-US" sz="1200" dirty="0">
                <a:hlinkClick r:id="rId3" action="ppaction://hlinksldjump"/>
              </a:rPr>
              <a:t>Access the text alternative for slide images.</a:t>
            </a:r>
            <a:endParaRPr lang="en-US" sz="1200" dirty="0"/>
          </a:p>
        </p:txBody>
      </p:sp>
      <p:sp>
        <p:nvSpPr>
          <p:cNvPr id="7" name="Text Placeholder 5">
            <a:extLst>
              <a:ext uri="{FF2B5EF4-FFF2-40B4-BE49-F238E27FC236}">
                <a16:creationId xmlns:a16="http://schemas.microsoft.com/office/drawing/2014/main" id="{61ABF2EC-57A8-4CA9-9C81-118C1F8EA75E}"/>
              </a:ext>
            </a:extLst>
          </p:cNvPr>
          <p:cNvSpPr>
            <a:spLocks noGrp="1"/>
          </p:cNvSpPr>
          <p:nvPr>
            <p:ph type="body" sz="quarter" idx="21"/>
          </p:nvPr>
        </p:nvSpPr>
        <p:spPr/>
        <p:txBody>
          <a:bodyPr/>
          <a:lstStyle/>
          <a:p>
            <a:pPr lvl="0"/>
            <a:r>
              <a:rPr lang="en-US" sz="800" dirty="0"/>
              <a:t>(stem cross section): Steven P. Lynch; (enlarged vascular bundle): ©Kingsley Stern</a:t>
            </a:r>
            <a:endParaRPr lang="en-GB" sz="800" dirty="0"/>
          </a:p>
        </p:txBody>
      </p:sp>
      <p:sp>
        <p:nvSpPr>
          <p:cNvPr id="4" name="Slide Number Placeholder 6">
            <a:extLst>
              <a:ext uri="{FF2B5EF4-FFF2-40B4-BE49-F238E27FC236}">
                <a16:creationId xmlns:a16="http://schemas.microsoft.com/office/drawing/2014/main" id="{F713212F-FABF-4264-8C8C-D4349B0409D3}"/>
              </a:ext>
            </a:extLst>
          </p:cNvPr>
          <p:cNvSpPr>
            <a:spLocks noGrp="1"/>
          </p:cNvSpPr>
          <p:nvPr>
            <p:ph type="sldNum" sz="quarter" idx="4"/>
          </p:nvPr>
        </p:nvSpPr>
        <p:spPr/>
        <p:txBody>
          <a:bodyPr/>
          <a:lstStyle/>
          <a:p>
            <a:fld id="{68151E55-6873-49E2-B8D5-2F265E6F1973}" type="slidenum">
              <a:rPr lang="en-US" smtClean="0"/>
              <a:pPr/>
              <a:t>40</a:t>
            </a:fld>
            <a:endParaRPr lang="en-US" dirty="0"/>
          </a:p>
        </p:txBody>
      </p:sp>
    </p:spTree>
    <p:extLst>
      <p:ext uri="{BB962C8B-B14F-4D97-AF65-F5344CB8AC3E}">
        <p14:creationId xmlns:p14="http://schemas.microsoft.com/office/powerpoint/2010/main" val="303583350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BC22AC-14D2-42B9-A427-D24E6068710C}"/>
              </a:ext>
            </a:extLst>
          </p:cNvPr>
          <p:cNvSpPr>
            <a:spLocks noGrp="1"/>
          </p:cNvSpPr>
          <p:nvPr>
            <p:ph type="title"/>
          </p:nvPr>
        </p:nvSpPr>
        <p:spPr>
          <a:xfrm>
            <a:off x="0" y="1"/>
            <a:ext cx="9144000" cy="990599"/>
          </a:xfrm>
        </p:spPr>
        <p:txBody>
          <a:bodyPr/>
          <a:lstStyle/>
          <a:p>
            <a:r>
              <a:rPr lang="en-US" altLang="en-US" dirty="0"/>
              <a:t>Woody Stems</a:t>
            </a:r>
            <a:endParaRPr lang="en-IN" dirty="0"/>
          </a:p>
        </p:txBody>
      </p:sp>
      <p:sp>
        <p:nvSpPr>
          <p:cNvPr id="3" name="Text Placeholder 2">
            <a:extLst>
              <a:ext uri="{FF2B5EF4-FFF2-40B4-BE49-F238E27FC236}">
                <a16:creationId xmlns:a16="http://schemas.microsoft.com/office/drawing/2014/main" id="{A139B0AD-2AF9-4B2F-AAAD-8AFF8B0EFD45}"/>
              </a:ext>
            </a:extLst>
          </p:cNvPr>
          <p:cNvSpPr>
            <a:spLocks noGrp="1"/>
          </p:cNvSpPr>
          <p:nvPr>
            <p:ph type="body" sz="quarter" idx="19"/>
          </p:nvPr>
        </p:nvSpPr>
        <p:spPr>
          <a:xfrm>
            <a:off x="842963" y="1177179"/>
            <a:ext cx="7623676" cy="4274051"/>
          </a:xfrm>
        </p:spPr>
        <p:txBody>
          <a:bodyPr/>
          <a:lstStyle/>
          <a:p>
            <a:pPr lvl="0">
              <a:spcAft>
                <a:spcPts val="2000"/>
              </a:spcAft>
            </a:pPr>
            <a:r>
              <a:rPr lang="en-US" altLang="en-US" sz="3200" dirty="0">
                <a:solidFill>
                  <a:prstClr val="black"/>
                </a:solidFill>
              </a:rPr>
              <a:t>Woody plants have both primary and secondary tissues.</a:t>
            </a:r>
          </a:p>
          <a:p>
            <a:pPr marL="228600" lvl="2" indent="-228600">
              <a:spcBef>
                <a:spcPts val="0"/>
              </a:spcBef>
            </a:pPr>
            <a:r>
              <a:rPr lang="en-US" altLang="en-US" sz="2400" dirty="0">
                <a:solidFill>
                  <a:prstClr val="black"/>
                </a:solidFill>
              </a:rPr>
              <a:t>Primary tissues form each year from primary meristems.</a:t>
            </a:r>
          </a:p>
          <a:p>
            <a:pPr marL="228600" lvl="2" indent="-228600"/>
            <a:r>
              <a:rPr lang="en-US" altLang="en-US" sz="2400" dirty="0">
                <a:solidFill>
                  <a:prstClr val="black"/>
                </a:solidFill>
              </a:rPr>
              <a:t>Secondary tissues develop during first and subsequent years from lateral meristems.</a:t>
            </a:r>
          </a:p>
        </p:txBody>
      </p:sp>
      <p:sp>
        <p:nvSpPr>
          <p:cNvPr id="4" name="Slide Number Placeholder 3">
            <a:extLst>
              <a:ext uri="{FF2B5EF4-FFF2-40B4-BE49-F238E27FC236}">
                <a16:creationId xmlns:a16="http://schemas.microsoft.com/office/drawing/2014/main" id="{31193E15-D976-4E98-A718-8AE6B84C4B71}"/>
              </a:ext>
            </a:extLst>
          </p:cNvPr>
          <p:cNvSpPr>
            <a:spLocks noGrp="1"/>
          </p:cNvSpPr>
          <p:nvPr>
            <p:ph type="sldNum" sz="quarter" idx="4"/>
          </p:nvPr>
        </p:nvSpPr>
        <p:spPr/>
        <p:txBody>
          <a:bodyPr/>
          <a:lstStyle/>
          <a:p>
            <a:fld id="{68151E55-6873-49E2-B8D5-2F265E6F1973}" type="slidenum">
              <a:rPr lang="en-US" smtClean="0"/>
              <a:pPr/>
              <a:t>41</a:t>
            </a:fld>
            <a:endParaRPr lang="en-US" dirty="0"/>
          </a:p>
        </p:txBody>
      </p:sp>
    </p:spTree>
    <p:extLst>
      <p:ext uri="{BB962C8B-B14F-4D97-AF65-F5344CB8AC3E}">
        <p14:creationId xmlns:p14="http://schemas.microsoft.com/office/powerpoint/2010/main" val="92667721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5EE307-2BC6-48E9-911B-7E835082985A}"/>
              </a:ext>
            </a:extLst>
          </p:cNvPr>
          <p:cNvSpPr>
            <a:spLocks noGrp="1"/>
          </p:cNvSpPr>
          <p:nvPr>
            <p:ph type="title"/>
          </p:nvPr>
        </p:nvSpPr>
        <p:spPr>
          <a:xfrm>
            <a:off x="0" y="1"/>
            <a:ext cx="9144000" cy="1066799"/>
          </a:xfrm>
        </p:spPr>
        <p:txBody>
          <a:bodyPr/>
          <a:lstStyle/>
          <a:p>
            <a:r>
              <a:rPr lang="en-US" altLang="en-US" dirty="0"/>
              <a:t>Woody Stem Characteristics</a:t>
            </a:r>
            <a:endParaRPr lang="en-IN" dirty="0"/>
          </a:p>
        </p:txBody>
      </p:sp>
      <p:sp>
        <p:nvSpPr>
          <p:cNvPr id="5" name="Text Placeholder 2">
            <a:extLst>
              <a:ext uri="{FF2B5EF4-FFF2-40B4-BE49-F238E27FC236}">
                <a16:creationId xmlns:a16="http://schemas.microsoft.com/office/drawing/2014/main" id="{9D39278D-5938-4B32-BA14-CDFE2ECA90D7}"/>
              </a:ext>
            </a:extLst>
          </p:cNvPr>
          <p:cNvSpPr>
            <a:spLocks noGrp="1"/>
          </p:cNvSpPr>
          <p:nvPr>
            <p:ph type="body" sz="quarter" idx="19"/>
          </p:nvPr>
        </p:nvSpPr>
        <p:spPr>
          <a:xfrm>
            <a:off x="842963" y="1177180"/>
            <a:ext cx="7879006" cy="2251820"/>
          </a:xfrm>
        </p:spPr>
        <p:txBody>
          <a:bodyPr>
            <a:normAutofit/>
          </a:bodyPr>
          <a:lstStyle/>
          <a:p>
            <a:pPr lvl="0">
              <a:lnSpc>
                <a:spcPct val="90000"/>
              </a:lnSpc>
              <a:spcAft>
                <a:spcPts val="2000"/>
              </a:spcAft>
            </a:pPr>
            <a:r>
              <a:rPr lang="en-US" sz="3000" dirty="0">
                <a:solidFill>
                  <a:prstClr val="black"/>
                </a:solidFill>
              </a:rPr>
              <a:t>Woody stems have both primary and secondary growth.</a:t>
            </a:r>
          </a:p>
          <a:p>
            <a:pPr marL="285750" lvl="1">
              <a:lnSpc>
                <a:spcPct val="90000"/>
              </a:lnSpc>
              <a:spcBef>
                <a:spcPts val="0"/>
              </a:spcBef>
            </a:pPr>
            <a:r>
              <a:rPr lang="en-US" sz="2600" b="1" dirty="0">
                <a:solidFill>
                  <a:prstClr val="black"/>
                </a:solidFill>
              </a:rPr>
              <a:t>Primary growth </a:t>
            </a:r>
            <a:r>
              <a:rPr lang="en-US" sz="2600" dirty="0">
                <a:solidFill>
                  <a:prstClr val="black"/>
                </a:solidFill>
              </a:rPr>
              <a:t>increases the length of the plant.</a:t>
            </a:r>
          </a:p>
          <a:p>
            <a:pPr marL="285750" lvl="1">
              <a:lnSpc>
                <a:spcPct val="90000"/>
              </a:lnSpc>
            </a:pPr>
            <a:r>
              <a:rPr lang="en-US" sz="2600" b="1" dirty="0">
                <a:solidFill>
                  <a:prstClr val="black"/>
                </a:solidFill>
              </a:rPr>
              <a:t>Secondary growth </a:t>
            </a:r>
            <a:r>
              <a:rPr lang="en-US" sz="2600" dirty="0">
                <a:solidFill>
                  <a:prstClr val="black"/>
                </a:solidFill>
              </a:rPr>
              <a:t>increases the girth.</a:t>
            </a:r>
          </a:p>
        </p:txBody>
      </p:sp>
      <p:sp>
        <p:nvSpPr>
          <p:cNvPr id="6" name="Text Placeholder 3">
            <a:extLst>
              <a:ext uri="{FF2B5EF4-FFF2-40B4-BE49-F238E27FC236}">
                <a16:creationId xmlns:a16="http://schemas.microsoft.com/office/drawing/2014/main" id="{0ACD7B50-1EF8-4433-BE6D-109CCD9E47FB}"/>
              </a:ext>
            </a:extLst>
          </p:cNvPr>
          <p:cNvSpPr>
            <a:spLocks noGrp="1"/>
          </p:cNvSpPr>
          <p:nvPr>
            <p:ph type="body" sz="quarter" idx="20"/>
          </p:nvPr>
        </p:nvSpPr>
        <p:spPr>
          <a:xfrm>
            <a:off x="842963" y="3429000"/>
            <a:ext cx="7515726" cy="2911060"/>
          </a:xfrm>
        </p:spPr>
        <p:txBody>
          <a:bodyPr/>
          <a:lstStyle/>
          <a:p>
            <a:pPr lvl="0">
              <a:lnSpc>
                <a:spcPct val="90000"/>
              </a:lnSpc>
              <a:spcAft>
                <a:spcPts val="2000"/>
              </a:spcAft>
            </a:pPr>
            <a:r>
              <a:rPr lang="en-US" sz="3000" dirty="0">
                <a:solidFill>
                  <a:prstClr val="black"/>
                </a:solidFill>
              </a:rPr>
              <a:t>Woody stems have no vascular tissue, and instead have three distinct regions.</a:t>
            </a:r>
          </a:p>
          <a:p>
            <a:pPr marL="285750" lvl="1">
              <a:lnSpc>
                <a:spcPct val="90000"/>
              </a:lnSpc>
              <a:spcBef>
                <a:spcPts val="0"/>
              </a:spcBef>
              <a:buClr>
                <a:schemeClr val="tx1"/>
              </a:buClr>
            </a:pPr>
            <a:r>
              <a:rPr lang="en-US" sz="2600" dirty="0"/>
              <a:t>Bark</a:t>
            </a:r>
          </a:p>
          <a:p>
            <a:pPr marL="285750" lvl="1">
              <a:lnSpc>
                <a:spcPct val="90000"/>
              </a:lnSpc>
              <a:buClr>
                <a:schemeClr val="tx1"/>
              </a:buClr>
            </a:pPr>
            <a:r>
              <a:rPr lang="en-US" sz="2600" dirty="0"/>
              <a:t>Wood</a:t>
            </a:r>
          </a:p>
          <a:p>
            <a:pPr marL="285750" lvl="1">
              <a:lnSpc>
                <a:spcPct val="90000"/>
              </a:lnSpc>
              <a:buClr>
                <a:schemeClr val="tx1"/>
              </a:buClr>
            </a:pPr>
            <a:r>
              <a:rPr lang="en-US" sz="2600" dirty="0"/>
              <a:t>Pith</a:t>
            </a:r>
          </a:p>
        </p:txBody>
      </p:sp>
      <p:sp>
        <p:nvSpPr>
          <p:cNvPr id="4" name="Slide Number Placeholder 4">
            <a:extLst>
              <a:ext uri="{FF2B5EF4-FFF2-40B4-BE49-F238E27FC236}">
                <a16:creationId xmlns:a16="http://schemas.microsoft.com/office/drawing/2014/main" id="{DA9ED390-822B-43B2-99B3-92506E7D1112}"/>
              </a:ext>
            </a:extLst>
          </p:cNvPr>
          <p:cNvSpPr>
            <a:spLocks noGrp="1"/>
          </p:cNvSpPr>
          <p:nvPr>
            <p:ph type="sldNum" sz="quarter" idx="4"/>
          </p:nvPr>
        </p:nvSpPr>
        <p:spPr/>
        <p:txBody>
          <a:bodyPr/>
          <a:lstStyle/>
          <a:p>
            <a:fld id="{68151E55-6873-49E2-B8D5-2F265E6F1973}" type="slidenum">
              <a:rPr lang="en-US" smtClean="0"/>
              <a:pPr/>
              <a:t>42</a:t>
            </a:fld>
            <a:endParaRPr lang="en-US" dirty="0"/>
          </a:p>
        </p:txBody>
      </p:sp>
    </p:spTree>
    <p:extLst>
      <p:ext uri="{BB962C8B-B14F-4D97-AF65-F5344CB8AC3E}">
        <p14:creationId xmlns:p14="http://schemas.microsoft.com/office/powerpoint/2010/main" val="394053480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61BACFAB-5FA6-4719-A9B1-0903856AD509}"/>
              </a:ext>
            </a:extLst>
          </p:cNvPr>
          <p:cNvSpPr>
            <a:spLocks noGrp="1"/>
          </p:cNvSpPr>
          <p:nvPr>
            <p:ph type="title"/>
          </p:nvPr>
        </p:nvSpPr>
        <p:spPr>
          <a:xfrm>
            <a:off x="956170" y="-1"/>
            <a:ext cx="7397262" cy="1312985"/>
          </a:xfrm>
        </p:spPr>
        <p:txBody>
          <a:bodyPr/>
          <a:lstStyle/>
          <a:p>
            <a:r>
              <a:rPr lang="en-US" altLang="en-US" dirty="0"/>
              <a:t>Diagrams of Secondary Growth of Stems</a:t>
            </a:r>
            <a:endParaRPr lang="en-IN" dirty="0"/>
          </a:p>
        </p:txBody>
      </p:sp>
      <p:pic>
        <p:nvPicPr>
          <p:cNvPr id="11" name="Picture 2" descr="Details about the role and definition of vascular cambium, periderm, and bark">
            <a:extLst>
              <a:ext uri="{FF2B5EF4-FFF2-40B4-BE49-F238E27FC236}">
                <a16:creationId xmlns:a16="http://schemas.microsoft.com/office/drawing/2014/main" id="{87502092-4146-4D5B-93DC-F624D2335041}"/>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3582"/>
          <a:stretch/>
        </p:blipFill>
        <p:spPr>
          <a:xfrm>
            <a:off x="3092384" y="1177791"/>
            <a:ext cx="2954095" cy="4544316"/>
          </a:xfrm>
          <a:prstGeom prst="rect">
            <a:avLst/>
          </a:prstGeom>
        </p:spPr>
      </p:pic>
      <p:sp>
        <p:nvSpPr>
          <p:cNvPr id="8" name="Text Placeholder 3">
            <a:extLst>
              <a:ext uri="{FF2B5EF4-FFF2-40B4-BE49-F238E27FC236}">
                <a16:creationId xmlns:a16="http://schemas.microsoft.com/office/drawing/2014/main" id="{36EE69D7-A7E1-4B2D-B893-CC909C9FE90F}"/>
              </a:ext>
            </a:extLst>
          </p:cNvPr>
          <p:cNvSpPr>
            <a:spLocks noGrp="1"/>
          </p:cNvSpPr>
          <p:nvPr>
            <p:ph type="body" sz="quarter" idx="18"/>
          </p:nvPr>
        </p:nvSpPr>
        <p:spPr>
          <a:xfrm>
            <a:off x="3959260" y="5879269"/>
            <a:ext cx="1225479" cy="314325"/>
          </a:xfrm>
        </p:spPr>
        <p:txBody>
          <a:bodyPr>
            <a:normAutofit/>
          </a:bodyPr>
          <a:lstStyle/>
          <a:p>
            <a:r>
              <a:rPr lang="en-US" sz="1200" dirty="0">
                <a:solidFill>
                  <a:schemeClr val="tx1"/>
                </a:solidFill>
              </a:rPr>
              <a:t>Figure </a:t>
            </a:r>
            <a:r>
              <a:rPr lang="en-US" sz="1200" dirty="0"/>
              <a:t>24</a:t>
            </a:r>
            <a:r>
              <a:rPr lang="en-US" sz="1200" dirty="0">
                <a:solidFill>
                  <a:schemeClr val="tx1"/>
                </a:solidFill>
              </a:rPr>
              <a:t>.17</a:t>
            </a:r>
          </a:p>
        </p:txBody>
      </p:sp>
      <p:sp>
        <p:nvSpPr>
          <p:cNvPr id="9" name="Text Placeholder 4">
            <a:extLst>
              <a:ext uri="{FF2B5EF4-FFF2-40B4-BE49-F238E27FC236}">
                <a16:creationId xmlns:a16="http://schemas.microsoft.com/office/drawing/2014/main" id="{574150A2-AE58-41A5-99E6-A4ACE7B41EDA}"/>
              </a:ext>
            </a:extLst>
          </p:cNvPr>
          <p:cNvSpPr>
            <a:spLocks noGrp="1"/>
          </p:cNvSpPr>
          <p:nvPr>
            <p:ph type="body" sz="quarter" idx="19"/>
          </p:nvPr>
        </p:nvSpPr>
        <p:spPr>
          <a:xfrm>
            <a:off x="3054051" y="6193594"/>
            <a:ext cx="3201499" cy="314325"/>
          </a:xfrm>
        </p:spPr>
        <p:txBody>
          <a:bodyPr>
            <a:normAutofit/>
          </a:bodyPr>
          <a:lstStyle/>
          <a:p>
            <a:r>
              <a:rPr lang="en-US" sz="1200" dirty="0">
                <a:hlinkClick r:id="rId3" action="ppaction://hlinksldjump"/>
              </a:rPr>
              <a:t>Access the text alternative for slide images.</a:t>
            </a:r>
            <a:endParaRPr lang="en-US" sz="1200" dirty="0"/>
          </a:p>
        </p:txBody>
      </p:sp>
      <p:sp>
        <p:nvSpPr>
          <p:cNvPr id="4" name="Slide Number Placeholder 5">
            <a:extLst>
              <a:ext uri="{FF2B5EF4-FFF2-40B4-BE49-F238E27FC236}">
                <a16:creationId xmlns:a16="http://schemas.microsoft.com/office/drawing/2014/main" id="{2EB0C2E5-941E-4E8F-92E5-B0FA0C2CF128}"/>
              </a:ext>
            </a:extLst>
          </p:cNvPr>
          <p:cNvSpPr>
            <a:spLocks noGrp="1"/>
          </p:cNvSpPr>
          <p:nvPr>
            <p:ph type="sldNum" sz="quarter" idx="4"/>
          </p:nvPr>
        </p:nvSpPr>
        <p:spPr/>
        <p:txBody>
          <a:bodyPr/>
          <a:lstStyle/>
          <a:p>
            <a:fld id="{68151E55-6873-49E2-B8D5-2F265E6F1973}" type="slidenum">
              <a:rPr lang="en-US" smtClean="0"/>
              <a:pPr/>
              <a:t>43</a:t>
            </a:fld>
            <a:endParaRPr lang="en-US" dirty="0"/>
          </a:p>
        </p:txBody>
      </p:sp>
    </p:spTree>
    <p:extLst>
      <p:ext uri="{BB962C8B-B14F-4D97-AF65-F5344CB8AC3E}">
        <p14:creationId xmlns:p14="http://schemas.microsoft.com/office/powerpoint/2010/main" val="61860531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FD8C16-1EE8-4FA0-A29F-CE979D857529}"/>
              </a:ext>
            </a:extLst>
          </p:cNvPr>
          <p:cNvSpPr>
            <a:spLocks noGrp="1"/>
          </p:cNvSpPr>
          <p:nvPr>
            <p:ph type="title"/>
          </p:nvPr>
        </p:nvSpPr>
        <p:spPr>
          <a:xfrm>
            <a:off x="0" y="1"/>
            <a:ext cx="9144000" cy="1019907"/>
          </a:xfrm>
        </p:spPr>
        <p:txBody>
          <a:bodyPr/>
          <a:lstStyle/>
          <a:p>
            <a:r>
              <a:rPr lang="en-US" altLang="en-US" dirty="0"/>
              <a:t>Bark</a:t>
            </a:r>
            <a:endParaRPr lang="en-IN" dirty="0"/>
          </a:p>
        </p:txBody>
      </p:sp>
      <p:sp>
        <p:nvSpPr>
          <p:cNvPr id="3" name="Text Placeholder 2">
            <a:extLst>
              <a:ext uri="{FF2B5EF4-FFF2-40B4-BE49-F238E27FC236}">
                <a16:creationId xmlns:a16="http://schemas.microsoft.com/office/drawing/2014/main" id="{2EC0788D-FC01-4B7D-BC17-F7BA58580D89}"/>
              </a:ext>
            </a:extLst>
          </p:cNvPr>
          <p:cNvSpPr>
            <a:spLocks noGrp="1"/>
          </p:cNvSpPr>
          <p:nvPr>
            <p:ph type="body" sz="quarter" idx="19"/>
          </p:nvPr>
        </p:nvSpPr>
        <p:spPr>
          <a:xfrm>
            <a:off x="842963" y="1177179"/>
            <a:ext cx="7623676" cy="5330739"/>
          </a:xfrm>
        </p:spPr>
        <p:txBody>
          <a:bodyPr/>
          <a:lstStyle/>
          <a:p>
            <a:pPr marL="0" lvl="1" indent="0">
              <a:spcBef>
                <a:spcPts val="0"/>
              </a:spcBef>
              <a:buNone/>
            </a:pPr>
            <a:r>
              <a:rPr lang="en-US" altLang="en-US" sz="2800" b="1" dirty="0">
                <a:solidFill>
                  <a:srgbClr val="D90000"/>
                </a:solidFill>
              </a:rPr>
              <a:t>Bark</a:t>
            </a:r>
            <a:r>
              <a:rPr lang="en-US" altLang="en-US" sz="2800" dirty="0">
                <a:solidFill>
                  <a:prstClr val="black"/>
                </a:solidFill>
              </a:rPr>
              <a:t> of a tree contains </a:t>
            </a:r>
            <a:r>
              <a:rPr lang="en-US" altLang="en-US" sz="2800" b="1" dirty="0">
                <a:solidFill>
                  <a:srgbClr val="D90000"/>
                </a:solidFill>
              </a:rPr>
              <a:t>cork</a:t>
            </a:r>
            <a:r>
              <a:rPr lang="en-US" altLang="en-US" sz="2800" dirty="0">
                <a:solidFill>
                  <a:prstClr val="black"/>
                </a:solidFill>
              </a:rPr>
              <a:t>, </a:t>
            </a:r>
            <a:r>
              <a:rPr lang="en-US" altLang="en-US" sz="2800" b="1" dirty="0">
                <a:solidFill>
                  <a:srgbClr val="D90000"/>
                </a:solidFill>
              </a:rPr>
              <a:t>cork cambium</a:t>
            </a:r>
            <a:r>
              <a:rPr lang="en-US" altLang="en-US" sz="2800" dirty="0">
                <a:solidFill>
                  <a:prstClr val="black"/>
                </a:solidFill>
              </a:rPr>
              <a:t>, cortex, and phloem.</a:t>
            </a:r>
          </a:p>
          <a:p>
            <a:pPr marL="0" lvl="1" indent="0">
              <a:buNone/>
            </a:pPr>
            <a:r>
              <a:rPr lang="en-US" altLang="en-US" sz="2800" dirty="0">
                <a:solidFill>
                  <a:prstClr val="black"/>
                </a:solidFill>
              </a:rPr>
              <a:t>Bark can be removed, but it is harmful to the plant due to lack of organic nutrient transport.</a:t>
            </a:r>
          </a:p>
          <a:p>
            <a:pPr marL="0" lvl="1" indent="0">
              <a:buNone/>
            </a:pPr>
            <a:r>
              <a:rPr lang="en-US" altLang="en-US" sz="2800" dirty="0">
                <a:solidFill>
                  <a:prstClr val="black"/>
                </a:solidFill>
              </a:rPr>
              <a:t>Girdling, removing bark from around the tree, leads to the death of the tree.</a:t>
            </a:r>
          </a:p>
          <a:p>
            <a:pPr marL="0" lvl="1" indent="0">
              <a:buNone/>
            </a:pPr>
            <a:r>
              <a:rPr lang="en-US" altLang="en-US" sz="2800" dirty="0">
                <a:solidFill>
                  <a:prstClr val="black"/>
                </a:solidFill>
              </a:rPr>
              <a:t>Cork cells are impregnated with suberin.</a:t>
            </a:r>
          </a:p>
          <a:p>
            <a:pPr marL="269875" lvl="2" indent="-269875"/>
            <a:r>
              <a:rPr lang="en-US" altLang="en-US" dirty="0">
                <a:solidFill>
                  <a:prstClr val="black"/>
                </a:solidFill>
              </a:rPr>
              <a:t>Gas exchange is impeded except at lenticels.</a:t>
            </a:r>
          </a:p>
        </p:txBody>
      </p:sp>
      <p:sp>
        <p:nvSpPr>
          <p:cNvPr id="4" name="Slide Number Placeholder 3">
            <a:extLst>
              <a:ext uri="{FF2B5EF4-FFF2-40B4-BE49-F238E27FC236}">
                <a16:creationId xmlns:a16="http://schemas.microsoft.com/office/drawing/2014/main" id="{FA56ED1B-A507-44EF-ACE4-F211F32548CD}"/>
              </a:ext>
            </a:extLst>
          </p:cNvPr>
          <p:cNvSpPr>
            <a:spLocks noGrp="1"/>
          </p:cNvSpPr>
          <p:nvPr>
            <p:ph type="sldNum" sz="quarter" idx="4"/>
          </p:nvPr>
        </p:nvSpPr>
        <p:spPr/>
        <p:txBody>
          <a:bodyPr/>
          <a:lstStyle/>
          <a:p>
            <a:fld id="{68151E55-6873-49E2-B8D5-2F265E6F1973}" type="slidenum">
              <a:rPr lang="en-US" smtClean="0"/>
              <a:pPr/>
              <a:t>44</a:t>
            </a:fld>
            <a:endParaRPr lang="en-US" dirty="0"/>
          </a:p>
        </p:txBody>
      </p:sp>
    </p:spTree>
    <p:extLst>
      <p:ext uri="{BB962C8B-B14F-4D97-AF65-F5344CB8AC3E}">
        <p14:creationId xmlns:p14="http://schemas.microsoft.com/office/powerpoint/2010/main" val="122389678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C678E4-B094-4062-B931-D6DCA9BD438C}"/>
              </a:ext>
            </a:extLst>
          </p:cNvPr>
          <p:cNvSpPr>
            <a:spLocks noGrp="1"/>
          </p:cNvSpPr>
          <p:nvPr>
            <p:ph type="title"/>
          </p:nvPr>
        </p:nvSpPr>
        <p:spPr>
          <a:xfrm>
            <a:off x="0" y="1"/>
            <a:ext cx="9144000" cy="1177178"/>
          </a:xfrm>
        </p:spPr>
        <p:txBody>
          <a:bodyPr/>
          <a:lstStyle/>
          <a:p>
            <a:r>
              <a:rPr lang="en-US" altLang="en-US" dirty="0"/>
              <a:t>Wood</a:t>
            </a:r>
            <a:endParaRPr lang="en-IN" dirty="0"/>
          </a:p>
        </p:txBody>
      </p:sp>
      <p:sp>
        <p:nvSpPr>
          <p:cNvPr id="3" name="Text Placeholder 2">
            <a:extLst>
              <a:ext uri="{FF2B5EF4-FFF2-40B4-BE49-F238E27FC236}">
                <a16:creationId xmlns:a16="http://schemas.microsoft.com/office/drawing/2014/main" id="{CD4407A1-4FF3-43FA-9C9E-E66E01EC7F1C}"/>
              </a:ext>
            </a:extLst>
          </p:cNvPr>
          <p:cNvSpPr>
            <a:spLocks noGrp="1"/>
          </p:cNvSpPr>
          <p:nvPr>
            <p:ph type="body" sz="quarter" idx="19"/>
          </p:nvPr>
        </p:nvSpPr>
        <p:spPr>
          <a:xfrm>
            <a:off x="842963" y="1177179"/>
            <a:ext cx="7421806" cy="5330739"/>
          </a:xfrm>
        </p:spPr>
        <p:txBody>
          <a:bodyPr/>
          <a:lstStyle/>
          <a:p>
            <a:pPr marL="0" lvl="1" indent="0">
              <a:spcBef>
                <a:spcPts val="0"/>
              </a:spcBef>
              <a:buNone/>
            </a:pPr>
            <a:r>
              <a:rPr lang="en-US" sz="2600" b="1" dirty="0">
                <a:solidFill>
                  <a:srgbClr val="D90000"/>
                </a:solidFill>
              </a:rPr>
              <a:t>Wood</a:t>
            </a:r>
            <a:r>
              <a:rPr lang="en-US" sz="2600" dirty="0">
                <a:solidFill>
                  <a:prstClr val="black"/>
                </a:solidFill>
              </a:rPr>
              <a:t> is secondary xylem that builds up year after year.</a:t>
            </a:r>
          </a:p>
          <a:p>
            <a:pPr marL="269875" lvl="2" indent="-269875"/>
            <a:r>
              <a:rPr lang="en-US" sz="2200" dirty="0">
                <a:solidFill>
                  <a:prstClr val="black"/>
                </a:solidFill>
              </a:rPr>
              <a:t>Vascular cambium is dormant during winter.</a:t>
            </a:r>
          </a:p>
          <a:p>
            <a:pPr marL="269875" lvl="2" indent="-269875"/>
            <a:r>
              <a:rPr lang="en-US" sz="2200" b="1" dirty="0">
                <a:solidFill>
                  <a:srgbClr val="D90000"/>
                </a:solidFill>
              </a:rPr>
              <a:t>Annual ring</a:t>
            </a:r>
            <a:r>
              <a:rPr lang="en-US" sz="2200" dirty="0">
                <a:solidFill>
                  <a:srgbClr val="D90000"/>
                </a:solidFill>
              </a:rPr>
              <a:t> </a:t>
            </a:r>
            <a:r>
              <a:rPr lang="en-US" sz="2200" dirty="0">
                <a:solidFill>
                  <a:prstClr val="black"/>
                </a:solidFill>
              </a:rPr>
              <a:t>is made up of </a:t>
            </a:r>
            <a:r>
              <a:rPr lang="en-US" sz="2200" b="1" dirty="0">
                <a:solidFill>
                  <a:prstClr val="black"/>
                </a:solidFill>
              </a:rPr>
              <a:t>spring wood </a:t>
            </a:r>
            <a:r>
              <a:rPr lang="en-US" sz="2200" dirty="0">
                <a:solidFill>
                  <a:prstClr val="black"/>
                </a:solidFill>
              </a:rPr>
              <a:t>and summer wood.</a:t>
            </a:r>
          </a:p>
          <a:p>
            <a:pPr marL="539750" lvl="3" indent="-269875"/>
            <a:r>
              <a:rPr lang="en-US" sz="1900" b="1" dirty="0">
                <a:solidFill>
                  <a:prstClr val="black"/>
                </a:solidFill>
              </a:rPr>
              <a:t>Summer wood </a:t>
            </a:r>
            <a:r>
              <a:rPr lang="en-US" sz="1900" dirty="0">
                <a:solidFill>
                  <a:prstClr val="black"/>
                </a:solidFill>
              </a:rPr>
              <a:t>has a lower proportion of vessels than spring wood.</a:t>
            </a:r>
          </a:p>
          <a:p>
            <a:pPr marL="0" lvl="1" indent="0">
              <a:buNone/>
            </a:pPr>
            <a:r>
              <a:rPr lang="en-US" sz="2600" dirty="0">
                <a:solidFill>
                  <a:prstClr val="black"/>
                </a:solidFill>
              </a:rPr>
              <a:t>In older trees, inner annual rings, called heartwood, no longer function in water transport.</a:t>
            </a:r>
          </a:p>
        </p:txBody>
      </p:sp>
      <p:sp>
        <p:nvSpPr>
          <p:cNvPr id="4" name="Slide Number Placeholder 3">
            <a:extLst>
              <a:ext uri="{FF2B5EF4-FFF2-40B4-BE49-F238E27FC236}">
                <a16:creationId xmlns:a16="http://schemas.microsoft.com/office/drawing/2014/main" id="{2AF4612C-EDAF-4717-B4DB-04693D5FA90C}"/>
              </a:ext>
            </a:extLst>
          </p:cNvPr>
          <p:cNvSpPr>
            <a:spLocks noGrp="1"/>
          </p:cNvSpPr>
          <p:nvPr>
            <p:ph type="sldNum" sz="quarter" idx="4"/>
          </p:nvPr>
        </p:nvSpPr>
        <p:spPr/>
        <p:txBody>
          <a:bodyPr/>
          <a:lstStyle/>
          <a:p>
            <a:fld id="{68151E55-6873-49E2-B8D5-2F265E6F1973}" type="slidenum">
              <a:rPr lang="en-US" smtClean="0"/>
              <a:pPr/>
              <a:t>45</a:t>
            </a:fld>
            <a:endParaRPr lang="en-US" dirty="0"/>
          </a:p>
        </p:txBody>
      </p:sp>
    </p:spTree>
    <p:extLst>
      <p:ext uri="{BB962C8B-B14F-4D97-AF65-F5344CB8AC3E}">
        <p14:creationId xmlns:p14="http://schemas.microsoft.com/office/powerpoint/2010/main" val="94202792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6BF589-069E-4062-99BF-AEEA146B92D3}"/>
              </a:ext>
            </a:extLst>
          </p:cNvPr>
          <p:cNvSpPr>
            <a:spLocks noGrp="1"/>
          </p:cNvSpPr>
          <p:nvPr>
            <p:ph type="title"/>
          </p:nvPr>
        </p:nvSpPr>
        <p:spPr/>
        <p:txBody>
          <a:bodyPr/>
          <a:lstStyle/>
          <a:p>
            <a:r>
              <a:rPr lang="en-US" altLang="en-US" dirty="0"/>
              <a:t>Three-Year-Old Woody Twig</a:t>
            </a:r>
            <a:endParaRPr lang="en-IN" dirty="0"/>
          </a:p>
        </p:txBody>
      </p:sp>
      <p:pic>
        <p:nvPicPr>
          <p:cNvPr id="8" name="Picture 2" descr="Horizontal section diagram of twig shows the subparts of pith, wood, vascular cambium and bark of twig. ">
            <a:extLst>
              <a:ext uri="{FF2B5EF4-FFF2-40B4-BE49-F238E27FC236}">
                <a16:creationId xmlns:a16="http://schemas.microsoft.com/office/drawing/2014/main" id="{A7782D88-FBAE-4C6A-9CEA-810A5B512FBD}"/>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4857" b="2884"/>
          <a:stretch/>
        </p:blipFill>
        <p:spPr>
          <a:xfrm>
            <a:off x="2806832" y="850621"/>
            <a:ext cx="3529213" cy="4720491"/>
          </a:xfrm>
          <a:prstGeom prst="rect">
            <a:avLst/>
          </a:prstGeom>
        </p:spPr>
      </p:pic>
      <p:sp>
        <p:nvSpPr>
          <p:cNvPr id="3" name="Text Placeholder 3">
            <a:extLst>
              <a:ext uri="{FF2B5EF4-FFF2-40B4-BE49-F238E27FC236}">
                <a16:creationId xmlns:a16="http://schemas.microsoft.com/office/drawing/2014/main" id="{098CBA2D-1B20-4ECA-A527-44FFA10726EA}"/>
              </a:ext>
            </a:extLst>
          </p:cNvPr>
          <p:cNvSpPr>
            <a:spLocks noGrp="1"/>
          </p:cNvSpPr>
          <p:nvPr>
            <p:ph type="body" sz="quarter" idx="18"/>
          </p:nvPr>
        </p:nvSpPr>
        <p:spPr>
          <a:xfrm>
            <a:off x="3573609" y="5687662"/>
            <a:ext cx="1995657" cy="315884"/>
          </a:xfrm>
        </p:spPr>
        <p:txBody>
          <a:bodyPr>
            <a:normAutofit/>
          </a:bodyPr>
          <a:lstStyle/>
          <a:p>
            <a:r>
              <a:rPr lang="en-US" sz="1200" dirty="0">
                <a:solidFill>
                  <a:schemeClr val="tx1"/>
                </a:solidFill>
              </a:rPr>
              <a:t>Figure </a:t>
            </a:r>
            <a:r>
              <a:rPr lang="en-US" sz="1200" dirty="0"/>
              <a:t>24</a:t>
            </a:r>
            <a:r>
              <a:rPr lang="en-US" sz="1200" dirty="0">
                <a:solidFill>
                  <a:schemeClr val="tx1"/>
                </a:solidFill>
              </a:rPr>
              <a:t>.18</a:t>
            </a:r>
          </a:p>
        </p:txBody>
      </p:sp>
      <p:sp>
        <p:nvSpPr>
          <p:cNvPr id="6" name="Text Placeholder 4">
            <a:extLst>
              <a:ext uri="{FF2B5EF4-FFF2-40B4-BE49-F238E27FC236}">
                <a16:creationId xmlns:a16="http://schemas.microsoft.com/office/drawing/2014/main" id="{64F62A9E-F476-41AF-ADC2-CD915ADE24B4}"/>
              </a:ext>
            </a:extLst>
          </p:cNvPr>
          <p:cNvSpPr>
            <a:spLocks noGrp="1"/>
          </p:cNvSpPr>
          <p:nvPr>
            <p:ph type="body" sz="quarter" idx="19"/>
          </p:nvPr>
        </p:nvSpPr>
        <p:spPr>
          <a:xfrm>
            <a:off x="2806832" y="6064192"/>
            <a:ext cx="3529213" cy="314325"/>
          </a:xfrm>
        </p:spPr>
        <p:txBody>
          <a:bodyPr>
            <a:normAutofit/>
          </a:bodyPr>
          <a:lstStyle/>
          <a:p>
            <a:pPr algn="ctr"/>
            <a:r>
              <a:rPr lang="en-US" sz="1200" dirty="0">
                <a:hlinkClick r:id="rId3" action="ppaction://hlinksldjump"/>
              </a:rPr>
              <a:t>Access the text alternative for slide images.</a:t>
            </a:r>
            <a:endParaRPr lang="en-US" sz="1200" dirty="0"/>
          </a:p>
        </p:txBody>
      </p:sp>
      <p:sp>
        <p:nvSpPr>
          <p:cNvPr id="7" name="Text Placeholder 5">
            <a:extLst>
              <a:ext uri="{FF2B5EF4-FFF2-40B4-BE49-F238E27FC236}">
                <a16:creationId xmlns:a16="http://schemas.microsoft.com/office/drawing/2014/main" id="{D9148932-3F58-4265-9276-9950917DEDA9}"/>
              </a:ext>
            </a:extLst>
          </p:cNvPr>
          <p:cNvSpPr>
            <a:spLocks noGrp="1"/>
          </p:cNvSpPr>
          <p:nvPr>
            <p:ph type="body" sz="quarter" idx="21"/>
          </p:nvPr>
        </p:nvSpPr>
        <p:spPr/>
        <p:txBody>
          <a:bodyPr/>
          <a:lstStyle/>
          <a:p>
            <a:pPr lvl="0"/>
            <a:r>
              <a:rPr lang="en-US" sz="800" dirty="0"/>
              <a:t>(photo) (circular cross section): Ed Reschke/Stone/Getty Images</a:t>
            </a:r>
            <a:endParaRPr lang="en-GB" sz="800" dirty="0"/>
          </a:p>
        </p:txBody>
      </p:sp>
      <p:sp>
        <p:nvSpPr>
          <p:cNvPr id="4" name="Slide Number Placeholder 6">
            <a:extLst>
              <a:ext uri="{FF2B5EF4-FFF2-40B4-BE49-F238E27FC236}">
                <a16:creationId xmlns:a16="http://schemas.microsoft.com/office/drawing/2014/main" id="{53962B45-C51B-494E-BAA3-252C263241B5}"/>
              </a:ext>
            </a:extLst>
          </p:cNvPr>
          <p:cNvSpPr>
            <a:spLocks noGrp="1"/>
          </p:cNvSpPr>
          <p:nvPr>
            <p:ph type="sldNum" sz="quarter" idx="4"/>
          </p:nvPr>
        </p:nvSpPr>
        <p:spPr/>
        <p:txBody>
          <a:bodyPr/>
          <a:lstStyle/>
          <a:p>
            <a:fld id="{68151E55-6873-49E2-B8D5-2F265E6F1973}" type="slidenum">
              <a:rPr lang="en-US" smtClean="0"/>
              <a:pPr/>
              <a:t>46</a:t>
            </a:fld>
            <a:endParaRPr lang="en-US" dirty="0"/>
          </a:p>
        </p:txBody>
      </p:sp>
    </p:spTree>
    <p:extLst>
      <p:ext uri="{BB962C8B-B14F-4D97-AF65-F5344CB8AC3E}">
        <p14:creationId xmlns:p14="http://schemas.microsoft.com/office/powerpoint/2010/main" val="56769799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495FF-6D4F-4410-B9A6-AC4D3C8D672C}"/>
              </a:ext>
            </a:extLst>
          </p:cNvPr>
          <p:cNvSpPr>
            <a:spLocks noGrp="1"/>
          </p:cNvSpPr>
          <p:nvPr>
            <p:ph type="title"/>
          </p:nvPr>
        </p:nvSpPr>
        <p:spPr>
          <a:xfrm>
            <a:off x="0" y="1"/>
            <a:ext cx="9144000" cy="1006489"/>
          </a:xfrm>
        </p:spPr>
        <p:txBody>
          <a:bodyPr/>
          <a:lstStyle/>
          <a:p>
            <a:r>
              <a:rPr lang="en-US" altLang="en-US" dirty="0"/>
              <a:t>Tree Trunk</a:t>
            </a:r>
            <a:endParaRPr lang="en-IN" dirty="0"/>
          </a:p>
        </p:txBody>
      </p:sp>
      <p:pic>
        <p:nvPicPr>
          <p:cNvPr id="14" name="Picture 2" descr="Horizontal section and lateral diagram of tree trunk.">
            <a:extLst>
              <a:ext uri="{FF2B5EF4-FFF2-40B4-BE49-F238E27FC236}">
                <a16:creationId xmlns:a16="http://schemas.microsoft.com/office/drawing/2014/main" id="{DA375A80-770C-4282-B2BE-3904560271D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4035" y="1593272"/>
            <a:ext cx="8243455" cy="3671455"/>
          </a:xfrm>
          <a:prstGeom prst="rect">
            <a:avLst/>
          </a:prstGeom>
        </p:spPr>
      </p:pic>
      <p:sp>
        <p:nvSpPr>
          <p:cNvPr id="6" name="Text Placeholder 3">
            <a:extLst>
              <a:ext uri="{FF2B5EF4-FFF2-40B4-BE49-F238E27FC236}">
                <a16:creationId xmlns:a16="http://schemas.microsoft.com/office/drawing/2014/main" id="{33F0F811-7D1A-4900-8151-640DCF99677E}"/>
              </a:ext>
            </a:extLst>
          </p:cNvPr>
          <p:cNvSpPr>
            <a:spLocks noGrp="1"/>
          </p:cNvSpPr>
          <p:nvPr>
            <p:ph type="body" sz="quarter" idx="18"/>
          </p:nvPr>
        </p:nvSpPr>
        <p:spPr>
          <a:xfrm>
            <a:off x="3734786" y="5481665"/>
            <a:ext cx="1673301" cy="369845"/>
          </a:xfrm>
        </p:spPr>
        <p:txBody>
          <a:bodyPr>
            <a:normAutofit/>
          </a:bodyPr>
          <a:lstStyle/>
          <a:p>
            <a:r>
              <a:rPr lang="en-US" sz="1200" dirty="0">
                <a:solidFill>
                  <a:schemeClr val="tx1"/>
                </a:solidFill>
              </a:rPr>
              <a:t>Figure </a:t>
            </a:r>
            <a:r>
              <a:rPr lang="en-US" sz="1200" dirty="0"/>
              <a:t>24</a:t>
            </a:r>
            <a:r>
              <a:rPr lang="en-US" sz="1200" dirty="0">
                <a:solidFill>
                  <a:schemeClr val="tx1"/>
                </a:solidFill>
              </a:rPr>
              <a:t>.19</a:t>
            </a:r>
          </a:p>
        </p:txBody>
      </p:sp>
      <p:sp>
        <p:nvSpPr>
          <p:cNvPr id="10" name="Text Placeholder 4">
            <a:extLst>
              <a:ext uri="{FF2B5EF4-FFF2-40B4-BE49-F238E27FC236}">
                <a16:creationId xmlns:a16="http://schemas.microsoft.com/office/drawing/2014/main" id="{5FE74841-A6D3-476D-A266-4A7C06EB2D77}"/>
              </a:ext>
            </a:extLst>
          </p:cNvPr>
          <p:cNvSpPr>
            <a:spLocks noGrp="1"/>
          </p:cNvSpPr>
          <p:nvPr>
            <p:ph type="body" sz="quarter" idx="19"/>
          </p:nvPr>
        </p:nvSpPr>
        <p:spPr>
          <a:xfrm>
            <a:off x="2878369" y="6064192"/>
            <a:ext cx="3386137" cy="314325"/>
          </a:xfrm>
        </p:spPr>
        <p:txBody>
          <a:bodyPr>
            <a:normAutofit/>
          </a:bodyPr>
          <a:lstStyle/>
          <a:p>
            <a:pPr algn="ctr"/>
            <a:r>
              <a:rPr lang="en-US" sz="1200" dirty="0">
                <a:hlinkClick r:id="rId3" action="ppaction://hlinksldjump"/>
              </a:rPr>
              <a:t>Access the text alternative for slide images.</a:t>
            </a:r>
            <a:endParaRPr lang="en-US" sz="1200" dirty="0"/>
          </a:p>
        </p:txBody>
      </p:sp>
      <p:sp>
        <p:nvSpPr>
          <p:cNvPr id="3" name="Text Placeholder 5">
            <a:extLst>
              <a:ext uri="{FF2B5EF4-FFF2-40B4-BE49-F238E27FC236}">
                <a16:creationId xmlns:a16="http://schemas.microsoft.com/office/drawing/2014/main" id="{8FF2DF1C-0A99-4268-932E-87C591BE7644}"/>
              </a:ext>
            </a:extLst>
          </p:cNvPr>
          <p:cNvSpPr>
            <a:spLocks noGrp="1"/>
          </p:cNvSpPr>
          <p:nvPr>
            <p:ph type="body" sz="quarter" idx="21"/>
          </p:nvPr>
        </p:nvSpPr>
        <p:spPr/>
        <p:txBody>
          <a:bodyPr/>
          <a:lstStyle/>
          <a:p>
            <a:pPr lvl="0" algn="r"/>
            <a:r>
              <a:rPr lang="en-US" sz="700" dirty="0"/>
              <a:t>(a): </a:t>
            </a:r>
            <a:r>
              <a:rPr lang="en-US" sz="700" dirty="0" err="1"/>
              <a:t>Ardea</a:t>
            </a:r>
            <a:r>
              <a:rPr lang="en-US" sz="700" dirty="0"/>
              <a:t> London/</a:t>
            </a:r>
            <a:r>
              <a:rPr lang="en-US" sz="700" dirty="0" err="1"/>
              <a:t>Ardea</a:t>
            </a:r>
            <a:endParaRPr lang="en-GB" sz="700" dirty="0"/>
          </a:p>
        </p:txBody>
      </p:sp>
      <p:sp>
        <p:nvSpPr>
          <p:cNvPr id="4" name="Slide Number Placeholder 6">
            <a:extLst>
              <a:ext uri="{FF2B5EF4-FFF2-40B4-BE49-F238E27FC236}">
                <a16:creationId xmlns:a16="http://schemas.microsoft.com/office/drawing/2014/main" id="{61246246-0CBE-4FC5-9C6F-72C6D4460527}"/>
              </a:ext>
            </a:extLst>
          </p:cNvPr>
          <p:cNvSpPr>
            <a:spLocks noGrp="1"/>
          </p:cNvSpPr>
          <p:nvPr>
            <p:ph type="sldNum" sz="quarter" idx="4"/>
          </p:nvPr>
        </p:nvSpPr>
        <p:spPr/>
        <p:txBody>
          <a:bodyPr/>
          <a:lstStyle/>
          <a:p>
            <a:fld id="{68151E55-6873-49E2-B8D5-2F265E6F1973}" type="slidenum">
              <a:rPr lang="en-US" smtClean="0"/>
              <a:pPr/>
              <a:t>47</a:t>
            </a:fld>
            <a:endParaRPr lang="en-US" dirty="0"/>
          </a:p>
        </p:txBody>
      </p:sp>
    </p:spTree>
    <p:extLst>
      <p:ext uri="{BB962C8B-B14F-4D97-AF65-F5344CB8AC3E}">
        <p14:creationId xmlns:p14="http://schemas.microsoft.com/office/powerpoint/2010/main" val="400352736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F56D0E-4F6A-49A4-BA8E-98B6634C10CF}"/>
              </a:ext>
            </a:extLst>
          </p:cNvPr>
          <p:cNvSpPr>
            <a:spLocks noGrp="1"/>
          </p:cNvSpPr>
          <p:nvPr>
            <p:ph type="title"/>
          </p:nvPr>
        </p:nvSpPr>
        <p:spPr>
          <a:xfrm>
            <a:off x="0" y="1"/>
            <a:ext cx="9144000" cy="1025511"/>
          </a:xfrm>
        </p:spPr>
        <p:txBody>
          <a:bodyPr/>
          <a:lstStyle/>
          <a:p>
            <a:r>
              <a:rPr lang="en-US" altLang="en-US" dirty="0"/>
              <a:t>Stem Diversity </a:t>
            </a:r>
            <a:r>
              <a:rPr lang="en-US" altLang="en-US" sz="1600" dirty="0"/>
              <a:t>1</a:t>
            </a:r>
            <a:endParaRPr lang="en-IN" sz="1600" dirty="0"/>
          </a:p>
        </p:txBody>
      </p:sp>
      <p:sp>
        <p:nvSpPr>
          <p:cNvPr id="3" name="Text Placeholder 2">
            <a:extLst>
              <a:ext uri="{FF2B5EF4-FFF2-40B4-BE49-F238E27FC236}">
                <a16:creationId xmlns:a16="http://schemas.microsoft.com/office/drawing/2014/main" id="{9C2F03D8-379F-4DC3-A0AB-43DBBB3FD053}"/>
              </a:ext>
            </a:extLst>
          </p:cNvPr>
          <p:cNvSpPr>
            <a:spLocks noGrp="1"/>
          </p:cNvSpPr>
          <p:nvPr>
            <p:ph type="body" sz="quarter" idx="19"/>
          </p:nvPr>
        </p:nvSpPr>
        <p:spPr>
          <a:xfrm>
            <a:off x="842963" y="1025512"/>
            <a:ext cx="7257683" cy="5639569"/>
          </a:xfrm>
        </p:spPr>
        <p:txBody>
          <a:bodyPr>
            <a:normAutofit fontScale="92500" lnSpcReduction="10000"/>
          </a:bodyPr>
          <a:lstStyle/>
          <a:p>
            <a:pPr marL="0" lvl="1" indent="0">
              <a:lnSpc>
                <a:spcPct val="80000"/>
              </a:lnSpc>
              <a:spcBef>
                <a:spcPts val="0"/>
              </a:spcBef>
              <a:buNone/>
            </a:pPr>
            <a:r>
              <a:rPr lang="en-US" sz="2600" dirty="0">
                <a:solidFill>
                  <a:prstClr val="black"/>
                </a:solidFill>
              </a:rPr>
              <a:t>Aboveground vertical stems</a:t>
            </a:r>
          </a:p>
          <a:p>
            <a:pPr marL="0" lvl="1" indent="0">
              <a:lnSpc>
                <a:spcPct val="80000"/>
              </a:lnSpc>
              <a:spcBef>
                <a:spcPts val="600"/>
              </a:spcBef>
              <a:buClr>
                <a:schemeClr val="tx1"/>
              </a:buClr>
              <a:buNone/>
            </a:pPr>
            <a:r>
              <a:rPr lang="en-US" sz="2600" b="1" dirty="0" err="1"/>
              <a:t>Stolons</a:t>
            </a:r>
            <a:endParaRPr lang="en-US" sz="2600" b="1" dirty="0"/>
          </a:p>
          <a:p>
            <a:pPr marL="269875" lvl="2" indent="-269875">
              <a:lnSpc>
                <a:spcPct val="80000"/>
              </a:lnSpc>
              <a:spcBef>
                <a:spcPts val="600"/>
              </a:spcBef>
              <a:tabLst>
                <a:tab pos="363538" algn="l"/>
              </a:tabLst>
            </a:pPr>
            <a:r>
              <a:rPr lang="en-US" sz="2200" dirty="0">
                <a:solidFill>
                  <a:prstClr val="black"/>
                </a:solidFill>
              </a:rPr>
              <a:t>Aboveground horizontal stems</a:t>
            </a:r>
          </a:p>
          <a:p>
            <a:pPr marL="269875" lvl="2" indent="-269875">
              <a:lnSpc>
                <a:spcPct val="80000"/>
              </a:lnSpc>
              <a:spcBef>
                <a:spcPts val="600"/>
              </a:spcBef>
              <a:tabLst>
                <a:tab pos="363538" algn="l"/>
              </a:tabLst>
            </a:pPr>
            <a:r>
              <a:rPr lang="en-US" sz="2200" dirty="0">
                <a:solidFill>
                  <a:prstClr val="black"/>
                </a:solidFill>
              </a:rPr>
              <a:t>Produce new plants when nodes touch the ground</a:t>
            </a:r>
          </a:p>
          <a:p>
            <a:pPr marL="0" lvl="1" indent="0">
              <a:lnSpc>
                <a:spcPct val="80000"/>
              </a:lnSpc>
              <a:spcBef>
                <a:spcPts val="600"/>
              </a:spcBef>
              <a:buClr>
                <a:schemeClr val="tx1"/>
              </a:buClr>
              <a:buNone/>
            </a:pPr>
            <a:r>
              <a:rPr lang="en-US" sz="2600" dirty="0"/>
              <a:t>Rhizomes</a:t>
            </a:r>
          </a:p>
          <a:p>
            <a:pPr marL="269875" lvl="2" indent="-269875">
              <a:lnSpc>
                <a:spcPct val="80000"/>
              </a:lnSpc>
              <a:spcBef>
                <a:spcPts val="600"/>
              </a:spcBef>
              <a:tabLst>
                <a:tab pos="363538" algn="l"/>
              </a:tabLst>
            </a:pPr>
            <a:r>
              <a:rPr lang="en-US" sz="2200" dirty="0">
                <a:solidFill>
                  <a:prstClr val="black"/>
                </a:solidFill>
              </a:rPr>
              <a:t>Underground horizontal stems</a:t>
            </a:r>
          </a:p>
          <a:p>
            <a:pPr marL="269875" lvl="2" indent="-269875">
              <a:lnSpc>
                <a:spcPct val="80000"/>
              </a:lnSpc>
              <a:spcBef>
                <a:spcPts val="600"/>
              </a:spcBef>
              <a:tabLst>
                <a:tab pos="363538" algn="l"/>
              </a:tabLst>
            </a:pPr>
            <a:r>
              <a:rPr lang="en-US" sz="2200" dirty="0">
                <a:solidFill>
                  <a:prstClr val="black"/>
                </a:solidFill>
              </a:rPr>
              <a:t>Contribute to asexual reproduction</a:t>
            </a:r>
          </a:p>
          <a:p>
            <a:pPr marL="269875" lvl="2" indent="-269875">
              <a:lnSpc>
                <a:spcPct val="80000"/>
              </a:lnSpc>
              <a:spcBef>
                <a:spcPts val="600"/>
              </a:spcBef>
              <a:tabLst>
                <a:tab pos="363538" algn="l"/>
              </a:tabLst>
            </a:pPr>
            <a:r>
              <a:rPr lang="en-US" sz="2200" dirty="0">
                <a:solidFill>
                  <a:prstClr val="black"/>
                </a:solidFill>
              </a:rPr>
              <a:t>Variations:</a:t>
            </a:r>
          </a:p>
          <a:p>
            <a:pPr marL="539750" lvl="3" indent="-269875">
              <a:lnSpc>
                <a:spcPct val="80000"/>
              </a:lnSpc>
              <a:spcBef>
                <a:spcPts val="600"/>
              </a:spcBef>
            </a:pPr>
            <a:r>
              <a:rPr lang="en-US" sz="1800" dirty="0">
                <a:solidFill>
                  <a:prstClr val="black"/>
                </a:solidFill>
              </a:rPr>
              <a:t>Tubers – Enlarged portions functioning in food storage</a:t>
            </a:r>
          </a:p>
          <a:p>
            <a:pPr marL="539750" lvl="3" indent="-269875">
              <a:lnSpc>
                <a:spcPct val="80000"/>
              </a:lnSpc>
              <a:spcBef>
                <a:spcPts val="600"/>
              </a:spcBef>
            </a:pPr>
            <a:r>
              <a:rPr lang="en-US" sz="1800" dirty="0">
                <a:solidFill>
                  <a:prstClr val="black"/>
                </a:solidFill>
              </a:rPr>
              <a:t>Corms – Underground stems that produce new plants during the next season</a:t>
            </a:r>
          </a:p>
          <a:p>
            <a:pPr marL="0" lvl="1" indent="0">
              <a:lnSpc>
                <a:spcPct val="80000"/>
              </a:lnSpc>
              <a:spcBef>
                <a:spcPts val="600"/>
              </a:spcBef>
              <a:buNone/>
            </a:pPr>
            <a:r>
              <a:rPr lang="en-US" sz="2600" dirty="0">
                <a:solidFill>
                  <a:prstClr val="black"/>
                </a:solidFill>
              </a:rPr>
              <a:t>Humans make use of stems.</a:t>
            </a:r>
          </a:p>
          <a:p>
            <a:pPr marL="269875" lvl="2" indent="-269875">
              <a:lnSpc>
                <a:spcPct val="80000"/>
              </a:lnSpc>
              <a:spcBef>
                <a:spcPts val="600"/>
              </a:spcBef>
              <a:spcAft>
                <a:spcPts val="0"/>
              </a:spcAft>
              <a:tabLst>
                <a:tab pos="363538" algn="l"/>
              </a:tabLst>
            </a:pPr>
            <a:r>
              <a:rPr lang="en-US" sz="2200" dirty="0">
                <a:solidFill>
                  <a:prstClr val="black"/>
                </a:solidFill>
              </a:rPr>
              <a:t>Sugar cane produces table sugar.</a:t>
            </a:r>
          </a:p>
          <a:p>
            <a:pPr marL="269875" lvl="2" indent="-269875">
              <a:lnSpc>
                <a:spcPct val="80000"/>
              </a:lnSpc>
              <a:spcBef>
                <a:spcPts val="600"/>
              </a:spcBef>
              <a:spcAft>
                <a:spcPts val="0"/>
              </a:spcAft>
              <a:tabLst>
                <a:tab pos="363538" algn="l"/>
              </a:tabLst>
            </a:pPr>
            <a:r>
              <a:rPr lang="en-US" sz="2200" dirty="0">
                <a:solidFill>
                  <a:prstClr val="black"/>
                </a:solidFill>
              </a:rPr>
              <a:t>Cinnamon and quinine are produced from bark.</a:t>
            </a:r>
          </a:p>
          <a:p>
            <a:pPr marL="269875" lvl="2" indent="-269875">
              <a:lnSpc>
                <a:spcPct val="80000"/>
              </a:lnSpc>
              <a:spcBef>
                <a:spcPts val="600"/>
              </a:spcBef>
              <a:spcAft>
                <a:spcPts val="0"/>
              </a:spcAft>
              <a:tabLst>
                <a:tab pos="363538" algn="l"/>
              </a:tabLst>
            </a:pPr>
            <a:r>
              <a:rPr lang="en-US" sz="2200" dirty="0">
                <a:solidFill>
                  <a:prstClr val="black"/>
                </a:solidFill>
              </a:rPr>
              <a:t>Wood is used to produce paper and building materials.</a:t>
            </a:r>
          </a:p>
        </p:txBody>
      </p:sp>
      <p:sp>
        <p:nvSpPr>
          <p:cNvPr id="4" name="Slide Number Placeholder 3">
            <a:extLst>
              <a:ext uri="{FF2B5EF4-FFF2-40B4-BE49-F238E27FC236}">
                <a16:creationId xmlns:a16="http://schemas.microsoft.com/office/drawing/2014/main" id="{6D30BE16-086B-4AC2-B6B5-16D111A00D8E}"/>
              </a:ext>
            </a:extLst>
          </p:cNvPr>
          <p:cNvSpPr>
            <a:spLocks noGrp="1"/>
          </p:cNvSpPr>
          <p:nvPr>
            <p:ph type="sldNum" sz="quarter" idx="4"/>
          </p:nvPr>
        </p:nvSpPr>
        <p:spPr/>
        <p:txBody>
          <a:bodyPr/>
          <a:lstStyle/>
          <a:p>
            <a:fld id="{68151E55-6873-49E2-B8D5-2F265E6F1973}" type="slidenum">
              <a:rPr lang="en-US" smtClean="0"/>
              <a:pPr/>
              <a:t>48</a:t>
            </a:fld>
            <a:endParaRPr lang="en-US" dirty="0"/>
          </a:p>
        </p:txBody>
      </p:sp>
    </p:spTree>
    <p:extLst>
      <p:ext uri="{BB962C8B-B14F-4D97-AF65-F5344CB8AC3E}">
        <p14:creationId xmlns:p14="http://schemas.microsoft.com/office/powerpoint/2010/main" val="133467368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D8498A-BF3F-4CD2-B511-71FEA699938B}"/>
              </a:ext>
            </a:extLst>
          </p:cNvPr>
          <p:cNvSpPr>
            <a:spLocks noGrp="1"/>
          </p:cNvSpPr>
          <p:nvPr>
            <p:ph type="title"/>
          </p:nvPr>
        </p:nvSpPr>
        <p:spPr/>
        <p:txBody>
          <a:bodyPr/>
          <a:lstStyle/>
          <a:p>
            <a:r>
              <a:rPr lang="en-US" altLang="en-US" dirty="0"/>
              <a:t>Stem Diversity </a:t>
            </a:r>
            <a:r>
              <a:rPr lang="en-US" altLang="en-US" sz="1600" dirty="0"/>
              <a:t>2</a:t>
            </a:r>
            <a:endParaRPr lang="en-IN" sz="1600" dirty="0"/>
          </a:p>
        </p:txBody>
      </p:sp>
      <p:pic>
        <p:nvPicPr>
          <p:cNvPr id="8" name="Picture 2" descr="Stem diversity includes stolons (a), rhizomes(b), tubers (c), and corms (d).">
            <a:extLst>
              <a:ext uri="{FF2B5EF4-FFF2-40B4-BE49-F238E27FC236}">
                <a16:creationId xmlns:a16="http://schemas.microsoft.com/office/drawing/2014/main" id="{AA6FEEED-43C4-4CEA-A26E-4DF4E425B666}"/>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5033" b="4720"/>
          <a:stretch/>
        </p:blipFill>
        <p:spPr>
          <a:xfrm>
            <a:off x="1663036" y="1410073"/>
            <a:ext cx="5817925" cy="3825171"/>
          </a:xfrm>
          <a:prstGeom prst="rect">
            <a:avLst/>
          </a:prstGeom>
        </p:spPr>
      </p:pic>
      <p:sp>
        <p:nvSpPr>
          <p:cNvPr id="3" name="Text Placeholder 3">
            <a:extLst>
              <a:ext uri="{FF2B5EF4-FFF2-40B4-BE49-F238E27FC236}">
                <a16:creationId xmlns:a16="http://schemas.microsoft.com/office/drawing/2014/main" id="{73416799-4B15-4F3F-92A1-C1B08BBB9338}"/>
              </a:ext>
            </a:extLst>
          </p:cNvPr>
          <p:cNvSpPr>
            <a:spLocks noGrp="1"/>
          </p:cNvSpPr>
          <p:nvPr>
            <p:ph type="body" sz="quarter" idx="18"/>
          </p:nvPr>
        </p:nvSpPr>
        <p:spPr>
          <a:xfrm>
            <a:off x="520699" y="5523657"/>
            <a:ext cx="8101481" cy="314325"/>
          </a:xfrm>
        </p:spPr>
        <p:txBody>
          <a:bodyPr>
            <a:normAutofit/>
          </a:bodyPr>
          <a:lstStyle/>
          <a:p>
            <a:r>
              <a:rPr lang="en-US" sz="1200" dirty="0">
                <a:solidFill>
                  <a:schemeClr val="tx1"/>
                </a:solidFill>
              </a:rPr>
              <a:t>Figure </a:t>
            </a:r>
            <a:r>
              <a:rPr lang="en-US" sz="1200" dirty="0"/>
              <a:t>24</a:t>
            </a:r>
            <a:r>
              <a:rPr lang="en-US" sz="1200" dirty="0">
                <a:solidFill>
                  <a:schemeClr val="tx1"/>
                </a:solidFill>
              </a:rPr>
              <a:t>.20</a:t>
            </a:r>
          </a:p>
        </p:txBody>
      </p:sp>
      <p:sp>
        <p:nvSpPr>
          <p:cNvPr id="6" name="Text Placeholder 4">
            <a:extLst>
              <a:ext uri="{FF2B5EF4-FFF2-40B4-BE49-F238E27FC236}">
                <a16:creationId xmlns:a16="http://schemas.microsoft.com/office/drawing/2014/main" id="{EF409BC7-6A28-48A7-A2E5-7963E1E99A13}"/>
              </a:ext>
            </a:extLst>
          </p:cNvPr>
          <p:cNvSpPr>
            <a:spLocks noGrp="1"/>
          </p:cNvSpPr>
          <p:nvPr>
            <p:ph type="body" sz="quarter" idx="19"/>
          </p:nvPr>
        </p:nvSpPr>
        <p:spPr>
          <a:xfrm>
            <a:off x="2872020" y="6015788"/>
            <a:ext cx="3398837" cy="314325"/>
          </a:xfrm>
        </p:spPr>
        <p:txBody>
          <a:bodyPr>
            <a:normAutofit/>
          </a:bodyPr>
          <a:lstStyle/>
          <a:p>
            <a:pPr algn="ctr"/>
            <a:r>
              <a:rPr lang="en-US" sz="1200" dirty="0">
                <a:hlinkClick r:id="rId3" action="ppaction://hlinksldjump"/>
              </a:rPr>
              <a:t>Access the text alternative for slide images.</a:t>
            </a:r>
            <a:endParaRPr lang="en-US" sz="1200" dirty="0"/>
          </a:p>
        </p:txBody>
      </p:sp>
      <p:sp>
        <p:nvSpPr>
          <p:cNvPr id="7" name="Text Placeholder 5">
            <a:extLst>
              <a:ext uri="{FF2B5EF4-FFF2-40B4-BE49-F238E27FC236}">
                <a16:creationId xmlns:a16="http://schemas.microsoft.com/office/drawing/2014/main" id="{6C53BEE3-8935-4BBB-B45B-D4ABF437323A}"/>
              </a:ext>
            </a:extLst>
          </p:cNvPr>
          <p:cNvSpPr>
            <a:spLocks noGrp="1"/>
          </p:cNvSpPr>
          <p:nvPr>
            <p:ph type="body" sz="quarter" idx="21"/>
          </p:nvPr>
        </p:nvSpPr>
        <p:spPr/>
        <p:txBody>
          <a:bodyPr/>
          <a:lstStyle/>
          <a:p>
            <a:pPr lvl="0"/>
            <a:r>
              <a:rPr lang="en-US" dirty="0"/>
              <a:t>(photos): (a): Evelyn Jo Johnson/McGraw-Hill;</a:t>
            </a:r>
            <a:br>
              <a:rPr lang="en-US" dirty="0"/>
            </a:br>
            <a:r>
              <a:rPr lang="en-US" dirty="0"/>
              <a:t>(b): </a:t>
            </a:r>
            <a:r>
              <a:rPr lang="en-US" dirty="0" err="1"/>
              <a:t>jelloyd</a:t>
            </a:r>
            <a:r>
              <a:rPr lang="en-US" dirty="0"/>
              <a:t>/Shutterstock; (c): </a:t>
            </a:r>
            <a:r>
              <a:rPr lang="en-US" dirty="0" err="1"/>
              <a:t>Carlyn</a:t>
            </a:r>
            <a:r>
              <a:rPr lang="en-US" dirty="0"/>
              <a:t> Iverson/McGraw-Hill; (d): Frederic </a:t>
            </a:r>
            <a:r>
              <a:rPr lang="en-US" dirty="0" err="1"/>
              <a:t>Didillon</a:t>
            </a:r>
            <a:r>
              <a:rPr lang="en-US" dirty="0"/>
              <a:t>/</a:t>
            </a:r>
            <a:r>
              <a:rPr lang="en-US" dirty="0" err="1"/>
              <a:t>PhotolibraryGetty</a:t>
            </a:r>
            <a:r>
              <a:rPr lang="en-US" dirty="0"/>
              <a:t> Images</a:t>
            </a:r>
            <a:endParaRPr lang="en-GB" dirty="0"/>
          </a:p>
        </p:txBody>
      </p:sp>
      <p:sp>
        <p:nvSpPr>
          <p:cNvPr id="4" name="Slide Number Placeholder 6">
            <a:extLst>
              <a:ext uri="{FF2B5EF4-FFF2-40B4-BE49-F238E27FC236}">
                <a16:creationId xmlns:a16="http://schemas.microsoft.com/office/drawing/2014/main" id="{F7FFD748-4181-40E5-8585-B0421629D3F9}"/>
              </a:ext>
            </a:extLst>
          </p:cNvPr>
          <p:cNvSpPr>
            <a:spLocks noGrp="1"/>
          </p:cNvSpPr>
          <p:nvPr>
            <p:ph type="sldNum" sz="quarter" idx="4"/>
          </p:nvPr>
        </p:nvSpPr>
        <p:spPr/>
        <p:txBody>
          <a:bodyPr/>
          <a:lstStyle/>
          <a:p>
            <a:fld id="{68151E55-6873-49E2-B8D5-2F265E6F1973}" type="slidenum">
              <a:rPr lang="en-US" smtClean="0"/>
              <a:pPr/>
              <a:t>49</a:t>
            </a:fld>
            <a:endParaRPr lang="en-US" dirty="0"/>
          </a:p>
        </p:txBody>
      </p:sp>
    </p:spTree>
    <p:extLst>
      <p:ext uri="{BB962C8B-B14F-4D97-AF65-F5344CB8AC3E}">
        <p14:creationId xmlns:p14="http://schemas.microsoft.com/office/powerpoint/2010/main" val="116548413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A5D03F7E-8849-49D0-A4AF-14983F87A893}"/>
              </a:ext>
            </a:extLst>
          </p:cNvPr>
          <p:cNvSpPr>
            <a:spLocks noGrp="1"/>
          </p:cNvSpPr>
          <p:nvPr>
            <p:ph type="title"/>
          </p:nvPr>
        </p:nvSpPr>
        <p:spPr>
          <a:xfrm>
            <a:off x="0" y="1"/>
            <a:ext cx="9144000" cy="1177179"/>
          </a:xfrm>
        </p:spPr>
        <p:txBody>
          <a:bodyPr/>
          <a:lstStyle/>
          <a:p>
            <a:r>
              <a:rPr lang="en-US" altLang="en-US" dirty="0"/>
              <a:t>24.5 Organization and Diversity of Leaves</a:t>
            </a:r>
            <a:endParaRPr lang="en-IN" dirty="0"/>
          </a:p>
        </p:txBody>
      </p:sp>
      <p:sp>
        <p:nvSpPr>
          <p:cNvPr id="6" name="Text Placeholder 2">
            <a:extLst>
              <a:ext uri="{FF2B5EF4-FFF2-40B4-BE49-F238E27FC236}">
                <a16:creationId xmlns:a16="http://schemas.microsoft.com/office/drawing/2014/main" id="{1DA2ECED-A467-4E1F-A193-0DE6110A7F6A}"/>
              </a:ext>
            </a:extLst>
          </p:cNvPr>
          <p:cNvSpPr>
            <a:spLocks noGrp="1"/>
          </p:cNvSpPr>
          <p:nvPr>
            <p:ph type="body" sz="quarter" idx="19"/>
          </p:nvPr>
        </p:nvSpPr>
        <p:spPr>
          <a:xfrm>
            <a:off x="842963" y="1177179"/>
            <a:ext cx="7623676" cy="3676541"/>
          </a:xfrm>
        </p:spPr>
        <p:txBody>
          <a:bodyPr/>
          <a:lstStyle/>
          <a:p>
            <a:pPr marL="0" lvl="1" indent="0">
              <a:lnSpc>
                <a:spcPct val="80000"/>
              </a:lnSpc>
              <a:spcBef>
                <a:spcPts val="0"/>
              </a:spcBef>
              <a:buNone/>
            </a:pPr>
            <a:r>
              <a:rPr lang="en-US" sz="2600" dirty="0">
                <a:solidFill>
                  <a:prstClr val="black"/>
                </a:solidFill>
              </a:rPr>
              <a:t>The leaf is the major part of the plant that carries on photosynthesis.</a:t>
            </a:r>
          </a:p>
          <a:p>
            <a:pPr marL="269875" lvl="2" indent="-269875">
              <a:lnSpc>
                <a:spcPct val="80000"/>
              </a:lnSpc>
              <a:spcBef>
                <a:spcPts val="1200"/>
              </a:spcBef>
            </a:pPr>
            <a:r>
              <a:rPr lang="en-US" sz="1900" dirty="0">
                <a:solidFill>
                  <a:prstClr val="black"/>
                </a:solidFill>
              </a:rPr>
              <a:t>Photosynthesis requires water, carbon dioxide, and sun.</a:t>
            </a:r>
          </a:p>
          <a:p>
            <a:pPr marL="0" lvl="1" indent="0">
              <a:lnSpc>
                <a:spcPct val="80000"/>
              </a:lnSpc>
              <a:spcBef>
                <a:spcPts val="1200"/>
              </a:spcBef>
              <a:buNone/>
            </a:pPr>
            <a:r>
              <a:rPr lang="en-US" sz="2600" dirty="0">
                <a:solidFill>
                  <a:prstClr val="black"/>
                </a:solidFill>
              </a:rPr>
              <a:t>Foliage leaves are usually broad and thin.</a:t>
            </a:r>
          </a:p>
          <a:p>
            <a:pPr marL="269875" lvl="3" indent="-269875">
              <a:lnSpc>
                <a:spcPct val="80000"/>
              </a:lnSpc>
              <a:spcBef>
                <a:spcPts val="1200"/>
              </a:spcBef>
              <a:buClr>
                <a:schemeClr val="tx1"/>
              </a:buClr>
            </a:pPr>
            <a:r>
              <a:rPr lang="en-US" sz="1900" b="1" dirty="0">
                <a:solidFill>
                  <a:srgbClr val="D90000"/>
                </a:solidFill>
              </a:rPr>
              <a:t>Blade</a:t>
            </a:r>
            <a:r>
              <a:rPr lang="en-US" sz="1900" dirty="0">
                <a:solidFill>
                  <a:prstClr val="black"/>
                </a:solidFill>
              </a:rPr>
              <a:t> – Wide portion of foliage leaf</a:t>
            </a:r>
          </a:p>
          <a:p>
            <a:pPr marL="269875" lvl="3" indent="-269875">
              <a:lnSpc>
                <a:spcPct val="80000"/>
              </a:lnSpc>
              <a:spcBef>
                <a:spcPts val="1200"/>
              </a:spcBef>
              <a:buClr>
                <a:schemeClr val="tx1"/>
              </a:buClr>
            </a:pPr>
            <a:r>
              <a:rPr lang="en-US" sz="1900" b="1" dirty="0">
                <a:solidFill>
                  <a:srgbClr val="D90000"/>
                </a:solidFill>
              </a:rPr>
              <a:t>Petiole</a:t>
            </a:r>
            <a:r>
              <a:rPr lang="en-US" sz="1900" dirty="0">
                <a:solidFill>
                  <a:prstClr val="black"/>
                </a:solidFill>
              </a:rPr>
              <a:t> – Stalk attaching blade to stem</a:t>
            </a:r>
          </a:p>
          <a:p>
            <a:pPr marL="269875" lvl="3" indent="-269875">
              <a:lnSpc>
                <a:spcPct val="80000"/>
              </a:lnSpc>
              <a:spcBef>
                <a:spcPts val="1200"/>
              </a:spcBef>
            </a:pPr>
            <a:r>
              <a:rPr lang="en-US" sz="1900" dirty="0">
                <a:solidFill>
                  <a:prstClr val="black"/>
                </a:solidFill>
              </a:rPr>
              <a:t>Leaf axil – Upper acute angle between petiole and stem where the axillary bud is found</a:t>
            </a:r>
          </a:p>
        </p:txBody>
      </p:sp>
      <p:sp>
        <p:nvSpPr>
          <p:cNvPr id="7" name="Text Placeholder 3">
            <a:extLst>
              <a:ext uri="{FF2B5EF4-FFF2-40B4-BE49-F238E27FC236}">
                <a16:creationId xmlns:a16="http://schemas.microsoft.com/office/drawing/2014/main" id="{EEA24530-4CDA-4F95-A76D-1FECD7A9DF82}"/>
              </a:ext>
            </a:extLst>
          </p:cNvPr>
          <p:cNvSpPr>
            <a:spLocks noGrp="1"/>
          </p:cNvSpPr>
          <p:nvPr>
            <p:ph type="body" sz="quarter" idx="20"/>
          </p:nvPr>
        </p:nvSpPr>
        <p:spPr>
          <a:xfrm>
            <a:off x="842963" y="4766420"/>
            <a:ext cx="7515726" cy="1610933"/>
          </a:xfrm>
        </p:spPr>
        <p:txBody>
          <a:bodyPr/>
          <a:lstStyle/>
          <a:p>
            <a:pPr>
              <a:lnSpc>
                <a:spcPct val="80000"/>
              </a:lnSpc>
              <a:spcAft>
                <a:spcPts val="1500"/>
              </a:spcAft>
            </a:pPr>
            <a:r>
              <a:rPr lang="en-US" sz="2600" kern="0" dirty="0">
                <a:solidFill>
                  <a:prstClr val="black"/>
                </a:solidFill>
              </a:rPr>
              <a:t>Sizes, shapes, colors, and textures of leaves are variable.</a:t>
            </a:r>
          </a:p>
          <a:p>
            <a:pPr marL="269875" lvl="2" indent="-269875">
              <a:lnSpc>
                <a:spcPct val="80000"/>
              </a:lnSpc>
              <a:spcBef>
                <a:spcPts val="0"/>
              </a:spcBef>
            </a:pPr>
            <a:r>
              <a:rPr lang="en-US" sz="1900" b="1" kern="0" dirty="0">
                <a:solidFill>
                  <a:srgbClr val="D90000"/>
                </a:solidFill>
              </a:rPr>
              <a:t>Evergreens</a:t>
            </a:r>
            <a:r>
              <a:rPr lang="en-US" sz="1900" kern="0" dirty="0">
                <a:solidFill>
                  <a:prstClr val="black"/>
                </a:solidFill>
              </a:rPr>
              <a:t> bear leaves the entire year.</a:t>
            </a:r>
          </a:p>
          <a:p>
            <a:pPr marL="269875" lvl="2" indent="-269875">
              <a:lnSpc>
                <a:spcPct val="80000"/>
              </a:lnSpc>
            </a:pPr>
            <a:r>
              <a:rPr lang="en-US" sz="1900" kern="0" dirty="0">
                <a:solidFill>
                  <a:prstClr val="black"/>
                </a:solidFill>
              </a:rPr>
              <a:t>Plants that lose all of their leaves are </a:t>
            </a:r>
            <a:r>
              <a:rPr lang="en-US" sz="1900" b="1" kern="0" dirty="0">
                <a:solidFill>
                  <a:srgbClr val="D90000"/>
                </a:solidFill>
              </a:rPr>
              <a:t>deciduous</a:t>
            </a:r>
            <a:r>
              <a:rPr lang="en-US" sz="1900" kern="0" dirty="0">
                <a:solidFill>
                  <a:prstClr val="black"/>
                </a:solidFill>
              </a:rPr>
              <a:t>.</a:t>
            </a:r>
          </a:p>
        </p:txBody>
      </p:sp>
      <p:sp>
        <p:nvSpPr>
          <p:cNvPr id="4" name="Slide Number Placeholder 4">
            <a:extLst>
              <a:ext uri="{FF2B5EF4-FFF2-40B4-BE49-F238E27FC236}">
                <a16:creationId xmlns:a16="http://schemas.microsoft.com/office/drawing/2014/main" id="{518BB301-C182-4020-AFFF-D3B66FAE6DD2}"/>
              </a:ext>
            </a:extLst>
          </p:cNvPr>
          <p:cNvSpPr>
            <a:spLocks noGrp="1"/>
          </p:cNvSpPr>
          <p:nvPr>
            <p:ph type="sldNum" sz="quarter" idx="4"/>
          </p:nvPr>
        </p:nvSpPr>
        <p:spPr/>
        <p:txBody>
          <a:bodyPr/>
          <a:lstStyle/>
          <a:p>
            <a:fld id="{68151E55-6873-49E2-B8D5-2F265E6F1973}" type="slidenum">
              <a:rPr lang="en-US" smtClean="0"/>
              <a:pPr/>
              <a:t>50</a:t>
            </a:fld>
            <a:endParaRPr lang="en-US" dirty="0"/>
          </a:p>
        </p:txBody>
      </p:sp>
    </p:spTree>
    <p:extLst>
      <p:ext uri="{BB962C8B-B14F-4D97-AF65-F5344CB8AC3E}">
        <p14:creationId xmlns:p14="http://schemas.microsoft.com/office/powerpoint/2010/main" val="109226718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16C343-6B30-4085-8283-5A0BE63AA00A}"/>
              </a:ext>
            </a:extLst>
          </p:cNvPr>
          <p:cNvSpPr>
            <a:spLocks noGrp="1"/>
          </p:cNvSpPr>
          <p:nvPr>
            <p:ph type="title"/>
          </p:nvPr>
        </p:nvSpPr>
        <p:spPr/>
        <p:txBody>
          <a:bodyPr/>
          <a:lstStyle/>
          <a:p>
            <a:r>
              <a:rPr lang="en-US" altLang="en-US" dirty="0"/>
              <a:t>Leaf Morphology</a:t>
            </a:r>
            <a:endParaRPr lang="en-IN" dirty="0"/>
          </a:p>
        </p:txBody>
      </p:sp>
      <p:sp>
        <p:nvSpPr>
          <p:cNvPr id="3" name="Text Placeholder 2">
            <a:extLst>
              <a:ext uri="{FF2B5EF4-FFF2-40B4-BE49-F238E27FC236}">
                <a16:creationId xmlns:a16="http://schemas.microsoft.com/office/drawing/2014/main" id="{5AD0D16F-9CB5-4067-A3E4-56F06C48A6E9}"/>
              </a:ext>
            </a:extLst>
          </p:cNvPr>
          <p:cNvSpPr>
            <a:spLocks noGrp="1"/>
          </p:cNvSpPr>
          <p:nvPr>
            <p:ph type="body" sz="quarter" idx="19"/>
          </p:nvPr>
        </p:nvSpPr>
        <p:spPr>
          <a:xfrm>
            <a:off x="842963" y="1177179"/>
            <a:ext cx="7623676" cy="4602297"/>
          </a:xfrm>
        </p:spPr>
        <p:txBody>
          <a:bodyPr>
            <a:normAutofit/>
          </a:bodyPr>
          <a:lstStyle/>
          <a:p>
            <a:pPr lvl="0">
              <a:lnSpc>
                <a:spcPct val="80000"/>
              </a:lnSpc>
              <a:spcAft>
                <a:spcPts val="1500"/>
              </a:spcAft>
            </a:pPr>
            <a:r>
              <a:rPr lang="en-US" sz="2700" dirty="0">
                <a:solidFill>
                  <a:prstClr val="black"/>
                </a:solidFill>
              </a:rPr>
              <a:t>Leaves contain:</a:t>
            </a:r>
          </a:p>
          <a:p>
            <a:pPr marL="0" lvl="1" indent="0">
              <a:lnSpc>
                <a:spcPct val="80000"/>
              </a:lnSpc>
              <a:spcBef>
                <a:spcPts val="0"/>
              </a:spcBef>
              <a:buNone/>
            </a:pPr>
            <a:r>
              <a:rPr lang="en-US" sz="2400" dirty="0">
                <a:solidFill>
                  <a:prstClr val="black"/>
                </a:solidFill>
              </a:rPr>
              <a:t>Upper and lower epidermis</a:t>
            </a:r>
          </a:p>
          <a:p>
            <a:pPr marL="269875" lvl="2" indent="-269875">
              <a:lnSpc>
                <a:spcPct val="80000"/>
              </a:lnSpc>
            </a:pPr>
            <a:r>
              <a:rPr lang="en-US" sz="2000" dirty="0">
                <a:solidFill>
                  <a:prstClr val="black"/>
                </a:solidFill>
              </a:rPr>
              <a:t>Waxy cuticle</a:t>
            </a:r>
          </a:p>
          <a:p>
            <a:pPr marL="269875" lvl="2" indent="-269875">
              <a:lnSpc>
                <a:spcPct val="80000"/>
              </a:lnSpc>
            </a:pPr>
            <a:r>
              <a:rPr lang="en-US" sz="2000" dirty="0">
                <a:solidFill>
                  <a:prstClr val="black"/>
                </a:solidFill>
              </a:rPr>
              <a:t>Trichomes</a:t>
            </a:r>
          </a:p>
          <a:p>
            <a:pPr marL="269875" lvl="2" indent="-269875">
              <a:lnSpc>
                <a:spcPct val="80000"/>
              </a:lnSpc>
            </a:pPr>
            <a:r>
              <a:rPr lang="en-US" sz="2000" dirty="0">
                <a:solidFill>
                  <a:prstClr val="black"/>
                </a:solidFill>
              </a:rPr>
              <a:t>Lower epidermis has stomata for gas exchange.</a:t>
            </a:r>
          </a:p>
          <a:p>
            <a:pPr marL="0" lvl="1" indent="0">
              <a:lnSpc>
                <a:spcPct val="80000"/>
              </a:lnSpc>
              <a:buClr>
                <a:schemeClr val="tx1"/>
              </a:buClr>
              <a:buNone/>
            </a:pPr>
            <a:r>
              <a:rPr lang="en-US" sz="2400" b="1" dirty="0">
                <a:solidFill>
                  <a:srgbClr val="D90000"/>
                </a:solidFill>
              </a:rPr>
              <a:t>Mesophyll</a:t>
            </a:r>
          </a:p>
          <a:p>
            <a:pPr marL="269875" lvl="2" indent="-269875">
              <a:lnSpc>
                <a:spcPct val="80000"/>
              </a:lnSpc>
            </a:pPr>
            <a:r>
              <a:rPr lang="en-US" sz="2000" dirty="0">
                <a:solidFill>
                  <a:prstClr val="black"/>
                </a:solidFill>
              </a:rPr>
              <a:t>Eudicot leaves have:</a:t>
            </a:r>
          </a:p>
          <a:p>
            <a:pPr marL="539750" lvl="3" indent="-269875">
              <a:lnSpc>
                <a:spcPct val="80000"/>
              </a:lnSpc>
              <a:buClr>
                <a:schemeClr val="tx1"/>
              </a:buClr>
            </a:pPr>
            <a:r>
              <a:rPr lang="en-US" sz="1700" b="1" dirty="0">
                <a:solidFill>
                  <a:srgbClr val="D90000"/>
                </a:solidFill>
              </a:rPr>
              <a:t>Palisade mesophyll </a:t>
            </a:r>
            <a:r>
              <a:rPr lang="en-US" sz="1700" dirty="0">
                <a:solidFill>
                  <a:prstClr val="black"/>
                </a:solidFill>
              </a:rPr>
              <a:t>containing elongated cells</a:t>
            </a:r>
          </a:p>
          <a:p>
            <a:pPr marL="539750" lvl="3" indent="-269875">
              <a:lnSpc>
                <a:spcPct val="80000"/>
              </a:lnSpc>
              <a:buClr>
                <a:schemeClr val="tx1"/>
              </a:buClr>
            </a:pPr>
            <a:r>
              <a:rPr lang="en-US" sz="1700" b="1" dirty="0">
                <a:solidFill>
                  <a:srgbClr val="D90000"/>
                </a:solidFill>
              </a:rPr>
              <a:t>Spongy mesophyll </a:t>
            </a:r>
            <a:r>
              <a:rPr lang="en-US" sz="1700" dirty="0">
                <a:solidFill>
                  <a:prstClr val="black"/>
                </a:solidFill>
              </a:rPr>
              <a:t>containing irregular cells bounded by air spaces</a:t>
            </a:r>
          </a:p>
          <a:p>
            <a:pPr marL="269875" lvl="2" indent="-269875">
              <a:lnSpc>
                <a:spcPct val="80000"/>
              </a:lnSpc>
            </a:pPr>
            <a:r>
              <a:rPr lang="en-US" sz="2000" dirty="0">
                <a:solidFill>
                  <a:prstClr val="black"/>
                </a:solidFill>
              </a:rPr>
              <a:t>Contains many chloroplasts</a:t>
            </a:r>
          </a:p>
        </p:txBody>
      </p:sp>
      <p:sp>
        <p:nvSpPr>
          <p:cNvPr id="4" name="Slide Number Placeholder 3">
            <a:extLst>
              <a:ext uri="{FF2B5EF4-FFF2-40B4-BE49-F238E27FC236}">
                <a16:creationId xmlns:a16="http://schemas.microsoft.com/office/drawing/2014/main" id="{231E3446-C5D9-40F2-A82C-191C9123B5DE}"/>
              </a:ext>
            </a:extLst>
          </p:cNvPr>
          <p:cNvSpPr>
            <a:spLocks noGrp="1"/>
          </p:cNvSpPr>
          <p:nvPr>
            <p:ph type="sldNum" sz="quarter" idx="4"/>
          </p:nvPr>
        </p:nvSpPr>
        <p:spPr/>
        <p:txBody>
          <a:bodyPr/>
          <a:lstStyle/>
          <a:p>
            <a:fld id="{68151E55-6873-49E2-B8D5-2F265E6F1973}" type="slidenum">
              <a:rPr lang="en-US" smtClean="0"/>
              <a:pPr/>
              <a:t>51</a:t>
            </a:fld>
            <a:endParaRPr lang="en-US" dirty="0"/>
          </a:p>
        </p:txBody>
      </p:sp>
    </p:spTree>
    <p:extLst>
      <p:ext uri="{BB962C8B-B14F-4D97-AF65-F5344CB8AC3E}">
        <p14:creationId xmlns:p14="http://schemas.microsoft.com/office/powerpoint/2010/main" val="353859632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793138-1FE3-49C9-A97A-67F6A22E2AD5}"/>
              </a:ext>
            </a:extLst>
          </p:cNvPr>
          <p:cNvSpPr>
            <a:spLocks noGrp="1"/>
          </p:cNvSpPr>
          <p:nvPr>
            <p:ph type="title"/>
          </p:nvPr>
        </p:nvSpPr>
        <p:spPr>
          <a:xfrm>
            <a:off x="0" y="1"/>
            <a:ext cx="9144000" cy="948213"/>
          </a:xfrm>
        </p:spPr>
        <p:txBody>
          <a:bodyPr/>
          <a:lstStyle/>
          <a:p>
            <a:r>
              <a:rPr lang="en-US" altLang="en-US" dirty="0"/>
              <a:t>Leaf Structure</a:t>
            </a:r>
            <a:endParaRPr lang="en-IN" dirty="0"/>
          </a:p>
        </p:txBody>
      </p:sp>
      <p:pic>
        <p:nvPicPr>
          <p:cNvPr id="8" name="Picture 2" descr="Set of three diagrams show lateral leaf structure with stoma and guard cells and micrograph of leaf cross section.">
            <a:extLst>
              <a:ext uri="{FF2B5EF4-FFF2-40B4-BE49-F238E27FC236}">
                <a16:creationId xmlns:a16="http://schemas.microsoft.com/office/drawing/2014/main" id="{66C21BA0-F4CF-430B-AAD9-65AB501904A2}"/>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5385" b="2576"/>
          <a:stretch/>
        </p:blipFill>
        <p:spPr>
          <a:xfrm>
            <a:off x="1105143" y="844940"/>
            <a:ext cx="6733324" cy="4720004"/>
          </a:xfrm>
          <a:prstGeom prst="rect">
            <a:avLst/>
          </a:prstGeom>
        </p:spPr>
      </p:pic>
      <p:sp>
        <p:nvSpPr>
          <p:cNvPr id="5" name="Text Placeholder 3">
            <a:extLst>
              <a:ext uri="{FF2B5EF4-FFF2-40B4-BE49-F238E27FC236}">
                <a16:creationId xmlns:a16="http://schemas.microsoft.com/office/drawing/2014/main" id="{85942FB4-D157-4F74-A563-B7F75193176E}"/>
              </a:ext>
            </a:extLst>
          </p:cNvPr>
          <p:cNvSpPr>
            <a:spLocks noGrp="1"/>
          </p:cNvSpPr>
          <p:nvPr>
            <p:ph type="body" sz="quarter" idx="18"/>
          </p:nvPr>
        </p:nvSpPr>
        <p:spPr>
          <a:xfrm>
            <a:off x="3876650" y="5749866"/>
            <a:ext cx="1190310" cy="314325"/>
          </a:xfrm>
        </p:spPr>
        <p:txBody>
          <a:bodyPr>
            <a:normAutofit/>
          </a:bodyPr>
          <a:lstStyle/>
          <a:p>
            <a:r>
              <a:rPr lang="en-US" sz="1200" dirty="0">
                <a:solidFill>
                  <a:schemeClr val="tx1"/>
                </a:solidFill>
              </a:rPr>
              <a:t>Figure </a:t>
            </a:r>
            <a:r>
              <a:rPr lang="en-US" sz="1200" dirty="0"/>
              <a:t>24</a:t>
            </a:r>
            <a:r>
              <a:rPr lang="en-US" sz="1200" dirty="0">
                <a:solidFill>
                  <a:schemeClr val="tx1"/>
                </a:solidFill>
              </a:rPr>
              <a:t>.22</a:t>
            </a:r>
          </a:p>
        </p:txBody>
      </p:sp>
      <p:sp>
        <p:nvSpPr>
          <p:cNvPr id="6" name="Text Placeholder 4">
            <a:extLst>
              <a:ext uri="{FF2B5EF4-FFF2-40B4-BE49-F238E27FC236}">
                <a16:creationId xmlns:a16="http://schemas.microsoft.com/office/drawing/2014/main" id="{9EF13B07-8110-4354-89AF-45D6B18962ED}"/>
              </a:ext>
            </a:extLst>
          </p:cNvPr>
          <p:cNvSpPr>
            <a:spLocks noGrp="1"/>
          </p:cNvSpPr>
          <p:nvPr>
            <p:ph type="body" sz="quarter" idx="19"/>
          </p:nvPr>
        </p:nvSpPr>
        <p:spPr>
          <a:xfrm>
            <a:off x="2894502" y="6095558"/>
            <a:ext cx="3154606" cy="314325"/>
          </a:xfrm>
        </p:spPr>
        <p:txBody>
          <a:bodyPr>
            <a:normAutofit/>
          </a:bodyPr>
          <a:lstStyle/>
          <a:p>
            <a:r>
              <a:rPr lang="en-US" sz="1200" dirty="0">
                <a:hlinkClick r:id="rId3" action="ppaction://hlinksldjump"/>
              </a:rPr>
              <a:t>Access the text alternative for slide images.</a:t>
            </a:r>
            <a:endParaRPr lang="en-US" sz="1200" dirty="0"/>
          </a:p>
        </p:txBody>
      </p:sp>
      <p:sp>
        <p:nvSpPr>
          <p:cNvPr id="7" name="Text Placeholder 5">
            <a:extLst>
              <a:ext uri="{FF2B5EF4-FFF2-40B4-BE49-F238E27FC236}">
                <a16:creationId xmlns:a16="http://schemas.microsoft.com/office/drawing/2014/main" id="{AC473282-6035-4725-8139-1DEC534330B8}"/>
              </a:ext>
            </a:extLst>
          </p:cNvPr>
          <p:cNvSpPr>
            <a:spLocks noGrp="1"/>
          </p:cNvSpPr>
          <p:nvPr>
            <p:ph type="body" sz="quarter" idx="21"/>
          </p:nvPr>
        </p:nvSpPr>
        <p:spPr>
          <a:xfrm>
            <a:off x="6224954" y="6563439"/>
            <a:ext cx="2397226" cy="258805"/>
          </a:xfrm>
        </p:spPr>
        <p:txBody>
          <a:bodyPr/>
          <a:lstStyle/>
          <a:p>
            <a:pPr lvl="0"/>
            <a:r>
              <a:rPr lang="en-US" sz="800" dirty="0"/>
              <a:t>(photo): Ray F. Evert, University of Wisconsin</a:t>
            </a:r>
            <a:endParaRPr lang="en-GB" sz="800" dirty="0"/>
          </a:p>
        </p:txBody>
      </p:sp>
      <p:sp>
        <p:nvSpPr>
          <p:cNvPr id="4" name="Slide Number Placeholder 63">
            <a:extLst>
              <a:ext uri="{FF2B5EF4-FFF2-40B4-BE49-F238E27FC236}">
                <a16:creationId xmlns:a16="http://schemas.microsoft.com/office/drawing/2014/main" id="{F04FAD14-CC9B-4B86-A0FC-16700FEB0995}"/>
              </a:ext>
            </a:extLst>
          </p:cNvPr>
          <p:cNvSpPr>
            <a:spLocks noGrp="1"/>
          </p:cNvSpPr>
          <p:nvPr>
            <p:ph type="sldNum" sz="quarter" idx="4"/>
          </p:nvPr>
        </p:nvSpPr>
        <p:spPr/>
        <p:txBody>
          <a:bodyPr/>
          <a:lstStyle/>
          <a:p>
            <a:fld id="{68151E55-6873-49E2-B8D5-2F265E6F1973}" type="slidenum">
              <a:rPr lang="en-US" smtClean="0"/>
              <a:pPr/>
              <a:t>52</a:t>
            </a:fld>
            <a:endParaRPr lang="en-US" dirty="0"/>
          </a:p>
        </p:txBody>
      </p:sp>
    </p:spTree>
    <p:extLst>
      <p:ext uri="{BB962C8B-B14F-4D97-AF65-F5344CB8AC3E}">
        <p14:creationId xmlns:p14="http://schemas.microsoft.com/office/powerpoint/2010/main" val="250290463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5F6F28-1909-4F72-B787-50709FDF8912}"/>
              </a:ext>
            </a:extLst>
          </p:cNvPr>
          <p:cNvSpPr>
            <a:spLocks noGrp="1"/>
          </p:cNvSpPr>
          <p:nvPr>
            <p:ph type="title"/>
          </p:nvPr>
        </p:nvSpPr>
        <p:spPr>
          <a:xfrm>
            <a:off x="0" y="1"/>
            <a:ext cx="9144000" cy="1043353"/>
          </a:xfrm>
        </p:spPr>
        <p:txBody>
          <a:bodyPr/>
          <a:lstStyle/>
          <a:p>
            <a:r>
              <a:rPr lang="en-US" altLang="en-US" dirty="0"/>
              <a:t>Diversity of Leaves</a:t>
            </a:r>
            <a:endParaRPr lang="en-IN" dirty="0"/>
          </a:p>
        </p:txBody>
      </p:sp>
      <p:sp>
        <p:nvSpPr>
          <p:cNvPr id="3" name="Text Placeholder 2">
            <a:extLst>
              <a:ext uri="{FF2B5EF4-FFF2-40B4-BE49-F238E27FC236}">
                <a16:creationId xmlns:a16="http://schemas.microsoft.com/office/drawing/2014/main" id="{1DF5052E-1ACD-4B9F-8F7C-3A80BDE68BE8}"/>
              </a:ext>
            </a:extLst>
          </p:cNvPr>
          <p:cNvSpPr>
            <a:spLocks noGrp="1"/>
          </p:cNvSpPr>
          <p:nvPr>
            <p:ph type="body" sz="quarter" idx="19"/>
          </p:nvPr>
        </p:nvSpPr>
        <p:spPr>
          <a:xfrm>
            <a:off x="842963" y="1177179"/>
            <a:ext cx="7623676" cy="5330739"/>
          </a:xfrm>
        </p:spPr>
        <p:txBody>
          <a:bodyPr>
            <a:normAutofit lnSpcReduction="10000"/>
          </a:bodyPr>
          <a:lstStyle/>
          <a:p>
            <a:pPr marL="0" lvl="1" indent="0">
              <a:lnSpc>
                <a:spcPct val="80000"/>
              </a:lnSpc>
              <a:spcBef>
                <a:spcPts val="0"/>
              </a:spcBef>
              <a:buNone/>
            </a:pPr>
            <a:r>
              <a:rPr lang="en-US" altLang="en-US" sz="2400" dirty="0">
                <a:solidFill>
                  <a:prstClr val="black"/>
                </a:solidFill>
              </a:rPr>
              <a:t>Leaves can be arranged on the stem as alternate, opposite, or whorled.</a:t>
            </a:r>
          </a:p>
          <a:p>
            <a:pPr marL="0" lvl="1" indent="0">
              <a:lnSpc>
                <a:spcPct val="80000"/>
              </a:lnSpc>
              <a:spcBef>
                <a:spcPts val="1200"/>
              </a:spcBef>
              <a:buNone/>
            </a:pPr>
            <a:r>
              <a:rPr lang="en-US" altLang="en-US" sz="2400" dirty="0">
                <a:solidFill>
                  <a:prstClr val="black"/>
                </a:solidFill>
              </a:rPr>
              <a:t>Blade (wide portion) of a leaf can be simple or compound.</a:t>
            </a:r>
          </a:p>
          <a:p>
            <a:pPr marL="0" lvl="1" indent="0">
              <a:lnSpc>
                <a:spcPct val="80000"/>
              </a:lnSpc>
              <a:spcBef>
                <a:spcPts val="1200"/>
              </a:spcBef>
              <a:buNone/>
            </a:pPr>
            <a:r>
              <a:rPr lang="en-US" altLang="en-US" sz="2400" dirty="0">
                <a:solidFill>
                  <a:prstClr val="black"/>
                </a:solidFill>
              </a:rPr>
              <a:t>Leaves are adapted to environmental conditions.</a:t>
            </a:r>
          </a:p>
          <a:p>
            <a:pPr marL="269875" lvl="2" indent="-269875">
              <a:lnSpc>
                <a:spcPct val="80000"/>
              </a:lnSpc>
              <a:spcBef>
                <a:spcPts val="1200"/>
              </a:spcBef>
            </a:pPr>
            <a:r>
              <a:rPr lang="en-US" altLang="en-US" sz="2000" dirty="0">
                <a:solidFill>
                  <a:prstClr val="black"/>
                </a:solidFill>
              </a:rPr>
              <a:t>Shade leaves</a:t>
            </a:r>
          </a:p>
          <a:p>
            <a:pPr marL="269875" lvl="2" indent="-269875">
              <a:lnSpc>
                <a:spcPct val="80000"/>
              </a:lnSpc>
              <a:spcBef>
                <a:spcPts val="1200"/>
              </a:spcBef>
            </a:pPr>
            <a:r>
              <a:rPr lang="en-US" altLang="en-US" sz="2000" dirty="0">
                <a:solidFill>
                  <a:prstClr val="black"/>
                </a:solidFill>
              </a:rPr>
              <a:t>Spines</a:t>
            </a:r>
          </a:p>
          <a:p>
            <a:pPr marL="269875" lvl="2" indent="-269875">
              <a:lnSpc>
                <a:spcPct val="80000"/>
              </a:lnSpc>
              <a:spcBef>
                <a:spcPts val="1200"/>
              </a:spcBef>
            </a:pPr>
            <a:r>
              <a:rPr lang="en-US" altLang="en-US" sz="2000" dirty="0">
                <a:solidFill>
                  <a:prstClr val="black"/>
                </a:solidFill>
              </a:rPr>
              <a:t>Climbing leaves (modified tendrils)</a:t>
            </a:r>
          </a:p>
          <a:p>
            <a:pPr marL="269875" lvl="2" indent="-269875">
              <a:lnSpc>
                <a:spcPct val="80000"/>
              </a:lnSpc>
              <a:spcBef>
                <a:spcPts val="1200"/>
              </a:spcBef>
            </a:pPr>
            <a:r>
              <a:rPr lang="en-US" altLang="en-US" sz="2000" dirty="0">
                <a:solidFill>
                  <a:prstClr val="black"/>
                </a:solidFill>
              </a:rPr>
              <a:t>Reduced leaves </a:t>
            </a:r>
          </a:p>
          <a:p>
            <a:pPr marL="0" lvl="1" indent="0">
              <a:lnSpc>
                <a:spcPct val="80000"/>
              </a:lnSpc>
              <a:spcBef>
                <a:spcPts val="1200"/>
              </a:spcBef>
              <a:buNone/>
            </a:pPr>
            <a:r>
              <a:rPr lang="en-US" altLang="en-US" sz="2400" dirty="0">
                <a:solidFill>
                  <a:prstClr val="black"/>
                </a:solidFill>
              </a:rPr>
              <a:t>Some plants are specialized for catching insects.</a:t>
            </a:r>
          </a:p>
          <a:p>
            <a:pPr marL="269875" lvl="2" indent="-269875">
              <a:lnSpc>
                <a:spcPct val="80000"/>
              </a:lnSpc>
              <a:spcBef>
                <a:spcPts val="1200"/>
              </a:spcBef>
            </a:pPr>
            <a:r>
              <a:rPr lang="en-US" altLang="en-US" sz="2000" dirty="0">
                <a:solidFill>
                  <a:prstClr val="black"/>
                </a:solidFill>
              </a:rPr>
              <a:t>Sundew</a:t>
            </a:r>
          </a:p>
          <a:p>
            <a:pPr marL="269875" lvl="2" indent="-269875">
              <a:lnSpc>
                <a:spcPct val="80000"/>
              </a:lnSpc>
              <a:spcBef>
                <a:spcPts val="1200"/>
              </a:spcBef>
            </a:pPr>
            <a:r>
              <a:rPr lang="en-US" altLang="en-US" sz="2000" dirty="0">
                <a:solidFill>
                  <a:prstClr val="black"/>
                </a:solidFill>
              </a:rPr>
              <a:t>Venus flytrap</a:t>
            </a:r>
          </a:p>
        </p:txBody>
      </p:sp>
      <p:sp>
        <p:nvSpPr>
          <p:cNvPr id="4" name="Slide Number Placeholder 3">
            <a:extLst>
              <a:ext uri="{FF2B5EF4-FFF2-40B4-BE49-F238E27FC236}">
                <a16:creationId xmlns:a16="http://schemas.microsoft.com/office/drawing/2014/main" id="{E52302DD-65B3-4CB4-BDCE-ED6D0C87A4AF}"/>
              </a:ext>
            </a:extLst>
          </p:cNvPr>
          <p:cNvSpPr>
            <a:spLocks noGrp="1"/>
          </p:cNvSpPr>
          <p:nvPr>
            <p:ph type="sldNum" sz="quarter" idx="4"/>
          </p:nvPr>
        </p:nvSpPr>
        <p:spPr/>
        <p:txBody>
          <a:bodyPr/>
          <a:lstStyle/>
          <a:p>
            <a:fld id="{68151E55-6873-49E2-B8D5-2F265E6F1973}" type="slidenum">
              <a:rPr lang="en-US" smtClean="0"/>
              <a:pPr/>
              <a:t>53</a:t>
            </a:fld>
            <a:endParaRPr lang="en-US" dirty="0"/>
          </a:p>
        </p:txBody>
      </p:sp>
    </p:spTree>
    <p:extLst>
      <p:ext uri="{BB962C8B-B14F-4D97-AF65-F5344CB8AC3E}">
        <p14:creationId xmlns:p14="http://schemas.microsoft.com/office/powerpoint/2010/main" val="126033283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DA0467-C2AE-4373-B714-61D1506C7CB4}"/>
              </a:ext>
            </a:extLst>
          </p:cNvPr>
          <p:cNvSpPr>
            <a:spLocks noGrp="1"/>
          </p:cNvSpPr>
          <p:nvPr>
            <p:ph type="title"/>
          </p:nvPr>
        </p:nvSpPr>
        <p:spPr/>
        <p:txBody>
          <a:bodyPr/>
          <a:lstStyle/>
          <a:p>
            <a:r>
              <a:rPr lang="en-US" altLang="en-US" dirty="0"/>
              <a:t>Classification of Leaves</a:t>
            </a:r>
            <a:endParaRPr lang="en-IN" dirty="0"/>
          </a:p>
        </p:txBody>
      </p:sp>
      <p:pic>
        <p:nvPicPr>
          <p:cNvPr id="8" name="Picture 2" descr="Set of two illustrations marked a and b compare simple (a) and compound leaves (b).">
            <a:extLst>
              <a:ext uri="{FF2B5EF4-FFF2-40B4-BE49-F238E27FC236}">
                <a16:creationId xmlns:a16="http://schemas.microsoft.com/office/drawing/2014/main" id="{822BA944-5AE1-4D31-BEC6-2966D96CBE7D}"/>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7665" b="4054"/>
          <a:stretch/>
        </p:blipFill>
        <p:spPr>
          <a:xfrm>
            <a:off x="1144523" y="1883617"/>
            <a:ext cx="6854952" cy="2854929"/>
          </a:xfrm>
          <a:prstGeom prst="rect">
            <a:avLst/>
          </a:prstGeom>
        </p:spPr>
      </p:pic>
      <p:sp>
        <p:nvSpPr>
          <p:cNvPr id="5" name="Text Placeholder 3">
            <a:extLst>
              <a:ext uri="{FF2B5EF4-FFF2-40B4-BE49-F238E27FC236}">
                <a16:creationId xmlns:a16="http://schemas.microsoft.com/office/drawing/2014/main" id="{52A76502-B274-4F59-817D-7DA99A7E8889}"/>
              </a:ext>
            </a:extLst>
          </p:cNvPr>
          <p:cNvSpPr>
            <a:spLocks noGrp="1"/>
          </p:cNvSpPr>
          <p:nvPr>
            <p:ph type="body" sz="quarter" idx="19"/>
          </p:nvPr>
        </p:nvSpPr>
        <p:spPr>
          <a:xfrm>
            <a:off x="1144523" y="4808279"/>
            <a:ext cx="2002979" cy="230380"/>
          </a:xfrm>
        </p:spPr>
        <p:txBody>
          <a:bodyPr>
            <a:noAutofit/>
          </a:bodyPr>
          <a:lstStyle/>
          <a:p>
            <a:pPr marL="115888" lvl="0" indent="-115888">
              <a:buFont typeface="+mj-lt"/>
              <a:buAutoNum type="alphaLcPeriod"/>
            </a:pPr>
            <a:r>
              <a:rPr lang="en-US" sz="800" dirty="0"/>
              <a:t>Simple versus compound leaves</a:t>
            </a:r>
            <a:endParaRPr lang="en-GB" sz="800" dirty="0"/>
          </a:p>
        </p:txBody>
      </p:sp>
      <p:sp>
        <p:nvSpPr>
          <p:cNvPr id="3" name="Text Placeholder 4">
            <a:extLst>
              <a:ext uri="{FF2B5EF4-FFF2-40B4-BE49-F238E27FC236}">
                <a16:creationId xmlns:a16="http://schemas.microsoft.com/office/drawing/2014/main" id="{80AA0B3B-9543-482A-8C3E-7E8E4B67CA3C}"/>
              </a:ext>
            </a:extLst>
          </p:cNvPr>
          <p:cNvSpPr>
            <a:spLocks noGrp="1"/>
          </p:cNvSpPr>
          <p:nvPr>
            <p:ph type="body" sz="quarter" idx="18"/>
          </p:nvPr>
        </p:nvSpPr>
        <p:spPr>
          <a:xfrm>
            <a:off x="5085875" y="4766306"/>
            <a:ext cx="1821249" cy="314325"/>
          </a:xfrm>
        </p:spPr>
        <p:txBody>
          <a:bodyPr>
            <a:normAutofit/>
          </a:bodyPr>
          <a:lstStyle/>
          <a:p>
            <a:pPr marL="92075" marR="0" lvl="0" indent="-92075" algn="l" defTabSz="914400" rtl="0" eaLnBrk="1" fontAlgn="auto" latinLnBrk="0" hangingPunct="1">
              <a:lnSpc>
                <a:spcPct val="100000"/>
              </a:lnSpc>
              <a:spcBef>
                <a:spcPts val="0"/>
              </a:spcBef>
              <a:spcAft>
                <a:spcPts val="0"/>
              </a:spcAft>
              <a:buClrTx/>
              <a:buSzTx/>
              <a:buFont typeface="+mj-lt"/>
              <a:buAutoNum type="alphaLcPeriod" startAt="2"/>
              <a:tabLst/>
              <a:defRPr/>
            </a:pPr>
            <a:r>
              <a:rPr lang="en-US" sz="800" dirty="0"/>
              <a:t>Arrangement of leaves on stem</a:t>
            </a:r>
            <a:endParaRPr lang="en-GB" sz="800" dirty="0"/>
          </a:p>
        </p:txBody>
      </p:sp>
      <p:sp>
        <p:nvSpPr>
          <p:cNvPr id="6" name="Text Placeholder 5">
            <a:extLst>
              <a:ext uri="{FF2B5EF4-FFF2-40B4-BE49-F238E27FC236}">
                <a16:creationId xmlns:a16="http://schemas.microsoft.com/office/drawing/2014/main" id="{A3CB65E0-D05B-4BDB-AE13-AE759B5A71BC}"/>
              </a:ext>
            </a:extLst>
          </p:cNvPr>
          <p:cNvSpPr>
            <a:spLocks noGrp="1"/>
          </p:cNvSpPr>
          <p:nvPr>
            <p:ph type="body" sz="quarter" idx="20"/>
          </p:nvPr>
        </p:nvSpPr>
        <p:spPr>
          <a:xfrm>
            <a:off x="3947560" y="5682852"/>
            <a:ext cx="1247757" cy="314325"/>
          </a:xfrm>
        </p:spPr>
        <p:txBody>
          <a:bodyPr>
            <a:normAutofit/>
          </a:bodyPr>
          <a:lstStyle/>
          <a:p>
            <a:pPr algn="ctr"/>
            <a:r>
              <a:rPr lang="en-US" sz="1200" dirty="0">
                <a:solidFill>
                  <a:schemeClr val="tx1"/>
                </a:solidFill>
              </a:rPr>
              <a:t>Figure </a:t>
            </a:r>
            <a:r>
              <a:rPr lang="en-US" sz="1200" dirty="0"/>
              <a:t>24</a:t>
            </a:r>
            <a:r>
              <a:rPr lang="en-US" sz="1200" dirty="0">
                <a:solidFill>
                  <a:schemeClr val="tx1"/>
                </a:solidFill>
              </a:rPr>
              <a:t>.23</a:t>
            </a:r>
          </a:p>
        </p:txBody>
      </p:sp>
      <p:sp>
        <p:nvSpPr>
          <p:cNvPr id="7" name="Text Placeholder 6">
            <a:extLst>
              <a:ext uri="{FF2B5EF4-FFF2-40B4-BE49-F238E27FC236}">
                <a16:creationId xmlns:a16="http://schemas.microsoft.com/office/drawing/2014/main" id="{076CF645-B16D-4449-9D4E-12082C456B8D}"/>
              </a:ext>
            </a:extLst>
          </p:cNvPr>
          <p:cNvSpPr>
            <a:spLocks noGrp="1"/>
          </p:cNvSpPr>
          <p:nvPr>
            <p:ph type="body" sz="quarter" idx="21"/>
          </p:nvPr>
        </p:nvSpPr>
        <p:spPr>
          <a:xfrm>
            <a:off x="3013260" y="6193594"/>
            <a:ext cx="3116355" cy="314325"/>
          </a:xfrm>
        </p:spPr>
        <p:txBody>
          <a:bodyPr/>
          <a:lstStyle/>
          <a:p>
            <a:pPr algn="ctr"/>
            <a:r>
              <a:rPr lang="en-US" sz="1200" dirty="0">
                <a:hlinkClick r:id="rId4" action="ppaction://hlinksldjump"/>
              </a:rPr>
              <a:t>Access the text alternative for slide images.</a:t>
            </a:r>
            <a:endParaRPr lang="en-US" sz="1200" dirty="0"/>
          </a:p>
        </p:txBody>
      </p:sp>
      <p:sp>
        <p:nvSpPr>
          <p:cNvPr id="4" name="Slide Number Placeholder 7">
            <a:extLst>
              <a:ext uri="{FF2B5EF4-FFF2-40B4-BE49-F238E27FC236}">
                <a16:creationId xmlns:a16="http://schemas.microsoft.com/office/drawing/2014/main" id="{2DCF221E-CFF5-4717-B7D5-8D08584D2EC2}"/>
              </a:ext>
            </a:extLst>
          </p:cNvPr>
          <p:cNvSpPr>
            <a:spLocks noGrp="1"/>
          </p:cNvSpPr>
          <p:nvPr>
            <p:ph type="sldNum" sz="quarter" idx="4"/>
          </p:nvPr>
        </p:nvSpPr>
        <p:spPr/>
        <p:txBody>
          <a:bodyPr/>
          <a:lstStyle/>
          <a:p>
            <a:fld id="{68151E55-6873-49E2-B8D5-2F265E6F1973}" type="slidenum">
              <a:rPr lang="en-US" smtClean="0"/>
              <a:pPr/>
              <a:t>54</a:t>
            </a:fld>
            <a:endParaRPr lang="en-US" dirty="0"/>
          </a:p>
        </p:txBody>
      </p:sp>
    </p:spTree>
    <p:extLst>
      <p:ext uri="{BB962C8B-B14F-4D97-AF65-F5344CB8AC3E}">
        <p14:creationId xmlns:p14="http://schemas.microsoft.com/office/powerpoint/2010/main" val="391200261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0D38E1-71C3-41FD-AFC0-69E3B0399893}"/>
              </a:ext>
            </a:extLst>
          </p:cNvPr>
          <p:cNvSpPr>
            <a:spLocks noGrp="1"/>
          </p:cNvSpPr>
          <p:nvPr>
            <p:ph type="title"/>
          </p:nvPr>
        </p:nvSpPr>
        <p:spPr/>
        <p:txBody>
          <a:bodyPr/>
          <a:lstStyle/>
          <a:p>
            <a:r>
              <a:rPr lang="en-US" altLang="en-US" dirty="0"/>
              <a:t>Leaf Diversity</a:t>
            </a:r>
            <a:endParaRPr lang="en-IN" dirty="0"/>
          </a:p>
        </p:txBody>
      </p:sp>
      <p:pic>
        <p:nvPicPr>
          <p:cNvPr id="3" name="Picture 2" descr="Leaves exhibit great diversity from spines(a) of cactus, tendrils (b) of cucumber, to trapping live prey (c) as Venus flytrap.">
            <a:extLst>
              <a:ext uri="{FF2B5EF4-FFF2-40B4-BE49-F238E27FC236}">
                <a16:creationId xmlns:a16="http://schemas.microsoft.com/office/drawing/2014/main" id="{989B45A6-CAFA-4949-9306-D24233B044C9}"/>
              </a:ext>
            </a:extLst>
          </p:cNvPr>
          <p:cNvPicPr>
            <a:picLocks noChangeAspect="1"/>
          </p:cNvPicPr>
          <p:nvPr/>
        </p:nvPicPr>
        <p:blipFill>
          <a:blip r:embed="rId2"/>
          <a:stretch>
            <a:fillRect/>
          </a:stretch>
        </p:blipFill>
        <p:spPr>
          <a:xfrm>
            <a:off x="499519" y="1615283"/>
            <a:ext cx="8144962" cy="3627434"/>
          </a:xfrm>
          <a:prstGeom prst="rect">
            <a:avLst/>
          </a:prstGeom>
        </p:spPr>
      </p:pic>
      <p:sp>
        <p:nvSpPr>
          <p:cNvPr id="5" name="Text Placeholder 6">
            <a:extLst>
              <a:ext uri="{FF2B5EF4-FFF2-40B4-BE49-F238E27FC236}">
                <a16:creationId xmlns:a16="http://schemas.microsoft.com/office/drawing/2014/main" id="{C4233E10-C078-4E22-A8D6-850F98D287DB}"/>
              </a:ext>
            </a:extLst>
          </p:cNvPr>
          <p:cNvSpPr>
            <a:spLocks noGrp="1"/>
          </p:cNvSpPr>
          <p:nvPr>
            <p:ph type="body" sz="quarter" idx="18"/>
          </p:nvPr>
        </p:nvSpPr>
        <p:spPr>
          <a:xfrm>
            <a:off x="3793286" y="5893555"/>
            <a:ext cx="1401326" cy="314325"/>
          </a:xfrm>
        </p:spPr>
        <p:txBody>
          <a:bodyPr>
            <a:normAutofit/>
          </a:bodyPr>
          <a:lstStyle/>
          <a:p>
            <a:r>
              <a:rPr lang="en-US" sz="1200" dirty="0">
                <a:solidFill>
                  <a:schemeClr val="tx1"/>
                </a:solidFill>
              </a:rPr>
              <a:t>Figure </a:t>
            </a:r>
            <a:r>
              <a:rPr lang="en-US" sz="1200" dirty="0"/>
              <a:t>24</a:t>
            </a:r>
            <a:r>
              <a:rPr lang="en-US" sz="1200" dirty="0">
                <a:solidFill>
                  <a:schemeClr val="tx1"/>
                </a:solidFill>
              </a:rPr>
              <a:t>.24</a:t>
            </a:r>
          </a:p>
        </p:txBody>
      </p:sp>
      <p:sp>
        <p:nvSpPr>
          <p:cNvPr id="19" name="Text Placeholder 7">
            <a:extLst>
              <a:ext uri="{FF2B5EF4-FFF2-40B4-BE49-F238E27FC236}">
                <a16:creationId xmlns:a16="http://schemas.microsoft.com/office/drawing/2014/main" id="{72EC6BB9-5C7F-4476-8742-9C7ED53E304F}"/>
              </a:ext>
            </a:extLst>
          </p:cNvPr>
          <p:cNvSpPr>
            <a:spLocks noGrp="1"/>
          </p:cNvSpPr>
          <p:nvPr>
            <p:ph type="body" sz="quarter" idx="23"/>
          </p:nvPr>
        </p:nvSpPr>
        <p:spPr>
          <a:xfrm>
            <a:off x="5931876" y="6563439"/>
            <a:ext cx="2690303" cy="237373"/>
          </a:xfrm>
        </p:spPr>
        <p:txBody>
          <a:bodyPr/>
          <a:lstStyle/>
          <a:p>
            <a:pPr lvl="0"/>
            <a:r>
              <a:rPr lang="en-US" dirty="0"/>
              <a:t>(a): NPS Photo by Robb </a:t>
            </a:r>
            <a:r>
              <a:rPr lang="en-US" dirty="0" err="1"/>
              <a:t>Hannawacker</a:t>
            </a:r>
            <a:r>
              <a:rPr lang="en-US" dirty="0"/>
              <a:t>;; (b, c): Steven P. Lynch</a:t>
            </a:r>
            <a:endParaRPr lang="en-GB" dirty="0"/>
          </a:p>
        </p:txBody>
      </p:sp>
      <p:sp>
        <p:nvSpPr>
          <p:cNvPr id="4" name="Slide Number Placeholder 8">
            <a:extLst>
              <a:ext uri="{FF2B5EF4-FFF2-40B4-BE49-F238E27FC236}">
                <a16:creationId xmlns:a16="http://schemas.microsoft.com/office/drawing/2014/main" id="{655B017D-D1FC-4D94-AAE9-1DC738448401}"/>
              </a:ext>
            </a:extLst>
          </p:cNvPr>
          <p:cNvSpPr>
            <a:spLocks noGrp="1"/>
          </p:cNvSpPr>
          <p:nvPr>
            <p:ph type="sldNum" sz="quarter" idx="4"/>
          </p:nvPr>
        </p:nvSpPr>
        <p:spPr/>
        <p:txBody>
          <a:bodyPr/>
          <a:lstStyle/>
          <a:p>
            <a:fld id="{68151E55-6873-49E2-B8D5-2F265E6F1973}" type="slidenum">
              <a:rPr lang="en-US" smtClean="0"/>
              <a:pPr/>
              <a:t>55</a:t>
            </a:fld>
            <a:endParaRPr lang="en-US" dirty="0"/>
          </a:p>
        </p:txBody>
      </p:sp>
    </p:spTree>
    <p:extLst>
      <p:ext uri="{BB962C8B-B14F-4D97-AF65-F5344CB8AC3E}">
        <p14:creationId xmlns:p14="http://schemas.microsoft.com/office/powerpoint/2010/main" val="225296696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hidden="1">
            <a:extLst>
              <a:ext uri="{FF2B5EF4-FFF2-40B4-BE49-F238E27FC236}">
                <a16:creationId xmlns:a16="http://schemas.microsoft.com/office/drawing/2014/main" id="{2DB381F5-A910-4EE2-B9E1-BF7DADBC82F5}"/>
              </a:ext>
            </a:extLst>
          </p:cNvPr>
          <p:cNvSpPr>
            <a:spLocks noGrp="1"/>
          </p:cNvSpPr>
          <p:nvPr>
            <p:ph type="title"/>
          </p:nvPr>
        </p:nvSpPr>
        <p:spPr/>
        <p:txBody>
          <a:bodyPr/>
          <a:lstStyle/>
          <a:p>
            <a:r>
              <a:rPr lang="en-IN" dirty="0"/>
              <a:t>End of main content</a:t>
            </a:r>
          </a:p>
        </p:txBody>
      </p:sp>
      <p:sp>
        <p:nvSpPr>
          <p:cNvPr id="3" name="Content Placeholder 8">
            <a:extLst>
              <a:ext uri="{FF2B5EF4-FFF2-40B4-BE49-F238E27FC236}">
                <a16:creationId xmlns:a16="http://schemas.microsoft.com/office/drawing/2014/main" id="{294A5868-612B-456E-8E7B-5A6926E5E0C9}"/>
              </a:ext>
            </a:extLst>
          </p:cNvPr>
          <p:cNvSpPr txBox="1">
            <a:spLocks/>
          </p:cNvSpPr>
          <p:nvPr/>
        </p:nvSpPr>
        <p:spPr>
          <a:xfrm>
            <a:off x="0" y="6383045"/>
            <a:ext cx="9144000" cy="474955"/>
          </a:xfrm>
          <a:prstGeom prst="rect">
            <a:avLst/>
          </a:prstGeom>
        </p:spPr>
        <p:txBody>
          <a:bodyPr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800" dirty="0">
                <a:solidFill>
                  <a:srgbClr val="222222"/>
                </a:solidFill>
                <a:latin typeface="Arial" panose="020B0604020202020204" pitchFamily="34" charset="0"/>
              </a:rPr>
              <a:t>Copyright 2022 © McGraw Hill LLC. All rights reserved. No reproduction or distribution without the prior written consent of McGraw Hill LLC.</a:t>
            </a:r>
            <a:endParaRPr lang="en-US" sz="800" dirty="0"/>
          </a:p>
        </p:txBody>
      </p:sp>
    </p:spTree>
    <p:extLst>
      <p:ext uri="{BB962C8B-B14F-4D97-AF65-F5344CB8AC3E}">
        <p14:creationId xmlns:p14="http://schemas.microsoft.com/office/powerpoint/2010/main" val="315038952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737D552-265F-4B72-AC96-158D0C5E1A32}"/>
              </a:ext>
            </a:extLst>
          </p:cNvPr>
          <p:cNvSpPr>
            <a:spLocks noGrp="1"/>
          </p:cNvSpPr>
          <p:nvPr>
            <p:ph type="title"/>
          </p:nvPr>
        </p:nvSpPr>
        <p:spPr/>
        <p:txBody>
          <a:bodyPr/>
          <a:lstStyle/>
          <a:p>
            <a:r>
              <a:rPr lang="en-US" noProof="0" dirty="0"/>
              <a:t>Accessibility Content: Text Alternatives for Images</a:t>
            </a:r>
            <a:endParaRPr lang="en-IN" dirty="0"/>
          </a:p>
        </p:txBody>
      </p:sp>
    </p:spTree>
    <p:extLst>
      <p:ext uri="{BB962C8B-B14F-4D97-AF65-F5344CB8AC3E}">
        <p14:creationId xmlns:p14="http://schemas.microsoft.com/office/powerpoint/2010/main" val="24751155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5F359-7CF6-4CE5-B1B9-D8C4F8762BC1}"/>
              </a:ext>
            </a:extLst>
          </p:cNvPr>
          <p:cNvSpPr>
            <a:spLocks noGrp="1"/>
          </p:cNvSpPr>
          <p:nvPr>
            <p:ph type="title"/>
          </p:nvPr>
        </p:nvSpPr>
        <p:spPr/>
        <p:txBody>
          <a:bodyPr/>
          <a:lstStyle/>
          <a:p>
            <a:r>
              <a:rPr lang="en-US" dirty="0"/>
              <a:t>Apical Meristem Gives Rise to Differing Plant Tissues - Text Alternative</a:t>
            </a:r>
            <a:endParaRPr lang="en-IN" dirty="0"/>
          </a:p>
        </p:txBody>
      </p:sp>
      <p:sp>
        <p:nvSpPr>
          <p:cNvPr id="3" name="Text Placeholder 2">
            <a:extLst>
              <a:ext uri="{FF2B5EF4-FFF2-40B4-BE49-F238E27FC236}">
                <a16:creationId xmlns:a16="http://schemas.microsoft.com/office/drawing/2014/main" id="{7D1F2D0C-730E-4F40-B328-BDEAF3EF1D18}"/>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IN" dirty="0"/>
          </a:p>
        </p:txBody>
      </p:sp>
      <p:sp>
        <p:nvSpPr>
          <p:cNvPr id="4" name="Content Placeholder 3">
            <a:extLst>
              <a:ext uri="{FF2B5EF4-FFF2-40B4-BE49-F238E27FC236}">
                <a16:creationId xmlns:a16="http://schemas.microsoft.com/office/drawing/2014/main" id="{1DCD7595-51ED-4F15-B11A-9481E6CD2E4F}"/>
              </a:ext>
            </a:extLst>
          </p:cNvPr>
          <p:cNvSpPr>
            <a:spLocks noGrp="1"/>
          </p:cNvSpPr>
          <p:nvPr>
            <p:ph sz="quarter" idx="21"/>
          </p:nvPr>
        </p:nvSpPr>
        <p:spPr/>
        <p:txBody>
          <a:bodyPr/>
          <a:lstStyle/>
          <a:p>
            <a:r>
              <a:rPr lang="en-US" dirty="0"/>
              <a:t>Apical Meristem: Protoderm meristem gives rise to epidermal tissue, which forms the outer protective covering of the plant. Ground meristem gives rise to ground tissue, which fills the interior of the plant. Procambium meristem gives rise to vascular tissue, which transports water and nutrients within the plant and provides support.</a:t>
            </a:r>
            <a:endParaRPr lang="en-IN" dirty="0"/>
          </a:p>
        </p:txBody>
      </p:sp>
      <p:sp>
        <p:nvSpPr>
          <p:cNvPr id="5" name="Text Placeholder 4">
            <a:extLst>
              <a:ext uri="{FF2B5EF4-FFF2-40B4-BE49-F238E27FC236}">
                <a16:creationId xmlns:a16="http://schemas.microsoft.com/office/drawing/2014/main" id="{59840DEB-3A13-44A1-AAE4-87E08338ECD8}"/>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IN" dirty="0"/>
          </a:p>
        </p:txBody>
      </p:sp>
      <p:sp>
        <p:nvSpPr>
          <p:cNvPr id="6" name="Slide Number Placeholder 5">
            <a:extLst>
              <a:ext uri="{FF2B5EF4-FFF2-40B4-BE49-F238E27FC236}">
                <a16:creationId xmlns:a16="http://schemas.microsoft.com/office/drawing/2014/main" id="{2C4E860F-82F5-4019-BDE9-930356CB3DA2}"/>
              </a:ext>
            </a:extLst>
          </p:cNvPr>
          <p:cNvSpPr>
            <a:spLocks noGrp="1"/>
          </p:cNvSpPr>
          <p:nvPr>
            <p:ph type="sldNum" sz="quarter" idx="10"/>
          </p:nvPr>
        </p:nvSpPr>
        <p:spPr/>
        <p:txBody>
          <a:bodyPr/>
          <a:lstStyle/>
          <a:p>
            <a:fld id="{68151E55-6873-49E2-B8D5-2F265E6F1973}" type="slidenum">
              <a:rPr lang="en-US" smtClean="0"/>
              <a:t>58</a:t>
            </a:fld>
            <a:endParaRPr lang="en-US" dirty="0"/>
          </a:p>
        </p:txBody>
      </p:sp>
    </p:spTree>
    <p:extLst>
      <p:ext uri="{BB962C8B-B14F-4D97-AF65-F5344CB8AC3E}">
        <p14:creationId xmlns:p14="http://schemas.microsoft.com/office/powerpoint/2010/main" val="336177825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235B77-7A07-4EDB-8B1A-273420E0A5E0}"/>
              </a:ext>
            </a:extLst>
          </p:cNvPr>
          <p:cNvSpPr>
            <a:spLocks noGrp="1"/>
          </p:cNvSpPr>
          <p:nvPr>
            <p:ph type="title"/>
          </p:nvPr>
        </p:nvSpPr>
        <p:spPr/>
        <p:txBody>
          <a:bodyPr/>
          <a:lstStyle/>
          <a:p>
            <a:r>
              <a:rPr lang="en-US" sz="3600" dirty="0"/>
              <a:t>Modifications of Epidermal Tissue</a:t>
            </a:r>
            <a:r>
              <a:rPr lang="en-US" dirty="0"/>
              <a:t> - Text Alternative</a:t>
            </a:r>
            <a:endParaRPr lang="en-IN" dirty="0"/>
          </a:p>
        </p:txBody>
      </p:sp>
      <p:sp>
        <p:nvSpPr>
          <p:cNvPr id="3" name="Text Placeholder 2">
            <a:extLst>
              <a:ext uri="{FF2B5EF4-FFF2-40B4-BE49-F238E27FC236}">
                <a16:creationId xmlns:a16="http://schemas.microsoft.com/office/drawing/2014/main" id="{5495262A-F9C4-4A43-9213-065897E3BF65}"/>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IN" dirty="0"/>
          </a:p>
        </p:txBody>
      </p:sp>
      <p:sp>
        <p:nvSpPr>
          <p:cNvPr id="4" name="Content Placeholder 3">
            <a:extLst>
              <a:ext uri="{FF2B5EF4-FFF2-40B4-BE49-F238E27FC236}">
                <a16:creationId xmlns:a16="http://schemas.microsoft.com/office/drawing/2014/main" id="{86FAF279-A3BA-496F-B2A0-7599AA649ABD}"/>
              </a:ext>
            </a:extLst>
          </p:cNvPr>
          <p:cNvSpPr>
            <a:spLocks noGrp="1"/>
          </p:cNvSpPr>
          <p:nvPr>
            <p:ph sz="quarter" idx="21"/>
          </p:nvPr>
        </p:nvSpPr>
        <p:spPr/>
        <p:txBody>
          <a:bodyPr/>
          <a:lstStyle/>
          <a:p>
            <a:r>
              <a:rPr lang="en-US" dirty="0"/>
              <a:t>a) Root hairs shows label for cabbage seedling, root hairs, and elongating tip of root.</a:t>
            </a:r>
          </a:p>
          <a:p>
            <a:r>
              <a:rPr lang="en-US" dirty="0"/>
              <a:t>B) Trichomes.</a:t>
            </a:r>
          </a:p>
          <a:p>
            <a:r>
              <a:rPr lang="en-US" dirty="0"/>
              <a:t>C) Stoma of leaf shows a guard cell containing chloroplasts, stoma, and epidermal cells.</a:t>
            </a:r>
          </a:p>
          <a:p>
            <a:r>
              <a:rPr lang="en-US" dirty="0"/>
              <a:t>D) Labels include lenticel and periderm where periderm includes alternate arrangement of cork, cambium, and cork.</a:t>
            </a:r>
            <a:endParaRPr lang="en-IN" dirty="0"/>
          </a:p>
        </p:txBody>
      </p:sp>
      <p:sp>
        <p:nvSpPr>
          <p:cNvPr id="5" name="Text Placeholder 4">
            <a:extLst>
              <a:ext uri="{FF2B5EF4-FFF2-40B4-BE49-F238E27FC236}">
                <a16:creationId xmlns:a16="http://schemas.microsoft.com/office/drawing/2014/main" id="{ADAB81C5-8C0E-4856-8CD9-B68D277BD61A}"/>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IN" dirty="0"/>
          </a:p>
        </p:txBody>
      </p:sp>
      <p:sp>
        <p:nvSpPr>
          <p:cNvPr id="6" name="Slide Number Placeholder 5">
            <a:extLst>
              <a:ext uri="{FF2B5EF4-FFF2-40B4-BE49-F238E27FC236}">
                <a16:creationId xmlns:a16="http://schemas.microsoft.com/office/drawing/2014/main" id="{4178AF1D-79DD-4929-BE16-3F5EA7B6F3F9}"/>
              </a:ext>
            </a:extLst>
          </p:cNvPr>
          <p:cNvSpPr>
            <a:spLocks noGrp="1"/>
          </p:cNvSpPr>
          <p:nvPr>
            <p:ph type="sldNum" sz="quarter" idx="10"/>
          </p:nvPr>
        </p:nvSpPr>
        <p:spPr/>
        <p:txBody>
          <a:bodyPr/>
          <a:lstStyle/>
          <a:p>
            <a:fld id="{68151E55-6873-49E2-B8D5-2F265E6F1973}" type="slidenum">
              <a:rPr lang="en-US" smtClean="0"/>
              <a:t>59</a:t>
            </a:fld>
            <a:endParaRPr lang="en-US" dirty="0"/>
          </a:p>
        </p:txBody>
      </p:sp>
    </p:spTree>
    <p:extLst>
      <p:ext uri="{BB962C8B-B14F-4D97-AF65-F5344CB8AC3E}">
        <p14:creationId xmlns:p14="http://schemas.microsoft.com/office/powerpoint/2010/main" val="407807074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123E07-783B-407A-8F78-1111A0F2E43B}"/>
              </a:ext>
            </a:extLst>
          </p:cNvPr>
          <p:cNvSpPr>
            <a:spLocks noGrp="1"/>
          </p:cNvSpPr>
          <p:nvPr>
            <p:ph type="title"/>
          </p:nvPr>
        </p:nvSpPr>
        <p:spPr/>
        <p:txBody>
          <a:bodyPr/>
          <a:lstStyle/>
          <a:p>
            <a:r>
              <a:rPr lang="en-US" altLang="en-US" dirty="0"/>
              <a:t>Xylem Structure </a:t>
            </a:r>
            <a:r>
              <a:rPr lang="en-US" dirty="0"/>
              <a:t>- Text Alternative</a:t>
            </a:r>
            <a:endParaRPr lang="en-IN" dirty="0"/>
          </a:p>
        </p:txBody>
      </p:sp>
      <p:sp>
        <p:nvSpPr>
          <p:cNvPr id="3" name="Text Placeholder 2">
            <a:extLst>
              <a:ext uri="{FF2B5EF4-FFF2-40B4-BE49-F238E27FC236}">
                <a16:creationId xmlns:a16="http://schemas.microsoft.com/office/drawing/2014/main" id="{EB41E4E9-AC3A-4C95-8687-6F7A320118F3}"/>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IN" dirty="0"/>
          </a:p>
        </p:txBody>
      </p:sp>
      <p:sp>
        <p:nvSpPr>
          <p:cNvPr id="4" name="Content Placeholder 3">
            <a:extLst>
              <a:ext uri="{FF2B5EF4-FFF2-40B4-BE49-F238E27FC236}">
                <a16:creationId xmlns:a16="http://schemas.microsoft.com/office/drawing/2014/main" id="{77570A25-7151-435A-9E5D-7F26805BA893}"/>
              </a:ext>
            </a:extLst>
          </p:cNvPr>
          <p:cNvSpPr>
            <a:spLocks noGrp="1"/>
          </p:cNvSpPr>
          <p:nvPr>
            <p:ph sz="quarter" idx="21"/>
          </p:nvPr>
        </p:nvSpPr>
        <p:spPr/>
        <p:txBody>
          <a:bodyPr/>
          <a:lstStyle/>
          <a:p>
            <a:r>
              <a:rPr lang="en-US" dirty="0"/>
              <a:t>A) Xylem photomicrograph (left) and drawing (to side): </a:t>
            </a:r>
          </a:p>
          <a:p>
            <a:r>
              <a:rPr lang="en-US" dirty="0"/>
              <a:t>Micrograph and diagram shows longitudinal </a:t>
            </a:r>
            <a:r>
              <a:rPr lang="en-US" dirty="0" err="1"/>
              <a:t>tracheids</a:t>
            </a:r>
            <a:r>
              <a:rPr lang="en-US" dirty="0"/>
              <a:t>, irregularly ovular xylem parenchyma cell, vessel element and perforation plate. </a:t>
            </a:r>
          </a:p>
          <a:p>
            <a:r>
              <a:rPr lang="en-US" dirty="0"/>
              <a:t>B) Two types of vessels:</a:t>
            </a:r>
          </a:p>
          <a:p>
            <a:r>
              <a:rPr lang="en-US" dirty="0"/>
              <a:t>Diagrams show pits on the outside and perforation plate on the inside with vessel element. </a:t>
            </a:r>
          </a:p>
          <a:p>
            <a:r>
              <a:rPr lang="en-US" dirty="0"/>
              <a:t>C) </a:t>
            </a:r>
            <a:r>
              <a:rPr lang="en-US" dirty="0" err="1"/>
              <a:t>Tracheids</a:t>
            </a:r>
            <a:r>
              <a:rPr lang="en-US" dirty="0"/>
              <a:t>: </a:t>
            </a:r>
          </a:p>
          <a:p>
            <a:r>
              <a:rPr lang="en-US" dirty="0"/>
              <a:t>It shows pitted walls and tracheid  on the outside. </a:t>
            </a:r>
            <a:endParaRPr lang="en-IN" dirty="0"/>
          </a:p>
        </p:txBody>
      </p:sp>
      <p:sp>
        <p:nvSpPr>
          <p:cNvPr id="5" name="Text Placeholder 4">
            <a:extLst>
              <a:ext uri="{FF2B5EF4-FFF2-40B4-BE49-F238E27FC236}">
                <a16:creationId xmlns:a16="http://schemas.microsoft.com/office/drawing/2014/main" id="{B19B4388-EAAE-4564-8A58-B0A64BD3694A}"/>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IN" dirty="0"/>
          </a:p>
        </p:txBody>
      </p:sp>
      <p:sp>
        <p:nvSpPr>
          <p:cNvPr id="6" name="Slide Number Placeholder 5">
            <a:extLst>
              <a:ext uri="{FF2B5EF4-FFF2-40B4-BE49-F238E27FC236}">
                <a16:creationId xmlns:a16="http://schemas.microsoft.com/office/drawing/2014/main" id="{DB34C103-A9D0-4047-A659-D2A585ADB095}"/>
              </a:ext>
            </a:extLst>
          </p:cNvPr>
          <p:cNvSpPr>
            <a:spLocks noGrp="1"/>
          </p:cNvSpPr>
          <p:nvPr>
            <p:ph type="sldNum" sz="quarter" idx="10"/>
          </p:nvPr>
        </p:nvSpPr>
        <p:spPr/>
        <p:txBody>
          <a:bodyPr/>
          <a:lstStyle/>
          <a:p>
            <a:fld id="{68151E55-6873-49E2-B8D5-2F265E6F1973}" type="slidenum">
              <a:rPr lang="en-US" smtClean="0"/>
              <a:t>60</a:t>
            </a:fld>
            <a:endParaRPr lang="en-US" dirty="0"/>
          </a:p>
        </p:txBody>
      </p:sp>
    </p:spTree>
    <p:extLst>
      <p:ext uri="{BB962C8B-B14F-4D97-AF65-F5344CB8AC3E}">
        <p14:creationId xmlns:p14="http://schemas.microsoft.com/office/powerpoint/2010/main" val="152324939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53FB17-CCAB-4151-92FC-2F4118F36924}"/>
              </a:ext>
            </a:extLst>
          </p:cNvPr>
          <p:cNvSpPr>
            <a:spLocks noGrp="1"/>
          </p:cNvSpPr>
          <p:nvPr>
            <p:ph type="title"/>
          </p:nvPr>
        </p:nvSpPr>
        <p:spPr/>
        <p:txBody>
          <a:bodyPr/>
          <a:lstStyle/>
          <a:p>
            <a:r>
              <a:rPr lang="en-US" altLang="en-US" dirty="0"/>
              <a:t>Phloem Structure</a:t>
            </a:r>
            <a:r>
              <a:rPr lang="en-US" dirty="0"/>
              <a:t> - Text Alternative</a:t>
            </a:r>
            <a:endParaRPr lang="en-IN" dirty="0"/>
          </a:p>
        </p:txBody>
      </p:sp>
      <p:sp>
        <p:nvSpPr>
          <p:cNvPr id="3" name="Text Placeholder 2">
            <a:extLst>
              <a:ext uri="{FF2B5EF4-FFF2-40B4-BE49-F238E27FC236}">
                <a16:creationId xmlns:a16="http://schemas.microsoft.com/office/drawing/2014/main" id="{3647BC33-89B6-4E7D-99E5-0B75F219CE66}"/>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IN" dirty="0"/>
          </a:p>
        </p:txBody>
      </p:sp>
      <p:sp>
        <p:nvSpPr>
          <p:cNvPr id="4" name="Content Placeholder 3">
            <a:extLst>
              <a:ext uri="{FF2B5EF4-FFF2-40B4-BE49-F238E27FC236}">
                <a16:creationId xmlns:a16="http://schemas.microsoft.com/office/drawing/2014/main" id="{88F7F448-E12E-4E8A-9D34-6743D64409A4}"/>
              </a:ext>
            </a:extLst>
          </p:cNvPr>
          <p:cNvSpPr>
            <a:spLocks noGrp="1"/>
          </p:cNvSpPr>
          <p:nvPr>
            <p:ph sz="quarter" idx="21"/>
          </p:nvPr>
        </p:nvSpPr>
        <p:spPr/>
        <p:txBody>
          <a:bodyPr/>
          <a:lstStyle/>
          <a:p>
            <a:r>
              <a:rPr lang="en-US" dirty="0"/>
              <a:t>A) Phloem photomicrograph (left) and drawing (to side): </a:t>
            </a:r>
          </a:p>
          <a:p>
            <a:r>
              <a:rPr lang="en-US" dirty="0"/>
              <a:t>Micrograph and diagram shows  irregularly ovular phloem parenchyma cells, longitudinal companion cell, sieve plate and sieve-tube member in the center. </a:t>
            </a:r>
          </a:p>
          <a:p>
            <a:r>
              <a:rPr lang="en-US" dirty="0"/>
              <a:t>B) Sieve-tube member and companion cells:</a:t>
            </a:r>
          </a:p>
          <a:p>
            <a:r>
              <a:rPr lang="en-US" dirty="0"/>
              <a:t>Diagrams show sieve-tube member and sieve plate on the inside and companion cell with nucleus on the outside. </a:t>
            </a:r>
            <a:endParaRPr lang="en-IN" dirty="0"/>
          </a:p>
        </p:txBody>
      </p:sp>
      <p:sp>
        <p:nvSpPr>
          <p:cNvPr id="5" name="Text Placeholder 4">
            <a:extLst>
              <a:ext uri="{FF2B5EF4-FFF2-40B4-BE49-F238E27FC236}">
                <a16:creationId xmlns:a16="http://schemas.microsoft.com/office/drawing/2014/main" id="{9F9DB44E-A8AB-408F-BD33-6FB02856DD49}"/>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IN" dirty="0"/>
          </a:p>
        </p:txBody>
      </p:sp>
      <p:sp>
        <p:nvSpPr>
          <p:cNvPr id="6" name="Slide Number Placeholder 5">
            <a:extLst>
              <a:ext uri="{FF2B5EF4-FFF2-40B4-BE49-F238E27FC236}">
                <a16:creationId xmlns:a16="http://schemas.microsoft.com/office/drawing/2014/main" id="{D92346DD-C091-449F-B996-474E9E09F940}"/>
              </a:ext>
            </a:extLst>
          </p:cNvPr>
          <p:cNvSpPr>
            <a:spLocks noGrp="1"/>
          </p:cNvSpPr>
          <p:nvPr>
            <p:ph type="sldNum" sz="quarter" idx="10"/>
          </p:nvPr>
        </p:nvSpPr>
        <p:spPr/>
        <p:txBody>
          <a:bodyPr/>
          <a:lstStyle/>
          <a:p>
            <a:fld id="{68151E55-6873-49E2-B8D5-2F265E6F1973}" type="slidenum">
              <a:rPr lang="en-US" smtClean="0"/>
              <a:t>61</a:t>
            </a:fld>
            <a:endParaRPr lang="en-US" dirty="0"/>
          </a:p>
        </p:txBody>
      </p:sp>
    </p:spTree>
    <p:extLst>
      <p:ext uri="{BB962C8B-B14F-4D97-AF65-F5344CB8AC3E}">
        <p14:creationId xmlns:p14="http://schemas.microsoft.com/office/powerpoint/2010/main" val="84015095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46A583-E454-4683-A25A-CA662C472086}"/>
              </a:ext>
            </a:extLst>
          </p:cNvPr>
          <p:cNvSpPr>
            <a:spLocks noGrp="1"/>
          </p:cNvSpPr>
          <p:nvPr>
            <p:ph type="title"/>
          </p:nvPr>
        </p:nvSpPr>
        <p:spPr/>
        <p:txBody>
          <a:bodyPr/>
          <a:lstStyle/>
          <a:p>
            <a:r>
              <a:rPr lang="en-US" altLang="en-US" dirty="0"/>
              <a:t>Organization of Plant Body</a:t>
            </a:r>
            <a:r>
              <a:rPr lang="en-US" dirty="0"/>
              <a:t> - Text Alternative</a:t>
            </a:r>
            <a:endParaRPr lang="en-IN" dirty="0"/>
          </a:p>
        </p:txBody>
      </p:sp>
      <p:sp>
        <p:nvSpPr>
          <p:cNvPr id="3" name="Text Placeholder 2">
            <a:extLst>
              <a:ext uri="{FF2B5EF4-FFF2-40B4-BE49-F238E27FC236}">
                <a16:creationId xmlns:a16="http://schemas.microsoft.com/office/drawing/2014/main" id="{CF50E2FD-BE8B-4A4D-802B-32C56EB788D2}"/>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IN" dirty="0"/>
          </a:p>
        </p:txBody>
      </p:sp>
      <p:sp>
        <p:nvSpPr>
          <p:cNvPr id="4" name="Content Placeholder 3">
            <a:extLst>
              <a:ext uri="{FF2B5EF4-FFF2-40B4-BE49-F238E27FC236}">
                <a16:creationId xmlns:a16="http://schemas.microsoft.com/office/drawing/2014/main" id="{4CFC7CEF-5A7F-478D-B244-4897F084AA25}"/>
              </a:ext>
            </a:extLst>
          </p:cNvPr>
          <p:cNvSpPr>
            <a:spLocks noGrp="1"/>
          </p:cNvSpPr>
          <p:nvPr>
            <p:ph sz="quarter" idx="21"/>
          </p:nvPr>
        </p:nvSpPr>
        <p:spPr/>
        <p:txBody>
          <a:bodyPr/>
          <a:lstStyle/>
          <a:p>
            <a:r>
              <a:rPr lang="en-US" dirty="0"/>
              <a:t>The root system consists of branch root, root hairs and primary root. </a:t>
            </a:r>
          </a:p>
          <a:p>
            <a:r>
              <a:rPr lang="en-US" dirty="0"/>
              <a:t>The shoot system consists of vascular tissues, nodes, internode, stem, lateral bud, leaf (consisting of blade, vein and petiole) and terminal bud. </a:t>
            </a:r>
            <a:endParaRPr lang="en-IN" dirty="0"/>
          </a:p>
        </p:txBody>
      </p:sp>
      <p:sp>
        <p:nvSpPr>
          <p:cNvPr id="5" name="Text Placeholder 4">
            <a:extLst>
              <a:ext uri="{FF2B5EF4-FFF2-40B4-BE49-F238E27FC236}">
                <a16:creationId xmlns:a16="http://schemas.microsoft.com/office/drawing/2014/main" id="{E882FB6E-6EA0-40F8-8038-32987FB75F19}"/>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IN" dirty="0"/>
          </a:p>
        </p:txBody>
      </p:sp>
      <p:sp>
        <p:nvSpPr>
          <p:cNvPr id="6" name="Slide Number Placeholder 5">
            <a:extLst>
              <a:ext uri="{FF2B5EF4-FFF2-40B4-BE49-F238E27FC236}">
                <a16:creationId xmlns:a16="http://schemas.microsoft.com/office/drawing/2014/main" id="{53DF8F78-3EA1-4904-88BF-A17C53FC3824}"/>
              </a:ext>
            </a:extLst>
          </p:cNvPr>
          <p:cNvSpPr>
            <a:spLocks noGrp="1"/>
          </p:cNvSpPr>
          <p:nvPr>
            <p:ph type="sldNum" sz="quarter" idx="10"/>
          </p:nvPr>
        </p:nvSpPr>
        <p:spPr/>
        <p:txBody>
          <a:bodyPr/>
          <a:lstStyle/>
          <a:p>
            <a:fld id="{68151E55-6873-49E2-B8D5-2F265E6F1973}" type="slidenum">
              <a:rPr lang="en-US" smtClean="0"/>
              <a:t>62</a:t>
            </a:fld>
            <a:endParaRPr lang="en-US" dirty="0"/>
          </a:p>
        </p:txBody>
      </p:sp>
    </p:spTree>
    <p:extLst>
      <p:ext uri="{BB962C8B-B14F-4D97-AF65-F5344CB8AC3E}">
        <p14:creationId xmlns:p14="http://schemas.microsoft.com/office/powerpoint/2010/main" val="182414775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F062E1-4339-4966-A910-76FAFD709486}"/>
              </a:ext>
            </a:extLst>
          </p:cNvPr>
          <p:cNvSpPr>
            <a:spLocks noGrp="1"/>
          </p:cNvSpPr>
          <p:nvPr>
            <p:ph type="title"/>
          </p:nvPr>
        </p:nvSpPr>
        <p:spPr/>
        <p:txBody>
          <a:bodyPr/>
          <a:lstStyle/>
          <a:p>
            <a:r>
              <a:rPr lang="en-US" altLang="en-US" dirty="0"/>
              <a:t>Flowering Plants Are Either Monocots or Eudicots</a:t>
            </a:r>
            <a:r>
              <a:rPr lang="en-US" dirty="0"/>
              <a:t> - Text Alternative</a:t>
            </a:r>
            <a:endParaRPr lang="en-IN" dirty="0"/>
          </a:p>
        </p:txBody>
      </p:sp>
      <p:sp>
        <p:nvSpPr>
          <p:cNvPr id="3" name="Text Placeholder 2">
            <a:extLst>
              <a:ext uri="{FF2B5EF4-FFF2-40B4-BE49-F238E27FC236}">
                <a16:creationId xmlns:a16="http://schemas.microsoft.com/office/drawing/2014/main" id="{59E33353-2794-4C66-B6A9-01C0173EC659}"/>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IN" dirty="0"/>
          </a:p>
        </p:txBody>
      </p:sp>
      <p:sp>
        <p:nvSpPr>
          <p:cNvPr id="4" name="Content Placeholder 3">
            <a:extLst>
              <a:ext uri="{FF2B5EF4-FFF2-40B4-BE49-F238E27FC236}">
                <a16:creationId xmlns:a16="http://schemas.microsoft.com/office/drawing/2014/main" id="{65DD9240-4763-4BB3-A2C2-61DD9D509EA0}"/>
              </a:ext>
            </a:extLst>
          </p:cNvPr>
          <p:cNvSpPr>
            <a:spLocks noGrp="1"/>
          </p:cNvSpPr>
          <p:nvPr>
            <p:ph sz="quarter" idx="21"/>
          </p:nvPr>
        </p:nvSpPr>
        <p:spPr/>
        <p:txBody>
          <a:bodyPr/>
          <a:lstStyle/>
          <a:p>
            <a:r>
              <a:rPr lang="en-IN" dirty="0"/>
              <a:t>Monocots: one cotyledon in seed, root xylem and phloem in a ring; vascular bundles scattered in stem; leaf veins form a parallel pattern; flower parts in threes and multiples of three; one pore or slit (pollen). Eudicots: two cotyledons in seed; root phloem between arms of xylem; vascular bundles in a distinct ring; leaf veins form a net pattern; flower parts in fours or fives and their multiples; three pores or slits (pollen).</a:t>
            </a:r>
          </a:p>
        </p:txBody>
      </p:sp>
      <p:sp>
        <p:nvSpPr>
          <p:cNvPr id="5" name="Text Placeholder 4">
            <a:extLst>
              <a:ext uri="{FF2B5EF4-FFF2-40B4-BE49-F238E27FC236}">
                <a16:creationId xmlns:a16="http://schemas.microsoft.com/office/drawing/2014/main" id="{F06774D3-47AC-4D94-8325-EE8B7D25EDC1}"/>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IN" dirty="0"/>
          </a:p>
        </p:txBody>
      </p:sp>
      <p:sp>
        <p:nvSpPr>
          <p:cNvPr id="6" name="Slide Number Placeholder 5">
            <a:extLst>
              <a:ext uri="{FF2B5EF4-FFF2-40B4-BE49-F238E27FC236}">
                <a16:creationId xmlns:a16="http://schemas.microsoft.com/office/drawing/2014/main" id="{A9F6FB1E-4C96-4469-8D18-BBC7E154936F}"/>
              </a:ext>
            </a:extLst>
          </p:cNvPr>
          <p:cNvSpPr>
            <a:spLocks noGrp="1"/>
          </p:cNvSpPr>
          <p:nvPr>
            <p:ph type="sldNum" sz="quarter" idx="10"/>
          </p:nvPr>
        </p:nvSpPr>
        <p:spPr/>
        <p:txBody>
          <a:bodyPr/>
          <a:lstStyle/>
          <a:p>
            <a:fld id="{68151E55-6873-49E2-B8D5-2F265E6F1973}" type="slidenum">
              <a:rPr lang="en-US" smtClean="0"/>
              <a:t>63</a:t>
            </a:fld>
            <a:endParaRPr lang="en-US" dirty="0"/>
          </a:p>
        </p:txBody>
      </p:sp>
    </p:spTree>
    <p:extLst>
      <p:ext uri="{BB962C8B-B14F-4D97-AF65-F5344CB8AC3E}">
        <p14:creationId xmlns:p14="http://schemas.microsoft.com/office/powerpoint/2010/main" val="335955851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8761E3-A195-4C24-8F1C-21A2F86813B5}"/>
              </a:ext>
            </a:extLst>
          </p:cNvPr>
          <p:cNvSpPr>
            <a:spLocks noGrp="1"/>
          </p:cNvSpPr>
          <p:nvPr>
            <p:ph type="title"/>
          </p:nvPr>
        </p:nvSpPr>
        <p:spPr/>
        <p:txBody>
          <a:bodyPr/>
          <a:lstStyle/>
          <a:p>
            <a:r>
              <a:rPr lang="en-US" altLang="en-US" dirty="0"/>
              <a:t>Eudicot Root Tip</a:t>
            </a:r>
            <a:r>
              <a:rPr lang="en-US" dirty="0"/>
              <a:t> - Text Alternative</a:t>
            </a:r>
            <a:endParaRPr lang="en-IN" dirty="0"/>
          </a:p>
        </p:txBody>
      </p:sp>
      <p:sp>
        <p:nvSpPr>
          <p:cNvPr id="3" name="Text Placeholder 2">
            <a:extLst>
              <a:ext uri="{FF2B5EF4-FFF2-40B4-BE49-F238E27FC236}">
                <a16:creationId xmlns:a16="http://schemas.microsoft.com/office/drawing/2014/main" id="{53DF1AD4-ACE8-40F2-9652-22144510D220}"/>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IN" dirty="0"/>
          </a:p>
        </p:txBody>
      </p:sp>
      <p:sp>
        <p:nvSpPr>
          <p:cNvPr id="4" name="Content Placeholder 3">
            <a:extLst>
              <a:ext uri="{FF2B5EF4-FFF2-40B4-BE49-F238E27FC236}">
                <a16:creationId xmlns:a16="http://schemas.microsoft.com/office/drawing/2014/main" id="{8BFAF338-F965-4E91-8CF6-A9E3E8B8D4E0}"/>
              </a:ext>
            </a:extLst>
          </p:cNvPr>
          <p:cNvSpPr>
            <a:spLocks noGrp="1"/>
          </p:cNvSpPr>
          <p:nvPr>
            <p:ph sz="quarter" idx="21"/>
          </p:nvPr>
        </p:nvSpPr>
        <p:spPr/>
        <p:txBody>
          <a:bodyPr/>
          <a:lstStyle/>
          <a:p>
            <a:r>
              <a:rPr lang="en-IN" dirty="0"/>
              <a:t>A) Root tip: </a:t>
            </a:r>
          </a:p>
          <a:p>
            <a:r>
              <a:rPr lang="en-IN" dirty="0"/>
              <a:t>Diagram of root tips divides into zone of cell division, zone of elongation, zone of maturation and vascular cylinder on the top. </a:t>
            </a:r>
          </a:p>
          <a:p>
            <a:r>
              <a:rPr lang="en-IN" dirty="0"/>
              <a:t>Micrograph of zone of cell division shows multiple procambium, ground meristem, protoderm, root apical meristem protected by root cap and root cap. </a:t>
            </a:r>
          </a:p>
          <a:p>
            <a:r>
              <a:rPr lang="en-IN" dirty="0"/>
              <a:t>B) Vascular cylinder: </a:t>
            </a:r>
          </a:p>
          <a:p>
            <a:r>
              <a:rPr lang="en-IN" dirty="0"/>
              <a:t>Micrograph of vascular cylinder shows multiple circular endodermis, pericycle, phloem, large circular xylem in </a:t>
            </a:r>
            <a:r>
              <a:rPr lang="en-IN" dirty="0" err="1"/>
              <a:t>center</a:t>
            </a:r>
            <a:r>
              <a:rPr lang="en-IN" dirty="0"/>
              <a:t> and circular cortex, with epidermis and root hair. </a:t>
            </a:r>
          </a:p>
          <a:p>
            <a:r>
              <a:rPr lang="en-IN" dirty="0"/>
              <a:t>C) </a:t>
            </a:r>
            <a:r>
              <a:rPr lang="en-IN" dirty="0" err="1"/>
              <a:t>Casparian</a:t>
            </a:r>
            <a:r>
              <a:rPr lang="en-IN" dirty="0"/>
              <a:t> strip:</a:t>
            </a:r>
          </a:p>
          <a:p>
            <a:r>
              <a:rPr lang="en-IN" dirty="0"/>
              <a:t>Diagram shows layers of xylem, phloem, pericycle, endodermis and </a:t>
            </a:r>
            <a:r>
              <a:rPr lang="en-IN" dirty="0" err="1"/>
              <a:t>Casparian</a:t>
            </a:r>
            <a:r>
              <a:rPr lang="en-IN" dirty="0"/>
              <a:t> strip, cortex and epidermis with root hair (from where water and minerals flow in and out). </a:t>
            </a:r>
          </a:p>
        </p:txBody>
      </p:sp>
      <p:sp>
        <p:nvSpPr>
          <p:cNvPr id="5" name="Text Placeholder 4">
            <a:extLst>
              <a:ext uri="{FF2B5EF4-FFF2-40B4-BE49-F238E27FC236}">
                <a16:creationId xmlns:a16="http://schemas.microsoft.com/office/drawing/2014/main" id="{4EFEA58E-D4E9-4650-B2B7-085D11F6A486}"/>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IN" dirty="0"/>
          </a:p>
        </p:txBody>
      </p:sp>
      <p:sp>
        <p:nvSpPr>
          <p:cNvPr id="6" name="Slide Number Placeholder 5">
            <a:extLst>
              <a:ext uri="{FF2B5EF4-FFF2-40B4-BE49-F238E27FC236}">
                <a16:creationId xmlns:a16="http://schemas.microsoft.com/office/drawing/2014/main" id="{9754458F-8D25-4428-ACC0-A3C8261F8DF1}"/>
              </a:ext>
            </a:extLst>
          </p:cNvPr>
          <p:cNvSpPr>
            <a:spLocks noGrp="1"/>
          </p:cNvSpPr>
          <p:nvPr>
            <p:ph type="sldNum" sz="quarter" idx="10"/>
          </p:nvPr>
        </p:nvSpPr>
        <p:spPr/>
        <p:txBody>
          <a:bodyPr/>
          <a:lstStyle/>
          <a:p>
            <a:fld id="{68151E55-6873-49E2-B8D5-2F265E6F1973}" type="slidenum">
              <a:rPr lang="en-US" smtClean="0"/>
              <a:t>64</a:t>
            </a:fld>
            <a:endParaRPr lang="en-US" dirty="0"/>
          </a:p>
        </p:txBody>
      </p:sp>
    </p:spTree>
    <p:extLst>
      <p:ext uri="{BB962C8B-B14F-4D97-AF65-F5344CB8AC3E}">
        <p14:creationId xmlns:p14="http://schemas.microsoft.com/office/powerpoint/2010/main" val="291585333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3BF3F9-E894-47B0-B536-B06309129EF4}"/>
              </a:ext>
            </a:extLst>
          </p:cNvPr>
          <p:cNvSpPr>
            <a:spLocks noGrp="1"/>
          </p:cNvSpPr>
          <p:nvPr>
            <p:ph type="title"/>
          </p:nvPr>
        </p:nvSpPr>
        <p:spPr/>
        <p:txBody>
          <a:bodyPr/>
          <a:lstStyle/>
          <a:p>
            <a:r>
              <a:rPr lang="en-US" altLang="en-US" dirty="0"/>
              <a:t>Shoot Tip and Primary Meristems</a:t>
            </a:r>
            <a:r>
              <a:rPr lang="en-US" dirty="0"/>
              <a:t> - Text Alternative</a:t>
            </a:r>
            <a:endParaRPr lang="en-IN" dirty="0"/>
          </a:p>
        </p:txBody>
      </p:sp>
      <p:sp>
        <p:nvSpPr>
          <p:cNvPr id="3" name="Text Placeholder 2">
            <a:extLst>
              <a:ext uri="{FF2B5EF4-FFF2-40B4-BE49-F238E27FC236}">
                <a16:creationId xmlns:a16="http://schemas.microsoft.com/office/drawing/2014/main" id="{4DA97B10-2419-4710-9016-0E060DE0639F}"/>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IN" dirty="0"/>
          </a:p>
        </p:txBody>
      </p:sp>
      <p:sp>
        <p:nvSpPr>
          <p:cNvPr id="4" name="Content Placeholder 3">
            <a:extLst>
              <a:ext uri="{FF2B5EF4-FFF2-40B4-BE49-F238E27FC236}">
                <a16:creationId xmlns:a16="http://schemas.microsoft.com/office/drawing/2014/main" id="{ABA0E8D7-065F-43C1-9C90-A2A375A72255}"/>
              </a:ext>
            </a:extLst>
          </p:cNvPr>
          <p:cNvSpPr>
            <a:spLocks noGrp="1"/>
          </p:cNvSpPr>
          <p:nvPr>
            <p:ph sz="quarter" idx="21"/>
          </p:nvPr>
        </p:nvSpPr>
        <p:spPr/>
        <p:txBody>
          <a:bodyPr>
            <a:normAutofit fontScale="85000" lnSpcReduction="20000"/>
          </a:bodyPr>
          <a:lstStyle/>
          <a:p>
            <a:r>
              <a:rPr lang="en-US" dirty="0"/>
              <a:t>A) Shoot tip: </a:t>
            </a:r>
          </a:p>
          <a:p>
            <a:r>
              <a:rPr lang="en-US" dirty="0"/>
              <a:t>Diagram of shoot tips divides into three zones. </a:t>
            </a:r>
          </a:p>
          <a:p>
            <a:r>
              <a:rPr lang="en-US" dirty="0"/>
              <a:t>Lower zone:</a:t>
            </a:r>
          </a:p>
          <a:p>
            <a:r>
              <a:rPr lang="en-US" dirty="0"/>
              <a:t>It consists of longitudinal primary xylem and primary phloem. </a:t>
            </a:r>
          </a:p>
          <a:p>
            <a:r>
              <a:rPr lang="en-US" dirty="0"/>
              <a:t>Middle zone:</a:t>
            </a:r>
          </a:p>
          <a:p>
            <a:r>
              <a:rPr lang="en-US" dirty="0"/>
              <a:t>It consists of longitudinal vascular cambium and hemispherical axillary bud. </a:t>
            </a:r>
          </a:p>
          <a:p>
            <a:r>
              <a:rPr lang="en-US" dirty="0"/>
              <a:t>Top zone:</a:t>
            </a:r>
          </a:p>
          <a:p>
            <a:r>
              <a:rPr lang="en-US" dirty="0"/>
              <a:t>It consists of procambium, ground meristem, protoderm, shoot apical meristem and leaf primordium. </a:t>
            </a:r>
          </a:p>
          <a:p>
            <a:r>
              <a:rPr lang="en-US" dirty="0"/>
              <a:t>B) Fate of primary meristems: </a:t>
            </a:r>
          </a:p>
          <a:p>
            <a:r>
              <a:rPr lang="en-US" dirty="0"/>
              <a:t>Three Primary Meristems:</a:t>
            </a:r>
          </a:p>
          <a:p>
            <a:r>
              <a:rPr lang="en-US" dirty="0"/>
              <a:t>It consists of protoderm on the outer radial area, ground meristem in the middle and procambium in the core. </a:t>
            </a:r>
          </a:p>
          <a:p>
            <a:r>
              <a:rPr lang="en-US" dirty="0"/>
              <a:t>C) Primary Tissues:</a:t>
            </a:r>
          </a:p>
          <a:p>
            <a:r>
              <a:rPr lang="en-US" dirty="0"/>
              <a:t>It consists of epidermis on the outermost radial area, cortex in the outer radial area and pith in the center. </a:t>
            </a:r>
          </a:p>
          <a:p>
            <a:r>
              <a:rPr lang="en-US" dirty="0"/>
              <a:t>Enlarged diagram of vascular bundles show circular multiple pith, primary xylem, vascular cambium, primary phloem and cortex.</a:t>
            </a:r>
            <a:endParaRPr lang="en-IN" dirty="0"/>
          </a:p>
        </p:txBody>
      </p:sp>
      <p:sp>
        <p:nvSpPr>
          <p:cNvPr id="5" name="Text Placeholder 4">
            <a:extLst>
              <a:ext uri="{FF2B5EF4-FFF2-40B4-BE49-F238E27FC236}">
                <a16:creationId xmlns:a16="http://schemas.microsoft.com/office/drawing/2014/main" id="{2DE18BA0-0ED4-49B5-8569-507B63F06704}"/>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IN" dirty="0"/>
          </a:p>
        </p:txBody>
      </p:sp>
      <p:sp>
        <p:nvSpPr>
          <p:cNvPr id="6" name="Slide Number Placeholder 5">
            <a:extLst>
              <a:ext uri="{FF2B5EF4-FFF2-40B4-BE49-F238E27FC236}">
                <a16:creationId xmlns:a16="http://schemas.microsoft.com/office/drawing/2014/main" id="{0568A357-40DD-40B7-8975-13BD822437F5}"/>
              </a:ext>
            </a:extLst>
          </p:cNvPr>
          <p:cNvSpPr>
            <a:spLocks noGrp="1"/>
          </p:cNvSpPr>
          <p:nvPr>
            <p:ph type="sldNum" sz="quarter" idx="10"/>
          </p:nvPr>
        </p:nvSpPr>
        <p:spPr/>
        <p:txBody>
          <a:bodyPr/>
          <a:lstStyle/>
          <a:p>
            <a:fld id="{68151E55-6873-49E2-B8D5-2F265E6F1973}" type="slidenum">
              <a:rPr lang="en-US" smtClean="0"/>
              <a:t>65</a:t>
            </a:fld>
            <a:endParaRPr lang="en-US" dirty="0"/>
          </a:p>
        </p:txBody>
      </p:sp>
    </p:spTree>
    <p:extLst>
      <p:ext uri="{BB962C8B-B14F-4D97-AF65-F5344CB8AC3E}">
        <p14:creationId xmlns:p14="http://schemas.microsoft.com/office/powerpoint/2010/main" val="180882466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B1E371-10CC-4B92-A70C-31B4A8140000}"/>
              </a:ext>
            </a:extLst>
          </p:cNvPr>
          <p:cNvSpPr>
            <a:spLocks noGrp="1"/>
          </p:cNvSpPr>
          <p:nvPr>
            <p:ph type="title"/>
          </p:nvPr>
        </p:nvSpPr>
        <p:spPr/>
        <p:txBody>
          <a:bodyPr/>
          <a:lstStyle/>
          <a:p>
            <a:r>
              <a:rPr lang="en-US" altLang="en-US" dirty="0"/>
              <a:t>Herbaceous Eudicot Stem</a:t>
            </a:r>
            <a:r>
              <a:rPr lang="en-US" dirty="0"/>
              <a:t> - Text Alternative</a:t>
            </a:r>
            <a:endParaRPr lang="en-IN" dirty="0"/>
          </a:p>
        </p:txBody>
      </p:sp>
      <p:sp>
        <p:nvSpPr>
          <p:cNvPr id="3" name="Text Placeholder 2">
            <a:extLst>
              <a:ext uri="{FF2B5EF4-FFF2-40B4-BE49-F238E27FC236}">
                <a16:creationId xmlns:a16="http://schemas.microsoft.com/office/drawing/2014/main" id="{4FC1AF3F-F368-461F-883A-F4324200EDAB}"/>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IN" dirty="0"/>
          </a:p>
        </p:txBody>
      </p:sp>
      <p:sp>
        <p:nvSpPr>
          <p:cNvPr id="4" name="Content Placeholder 3">
            <a:extLst>
              <a:ext uri="{FF2B5EF4-FFF2-40B4-BE49-F238E27FC236}">
                <a16:creationId xmlns:a16="http://schemas.microsoft.com/office/drawing/2014/main" id="{58B37D05-875D-4E15-AEE8-7F7141E57858}"/>
              </a:ext>
            </a:extLst>
          </p:cNvPr>
          <p:cNvSpPr>
            <a:spLocks noGrp="1"/>
          </p:cNvSpPr>
          <p:nvPr>
            <p:ph sz="quarter" idx="21"/>
          </p:nvPr>
        </p:nvSpPr>
        <p:spPr/>
        <p:txBody>
          <a:bodyPr/>
          <a:lstStyle/>
          <a:p>
            <a:r>
              <a:rPr lang="en-IN" dirty="0"/>
              <a:t>Left panel: </a:t>
            </a:r>
          </a:p>
          <a:p>
            <a:r>
              <a:rPr lang="en-IN" dirty="0"/>
              <a:t>Diagram of herbaceous eudicot stem consists of cluster of pith in the </a:t>
            </a:r>
            <a:r>
              <a:rPr lang="en-IN" dirty="0" err="1"/>
              <a:t>center</a:t>
            </a:r>
            <a:r>
              <a:rPr lang="en-IN" dirty="0"/>
              <a:t> with cortex and epidermis. </a:t>
            </a:r>
          </a:p>
          <a:p>
            <a:r>
              <a:rPr lang="en-IN" dirty="0"/>
              <a:t>Right panel: </a:t>
            </a:r>
          </a:p>
          <a:p>
            <a:r>
              <a:rPr lang="en-IN" dirty="0"/>
              <a:t>Enlarged diagram of vascular bundles show circular multiple xylem, phloem, phloem </a:t>
            </a:r>
            <a:r>
              <a:rPr lang="en-IN" dirty="0" err="1"/>
              <a:t>fiber</a:t>
            </a:r>
            <a:r>
              <a:rPr lang="en-IN" dirty="0"/>
              <a:t>, circular pith, vascular cambium with set layers of parenchyma cells, collenchyma cells, and epidermis.</a:t>
            </a:r>
          </a:p>
        </p:txBody>
      </p:sp>
      <p:sp>
        <p:nvSpPr>
          <p:cNvPr id="5" name="Text Placeholder 4">
            <a:extLst>
              <a:ext uri="{FF2B5EF4-FFF2-40B4-BE49-F238E27FC236}">
                <a16:creationId xmlns:a16="http://schemas.microsoft.com/office/drawing/2014/main" id="{517C38A4-0D92-403C-A84E-972A9DC5B207}"/>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IN" dirty="0"/>
          </a:p>
        </p:txBody>
      </p:sp>
      <p:sp>
        <p:nvSpPr>
          <p:cNvPr id="6" name="Slide Number Placeholder 5">
            <a:extLst>
              <a:ext uri="{FF2B5EF4-FFF2-40B4-BE49-F238E27FC236}">
                <a16:creationId xmlns:a16="http://schemas.microsoft.com/office/drawing/2014/main" id="{E4706CEB-E683-4173-B4F7-B30458DC646F}"/>
              </a:ext>
            </a:extLst>
          </p:cNvPr>
          <p:cNvSpPr>
            <a:spLocks noGrp="1"/>
          </p:cNvSpPr>
          <p:nvPr>
            <p:ph type="sldNum" sz="quarter" idx="10"/>
          </p:nvPr>
        </p:nvSpPr>
        <p:spPr/>
        <p:txBody>
          <a:bodyPr/>
          <a:lstStyle/>
          <a:p>
            <a:fld id="{68151E55-6873-49E2-B8D5-2F265E6F1973}" type="slidenum">
              <a:rPr lang="en-US" smtClean="0"/>
              <a:t>66</a:t>
            </a:fld>
            <a:endParaRPr lang="en-US" dirty="0"/>
          </a:p>
        </p:txBody>
      </p:sp>
    </p:spTree>
    <p:extLst>
      <p:ext uri="{BB962C8B-B14F-4D97-AF65-F5344CB8AC3E}">
        <p14:creationId xmlns:p14="http://schemas.microsoft.com/office/powerpoint/2010/main" val="264756447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7691A8-6F7D-4C84-9CC2-1A02886BA48B}"/>
              </a:ext>
            </a:extLst>
          </p:cNvPr>
          <p:cNvSpPr>
            <a:spLocks noGrp="1"/>
          </p:cNvSpPr>
          <p:nvPr>
            <p:ph type="title"/>
          </p:nvPr>
        </p:nvSpPr>
        <p:spPr/>
        <p:txBody>
          <a:bodyPr/>
          <a:lstStyle/>
          <a:p>
            <a:r>
              <a:rPr lang="en-US" altLang="en-US" dirty="0"/>
              <a:t>Monocot Stem</a:t>
            </a:r>
            <a:r>
              <a:rPr lang="en-US" dirty="0"/>
              <a:t> - Text Alternative</a:t>
            </a:r>
            <a:endParaRPr lang="en-IN" dirty="0"/>
          </a:p>
        </p:txBody>
      </p:sp>
      <p:sp>
        <p:nvSpPr>
          <p:cNvPr id="3" name="Text Placeholder 2">
            <a:extLst>
              <a:ext uri="{FF2B5EF4-FFF2-40B4-BE49-F238E27FC236}">
                <a16:creationId xmlns:a16="http://schemas.microsoft.com/office/drawing/2014/main" id="{35327B43-4503-47FA-909D-8561173E1C54}"/>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IN" dirty="0"/>
          </a:p>
        </p:txBody>
      </p:sp>
      <p:sp>
        <p:nvSpPr>
          <p:cNvPr id="4" name="Content Placeholder 3">
            <a:extLst>
              <a:ext uri="{FF2B5EF4-FFF2-40B4-BE49-F238E27FC236}">
                <a16:creationId xmlns:a16="http://schemas.microsoft.com/office/drawing/2014/main" id="{C67B4EDD-34D3-4908-978B-791D5E73AF9A}"/>
              </a:ext>
            </a:extLst>
          </p:cNvPr>
          <p:cNvSpPr>
            <a:spLocks noGrp="1"/>
          </p:cNvSpPr>
          <p:nvPr>
            <p:ph sz="quarter" idx="21"/>
          </p:nvPr>
        </p:nvSpPr>
        <p:spPr/>
        <p:txBody>
          <a:bodyPr/>
          <a:lstStyle/>
          <a:p>
            <a:r>
              <a:rPr lang="en-IN" dirty="0"/>
              <a:t>Top panel: </a:t>
            </a:r>
          </a:p>
          <a:p>
            <a:r>
              <a:rPr lang="en-IN" dirty="0"/>
              <a:t>Micrograph shows ovular vascular bundles, ground tissue and epidermis. </a:t>
            </a:r>
          </a:p>
          <a:p>
            <a:r>
              <a:rPr lang="en-IN" dirty="0"/>
              <a:t>Right panel: </a:t>
            </a:r>
          </a:p>
          <a:p>
            <a:r>
              <a:rPr lang="en-IN" dirty="0"/>
              <a:t>Enlarged diagram of vascular bundle shows different sized circular layers of ground tissue (parenchyma), xylem, phloem, bundle sheath cells, sieve-tube member, air space, companion cell, and vessel element. </a:t>
            </a:r>
          </a:p>
        </p:txBody>
      </p:sp>
      <p:sp>
        <p:nvSpPr>
          <p:cNvPr id="5" name="Text Placeholder 4">
            <a:extLst>
              <a:ext uri="{FF2B5EF4-FFF2-40B4-BE49-F238E27FC236}">
                <a16:creationId xmlns:a16="http://schemas.microsoft.com/office/drawing/2014/main" id="{F3267D6E-BA11-4846-83D0-4EF9B7CEBEBF}"/>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IN" dirty="0"/>
          </a:p>
        </p:txBody>
      </p:sp>
      <p:sp>
        <p:nvSpPr>
          <p:cNvPr id="6" name="Slide Number Placeholder 5">
            <a:extLst>
              <a:ext uri="{FF2B5EF4-FFF2-40B4-BE49-F238E27FC236}">
                <a16:creationId xmlns:a16="http://schemas.microsoft.com/office/drawing/2014/main" id="{10AEB546-BEBF-4892-82A5-03FFA08C962E}"/>
              </a:ext>
            </a:extLst>
          </p:cNvPr>
          <p:cNvSpPr>
            <a:spLocks noGrp="1"/>
          </p:cNvSpPr>
          <p:nvPr>
            <p:ph type="sldNum" sz="quarter" idx="10"/>
          </p:nvPr>
        </p:nvSpPr>
        <p:spPr/>
        <p:txBody>
          <a:bodyPr/>
          <a:lstStyle/>
          <a:p>
            <a:fld id="{68151E55-6873-49E2-B8D5-2F265E6F1973}" type="slidenum">
              <a:rPr lang="en-US" smtClean="0"/>
              <a:t>67</a:t>
            </a:fld>
            <a:endParaRPr lang="en-US" dirty="0"/>
          </a:p>
        </p:txBody>
      </p:sp>
    </p:spTree>
    <p:extLst>
      <p:ext uri="{BB962C8B-B14F-4D97-AF65-F5344CB8AC3E}">
        <p14:creationId xmlns:p14="http://schemas.microsoft.com/office/powerpoint/2010/main" val="160387189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44C2933-9AB3-4B95-A07A-9B3AC82FF331}"/>
              </a:ext>
            </a:extLst>
          </p:cNvPr>
          <p:cNvSpPr>
            <a:spLocks noGrp="1"/>
          </p:cNvSpPr>
          <p:nvPr>
            <p:ph type="title"/>
          </p:nvPr>
        </p:nvSpPr>
        <p:spPr/>
        <p:txBody>
          <a:bodyPr/>
          <a:lstStyle/>
          <a:p>
            <a:r>
              <a:rPr lang="en-US" altLang="en-US" dirty="0"/>
              <a:t>Diagrams of Secondary Growth of Stems</a:t>
            </a:r>
            <a:r>
              <a:rPr lang="en-US" dirty="0"/>
              <a:t> - Text Alternative</a:t>
            </a:r>
            <a:endParaRPr lang="en-IN" dirty="0"/>
          </a:p>
        </p:txBody>
      </p:sp>
      <p:sp>
        <p:nvSpPr>
          <p:cNvPr id="5" name="Text Placeholder 2">
            <a:extLst>
              <a:ext uri="{FF2B5EF4-FFF2-40B4-BE49-F238E27FC236}">
                <a16:creationId xmlns:a16="http://schemas.microsoft.com/office/drawing/2014/main" id="{180637A7-959C-46FA-8053-AB4BA177A1EA}"/>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IN" dirty="0"/>
          </a:p>
        </p:txBody>
      </p:sp>
      <p:sp>
        <p:nvSpPr>
          <p:cNvPr id="6" name="Content Placeholder 3">
            <a:extLst>
              <a:ext uri="{FF2B5EF4-FFF2-40B4-BE49-F238E27FC236}">
                <a16:creationId xmlns:a16="http://schemas.microsoft.com/office/drawing/2014/main" id="{EB74C14A-55D6-4118-8DF9-A182DABB7080}"/>
              </a:ext>
            </a:extLst>
          </p:cNvPr>
          <p:cNvSpPr>
            <a:spLocks noGrp="1"/>
          </p:cNvSpPr>
          <p:nvPr>
            <p:ph sz="quarter" idx="21"/>
          </p:nvPr>
        </p:nvSpPr>
        <p:spPr/>
        <p:txBody>
          <a:bodyPr/>
          <a:lstStyle/>
          <a:p>
            <a:r>
              <a:rPr lang="en-US" dirty="0"/>
              <a:t>Vascular cambium: lateral meristem that will produce secondary xylem and secondary phloem in each succeeding year. Periderm: As a stem becomes woody, epidermis is replaced by the periderm. Bark: includes periderm and living secondary phloem. Wood: Increases each year; includes annual rings of xylem.</a:t>
            </a:r>
            <a:endParaRPr lang="en-IN" dirty="0"/>
          </a:p>
        </p:txBody>
      </p:sp>
      <p:sp>
        <p:nvSpPr>
          <p:cNvPr id="7" name="Text Placeholder 4">
            <a:extLst>
              <a:ext uri="{FF2B5EF4-FFF2-40B4-BE49-F238E27FC236}">
                <a16:creationId xmlns:a16="http://schemas.microsoft.com/office/drawing/2014/main" id="{19F13CA7-A55A-49B3-9604-348B81AE2D88}"/>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IN" dirty="0"/>
          </a:p>
        </p:txBody>
      </p:sp>
      <p:sp>
        <p:nvSpPr>
          <p:cNvPr id="3" name="Slide Number Placeholder 5">
            <a:extLst>
              <a:ext uri="{FF2B5EF4-FFF2-40B4-BE49-F238E27FC236}">
                <a16:creationId xmlns:a16="http://schemas.microsoft.com/office/drawing/2014/main" id="{CC239667-E29E-4838-9BC8-1A87FE42C43A}"/>
              </a:ext>
            </a:extLst>
          </p:cNvPr>
          <p:cNvSpPr>
            <a:spLocks noGrp="1"/>
          </p:cNvSpPr>
          <p:nvPr>
            <p:ph type="sldNum" sz="quarter" idx="10"/>
          </p:nvPr>
        </p:nvSpPr>
        <p:spPr/>
        <p:txBody>
          <a:bodyPr/>
          <a:lstStyle/>
          <a:p>
            <a:fld id="{68151E55-6873-49E2-B8D5-2F265E6F1973}" type="slidenum">
              <a:rPr lang="en-US" smtClean="0"/>
              <a:pPr/>
              <a:t>68</a:t>
            </a:fld>
            <a:endParaRPr lang="en-US" dirty="0"/>
          </a:p>
        </p:txBody>
      </p:sp>
    </p:spTree>
    <p:extLst>
      <p:ext uri="{BB962C8B-B14F-4D97-AF65-F5344CB8AC3E}">
        <p14:creationId xmlns:p14="http://schemas.microsoft.com/office/powerpoint/2010/main" val="65191541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7DBF2-8EEC-4A33-9E7B-A24C1D1D1D01}"/>
              </a:ext>
            </a:extLst>
          </p:cNvPr>
          <p:cNvSpPr>
            <a:spLocks noGrp="1"/>
          </p:cNvSpPr>
          <p:nvPr>
            <p:ph type="title"/>
          </p:nvPr>
        </p:nvSpPr>
        <p:spPr/>
        <p:txBody>
          <a:bodyPr/>
          <a:lstStyle/>
          <a:p>
            <a:r>
              <a:rPr lang="en-US" altLang="en-US" dirty="0"/>
              <a:t>Three-Year-Old Woody Twig</a:t>
            </a:r>
            <a:r>
              <a:rPr lang="en-US" dirty="0"/>
              <a:t> - Text Alternative</a:t>
            </a:r>
            <a:endParaRPr lang="en-IN" dirty="0"/>
          </a:p>
        </p:txBody>
      </p:sp>
      <p:sp>
        <p:nvSpPr>
          <p:cNvPr id="3" name="Text Placeholder 2">
            <a:extLst>
              <a:ext uri="{FF2B5EF4-FFF2-40B4-BE49-F238E27FC236}">
                <a16:creationId xmlns:a16="http://schemas.microsoft.com/office/drawing/2014/main" id="{465F8B24-44D6-4158-A704-CEDAE7FEC8E8}"/>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IN" dirty="0"/>
          </a:p>
        </p:txBody>
      </p:sp>
      <p:sp>
        <p:nvSpPr>
          <p:cNvPr id="4" name="Content Placeholder 3">
            <a:extLst>
              <a:ext uri="{FF2B5EF4-FFF2-40B4-BE49-F238E27FC236}">
                <a16:creationId xmlns:a16="http://schemas.microsoft.com/office/drawing/2014/main" id="{CADF42A7-2FB0-4F39-AF29-B560C027338E}"/>
              </a:ext>
            </a:extLst>
          </p:cNvPr>
          <p:cNvSpPr>
            <a:spLocks noGrp="1"/>
          </p:cNvSpPr>
          <p:nvPr>
            <p:ph sz="quarter" idx="21"/>
          </p:nvPr>
        </p:nvSpPr>
        <p:spPr/>
        <p:txBody>
          <a:bodyPr/>
          <a:lstStyle/>
          <a:p>
            <a:r>
              <a:rPr lang="en-US" dirty="0"/>
              <a:t>Pith:</a:t>
            </a:r>
          </a:p>
          <a:p>
            <a:r>
              <a:rPr lang="en-US" dirty="0"/>
              <a:t>it consists of layer of primary xylem. </a:t>
            </a:r>
          </a:p>
          <a:p>
            <a:r>
              <a:rPr lang="en-US" dirty="0"/>
              <a:t>Wood:</a:t>
            </a:r>
          </a:p>
          <a:p>
            <a:r>
              <a:rPr lang="en-US" dirty="0"/>
              <a:t>It consists of layers of summer and spring wood (which together constitute annual</a:t>
            </a:r>
          </a:p>
          <a:p>
            <a:r>
              <a:rPr lang="en-US" dirty="0"/>
              <a:t>ring) and secondary xylem. </a:t>
            </a:r>
          </a:p>
          <a:p>
            <a:r>
              <a:rPr lang="en-US" dirty="0"/>
              <a:t>Vascular Cambium.</a:t>
            </a:r>
          </a:p>
          <a:p>
            <a:r>
              <a:rPr lang="en-US" dirty="0"/>
              <a:t>Bark: </a:t>
            </a:r>
          </a:p>
          <a:p>
            <a:r>
              <a:rPr lang="en-US" dirty="0"/>
              <a:t>It consists of layers of phloem, phloem ray, cortex, cork cambium and cork. </a:t>
            </a:r>
            <a:endParaRPr lang="en-IN" dirty="0"/>
          </a:p>
        </p:txBody>
      </p:sp>
      <p:sp>
        <p:nvSpPr>
          <p:cNvPr id="5" name="Text Placeholder 4">
            <a:extLst>
              <a:ext uri="{FF2B5EF4-FFF2-40B4-BE49-F238E27FC236}">
                <a16:creationId xmlns:a16="http://schemas.microsoft.com/office/drawing/2014/main" id="{07A58FB8-0A56-4798-82A8-4231652F6812}"/>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IN" dirty="0"/>
          </a:p>
        </p:txBody>
      </p:sp>
      <p:sp>
        <p:nvSpPr>
          <p:cNvPr id="6" name="Slide Number Placeholder 5">
            <a:extLst>
              <a:ext uri="{FF2B5EF4-FFF2-40B4-BE49-F238E27FC236}">
                <a16:creationId xmlns:a16="http://schemas.microsoft.com/office/drawing/2014/main" id="{D189115B-4C83-4531-8B67-F4A04D12C809}"/>
              </a:ext>
            </a:extLst>
          </p:cNvPr>
          <p:cNvSpPr>
            <a:spLocks noGrp="1"/>
          </p:cNvSpPr>
          <p:nvPr>
            <p:ph type="sldNum" sz="quarter" idx="10"/>
          </p:nvPr>
        </p:nvSpPr>
        <p:spPr/>
        <p:txBody>
          <a:bodyPr/>
          <a:lstStyle/>
          <a:p>
            <a:fld id="{68151E55-6873-49E2-B8D5-2F265E6F1973}" type="slidenum">
              <a:rPr lang="en-US" smtClean="0"/>
              <a:t>69</a:t>
            </a:fld>
            <a:endParaRPr lang="en-US" dirty="0"/>
          </a:p>
        </p:txBody>
      </p:sp>
    </p:spTree>
    <p:extLst>
      <p:ext uri="{BB962C8B-B14F-4D97-AF65-F5344CB8AC3E}">
        <p14:creationId xmlns:p14="http://schemas.microsoft.com/office/powerpoint/2010/main" val="171806269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FA74DA-FFEA-4488-A4AF-30FFECFD0608}"/>
              </a:ext>
            </a:extLst>
          </p:cNvPr>
          <p:cNvSpPr>
            <a:spLocks noGrp="1"/>
          </p:cNvSpPr>
          <p:nvPr>
            <p:ph type="title"/>
          </p:nvPr>
        </p:nvSpPr>
        <p:spPr/>
        <p:txBody>
          <a:bodyPr/>
          <a:lstStyle/>
          <a:p>
            <a:r>
              <a:rPr lang="en-US" altLang="en-US" dirty="0"/>
              <a:t>Tree Trunk</a:t>
            </a:r>
            <a:r>
              <a:rPr lang="en-US" dirty="0"/>
              <a:t> - Text Alternative</a:t>
            </a:r>
            <a:endParaRPr lang="en-IN" dirty="0"/>
          </a:p>
        </p:txBody>
      </p:sp>
      <p:sp>
        <p:nvSpPr>
          <p:cNvPr id="3" name="Text Placeholder 2">
            <a:extLst>
              <a:ext uri="{FF2B5EF4-FFF2-40B4-BE49-F238E27FC236}">
                <a16:creationId xmlns:a16="http://schemas.microsoft.com/office/drawing/2014/main" id="{0EF80188-9B2A-4ED9-86AC-511EB3276EF3}"/>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IN" dirty="0"/>
          </a:p>
        </p:txBody>
      </p:sp>
      <p:sp>
        <p:nvSpPr>
          <p:cNvPr id="4" name="Content Placeholder 3">
            <a:extLst>
              <a:ext uri="{FF2B5EF4-FFF2-40B4-BE49-F238E27FC236}">
                <a16:creationId xmlns:a16="http://schemas.microsoft.com/office/drawing/2014/main" id="{24D34E6F-9876-4447-AA03-7241594ECE52}"/>
              </a:ext>
            </a:extLst>
          </p:cNvPr>
          <p:cNvSpPr>
            <a:spLocks noGrp="1"/>
          </p:cNvSpPr>
          <p:nvPr>
            <p:ph sz="quarter" idx="21"/>
          </p:nvPr>
        </p:nvSpPr>
        <p:spPr/>
        <p:txBody>
          <a:bodyPr/>
          <a:lstStyle/>
          <a:p>
            <a:r>
              <a:rPr lang="en-US" dirty="0"/>
              <a:t>A) Tree trunk, cross-sectional view: </a:t>
            </a:r>
          </a:p>
          <a:p>
            <a:r>
              <a:rPr lang="en-US" dirty="0"/>
              <a:t>Diagram shows irregular circular annual rings across the surface. </a:t>
            </a:r>
          </a:p>
          <a:p>
            <a:r>
              <a:rPr lang="en-US" dirty="0"/>
              <a:t>B) Tree trunk, longitudinal view:</a:t>
            </a:r>
          </a:p>
          <a:p>
            <a:r>
              <a:rPr lang="en-US" dirty="0"/>
              <a:t>It consists of inner to outer layers of heartwood, sapwood, vascular cambium, phloem and cork.</a:t>
            </a:r>
            <a:endParaRPr lang="en-IN" dirty="0"/>
          </a:p>
        </p:txBody>
      </p:sp>
      <p:sp>
        <p:nvSpPr>
          <p:cNvPr id="5" name="Text Placeholder 4">
            <a:extLst>
              <a:ext uri="{FF2B5EF4-FFF2-40B4-BE49-F238E27FC236}">
                <a16:creationId xmlns:a16="http://schemas.microsoft.com/office/drawing/2014/main" id="{95BE560D-4EEA-452F-8711-E1DD68580450}"/>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IN" dirty="0"/>
          </a:p>
        </p:txBody>
      </p:sp>
      <p:sp>
        <p:nvSpPr>
          <p:cNvPr id="6" name="Slide Number Placeholder 5">
            <a:extLst>
              <a:ext uri="{FF2B5EF4-FFF2-40B4-BE49-F238E27FC236}">
                <a16:creationId xmlns:a16="http://schemas.microsoft.com/office/drawing/2014/main" id="{0EC1F75B-53A1-4048-9B53-A57FA54116D3}"/>
              </a:ext>
            </a:extLst>
          </p:cNvPr>
          <p:cNvSpPr>
            <a:spLocks noGrp="1"/>
          </p:cNvSpPr>
          <p:nvPr>
            <p:ph type="sldNum" sz="quarter" idx="10"/>
          </p:nvPr>
        </p:nvSpPr>
        <p:spPr/>
        <p:txBody>
          <a:bodyPr/>
          <a:lstStyle/>
          <a:p>
            <a:fld id="{68151E55-6873-49E2-B8D5-2F265E6F1973}" type="slidenum">
              <a:rPr lang="en-US" smtClean="0"/>
              <a:t>70</a:t>
            </a:fld>
            <a:endParaRPr lang="en-US" dirty="0"/>
          </a:p>
        </p:txBody>
      </p:sp>
    </p:spTree>
    <p:extLst>
      <p:ext uri="{BB962C8B-B14F-4D97-AF65-F5344CB8AC3E}">
        <p14:creationId xmlns:p14="http://schemas.microsoft.com/office/powerpoint/2010/main" val="357232947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40F232-FA03-4213-8912-62BD8DDB5F88}"/>
              </a:ext>
            </a:extLst>
          </p:cNvPr>
          <p:cNvSpPr>
            <a:spLocks noGrp="1"/>
          </p:cNvSpPr>
          <p:nvPr>
            <p:ph type="title"/>
          </p:nvPr>
        </p:nvSpPr>
        <p:spPr/>
        <p:txBody>
          <a:bodyPr/>
          <a:lstStyle/>
          <a:p>
            <a:r>
              <a:rPr lang="en-US" altLang="en-US" dirty="0"/>
              <a:t>Stem Diversity </a:t>
            </a:r>
            <a:r>
              <a:rPr lang="en-US" altLang="en-US" sz="1400" dirty="0"/>
              <a:t>2  </a:t>
            </a:r>
            <a:r>
              <a:rPr lang="en-US" dirty="0"/>
              <a:t>- Text Alternative</a:t>
            </a:r>
            <a:endParaRPr lang="en-IN" dirty="0"/>
          </a:p>
        </p:txBody>
      </p:sp>
      <p:sp>
        <p:nvSpPr>
          <p:cNvPr id="3" name="Text Placeholder 2">
            <a:extLst>
              <a:ext uri="{FF2B5EF4-FFF2-40B4-BE49-F238E27FC236}">
                <a16:creationId xmlns:a16="http://schemas.microsoft.com/office/drawing/2014/main" id="{38E7F4D9-D547-4FF3-89C4-C6263680D1A5}"/>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IN" dirty="0"/>
          </a:p>
        </p:txBody>
      </p:sp>
      <p:sp>
        <p:nvSpPr>
          <p:cNvPr id="4" name="Content Placeholder 3">
            <a:extLst>
              <a:ext uri="{FF2B5EF4-FFF2-40B4-BE49-F238E27FC236}">
                <a16:creationId xmlns:a16="http://schemas.microsoft.com/office/drawing/2014/main" id="{188CA9FE-2AA5-4F17-B517-E906ABAB789E}"/>
              </a:ext>
            </a:extLst>
          </p:cNvPr>
          <p:cNvSpPr>
            <a:spLocks noGrp="1"/>
          </p:cNvSpPr>
          <p:nvPr>
            <p:ph sz="quarter" idx="21"/>
          </p:nvPr>
        </p:nvSpPr>
        <p:spPr/>
        <p:txBody>
          <a:bodyPr/>
          <a:lstStyle/>
          <a:p>
            <a:r>
              <a:rPr lang="en-IN" dirty="0"/>
              <a:t>a) Labels include stolon, node, and adventitious roots.</a:t>
            </a:r>
          </a:p>
          <a:p>
            <a:r>
              <a:rPr lang="en-IN" dirty="0"/>
              <a:t>B) Labels include </a:t>
            </a:r>
            <a:r>
              <a:rPr lang="en-IN" dirty="0" err="1"/>
              <a:t>rhizone</a:t>
            </a:r>
            <a:r>
              <a:rPr lang="en-IN" dirty="0"/>
              <a:t> and adventitious roots.</a:t>
            </a:r>
          </a:p>
          <a:p>
            <a:r>
              <a:rPr lang="en-IN" dirty="0"/>
              <a:t>C) Labels on potato include rhizome, branch, axillary bud, and tuber.</a:t>
            </a:r>
          </a:p>
          <a:p>
            <a:r>
              <a:rPr lang="en-IN" dirty="0"/>
              <a:t>D) Labels of  gladiolus include axillary bud, corm, papery leaves, and adventitious roots.</a:t>
            </a:r>
          </a:p>
        </p:txBody>
      </p:sp>
      <p:sp>
        <p:nvSpPr>
          <p:cNvPr id="5" name="Text Placeholder 4">
            <a:extLst>
              <a:ext uri="{FF2B5EF4-FFF2-40B4-BE49-F238E27FC236}">
                <a16:creationId xmlns:a16="http://schemas.microsoft.com/office/drawing/2014/main" id="{EA0902A6-9398-4BF3-B898-4A7C26D5A0D6}"/>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IN" dirty="0"/>
          </a:p>
        </p:txBody>
      </p:sp>
      <p:sp>
        <p:nvSpPr>
          <p:cNvPr id="6" name="Slide Number Placeholder 5">
            <a:extLst>
              <a:ext uri="{FF2B5EF4-FFF2-40B4-BE49-F238E27FC236}">
                <a16:creationId xmlns:a16="http://schemas.microsoft.com/office/drawing/2014/main" id="{599C2228-5102-4FD3-A89B-86C33768C473}"/>
              </a:ext>
            </a:extLst>
          </p:cNvPr>
          <p:cNvSpPr>
            <a:spLocks noGrp="1"/>
          </p:cNvSpPr>
          <p:nvPr>
            <p:ph type="sldNum" sz="quarter" idx="10"/>
          </p:nvPr>
        </p:nvSpPr>
        <p:spPr/>
        <p:txBody>
          <a:bodyPr/>
          <a:lstStyle/>
          <a:p>
            <a:fld id="{68151E55-6873-49E2-B8D5-2F265E6F1973}" type="slidenum">
              <a:rPr lang="en-US" smtClean="0"/>
              <a:t>71</a:t>
            </a:fld>
            <a:endParaRPr lang="en-US" dirty="0"/>
          </a:p>
        </p:txBody>
      </p:sp>
    </p:spTree>
    <p:extLst>
      <p:ext uri="{BB962C8B-B14F-4D97-AF65-F5344CB8AC3E}">
        <p14:creationId xmlns:p14="http://schemas.microsoft.com/office/powerpoint/2010/main" val="27451994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51EC2C-7AC2-4CD4-BFF9-F9AFA86B3E77}"/>
              </a:ext>
            </a:extLst>
          </p:cNvPr>
          <p:cNvSpPr>
            <a:spLocks noGrp="1"/>
          </p:cNvSpPr>
          <p:nvPr>
            <p:ph type="title"/>
          </p:nvPr>
        </p:nvSpPr>
        <p:spPr/>
        <p:txBody>
          <a:bodyPr/>
          <a:lstStyle/>
          <a:p>
            <a:r>
              <a:rPr lang="en-US" altLang="en-US" dirty="0"/>
              <a:t>Leaf Structure</a:t>
            </a:r>
            <a:r>
              <a:rPr lang="en-US" dirty="0"/>
              <a:t> - Text Alternative</a:t>
            </a:r>
            <a:endParaRPr lang="en-IN" dirty="0"/>
          </a:p>
        </p:txBody>
      </p:sp>
      <p:sp>
        <p:nvSpPr>
          <p:cNvPr id="3" name="Text Placeholder 2">
            <a:extLst>
              <a:ext uri="{FF2B5EF4-FFF2-40B4-BE49-F238E27FC236}">
                <a16:creationId xmlns:a16="http://schemas.microsoft.com/office/drawing/2014/main" id="{77FDF4E7-1F40-40D2-8BAD-C3A51DF23DE6}"/>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IN" dirty="0"/>
          </a:p>
        </p:txBody>
      </p:sp>
      <p:sp>
        <p:nvSpPr>
          <p:cNvPr id="4" name="Content Placeholder 3">
            <a:extLst>
              <a:ext uri="{FF2B5EF4-FFF2-40B4-BE49-F238E27FC236}">
                <a16:creationId xmlns:a16="http://schemas.microsoft.com/office/drawing/2014/main" id="{01B56002-2E58-4C1C-A6C7-FBB25D26D317}"/>
              </a:ext>
            </a:extLst>
          </p:cNvPr>
          <p:cNvSpPr>
            <a:spLocks noGrp="1"/>
          </p:cNvSpPr>
          <p:nvPr>
            <p:ph sz="quarter" idx="21"/>
          </p:nvPr>
        </p:nvSpPr>
        <p:spPr/>
        <p:txBody>
          <a:bodyPr/>
          <a:lstStyle/>
          <a:p>
            <a:r>
              <a:rPr lang="en-IN" dirty="0"/>
              <a:t>Lateral diagram of leaf shows projections of trichomes, with layers of cuticle, upper epidermis, palisade mesophyll, air space, spongy mesophyll, lower epidermis and cuticle with stoma and leaf vein. Water and minerals enter leaf through xylem while the</a:t>
            </a:r>
          </a:p>
          <a:p>
            <a:r>
              <a:rPr lang="en-IN" dirty="0"/>
              <a:t>sugar exits leaf through phloem. </a:t>
            </a:r>
          </a:p>
          <a:p>
            <a:r>
              <a:rPr lang="en-IN" dirty="0"/>
              <a:t>Diagram of stoma and guard cells show multiple ovular chloroplasts, guard cell, nucleus, epidermal cell with oxygen and water exiting leaf through stoma and carbon dioxide leaving leaf through stoma. </a:t>
            </a:r>
          </a:p>
          <a:p>
            <a:r>
              <a:rPr lang="en-IN" dirty="0"/>
              <a:t>Micrograph of leaf cross section shows layers of upper epidermis, palisade mesophyll, spongy mesophyll and lower epidermis with stoma gaps and cluster of leaf veins.</a:t>
            </a:r>
          </a:p>
        </p:txBody>
      </p:sp>
      <p:sp>
        <p:nvSpPr>
          <p:cNvPr id="5" name="Text Placeholder 4">
            <a:extLst>
              <a:ext uri="{FF2B5EF4-FFF2-40B4-BE49-F238E27FC236}">
                <a16:creationId xmlns:a16="http://schemas.microsoft.com/office/drawing/2014/main" id="{9D54BC56-4AF2-419B-AAB1-5DACDA18F864}"/>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IN" dirty="0"/>
          </a:p>
        </p:txBody>
      </p:sp>
      <p:sp>
        <p:nvSpPr>
          <p:cNvPr id="6" name="Slide Number Placeholder 5">
            <a:extLst>
              <a:ext uri="{FF2B5EF4-FFF2-40B4-BE49-F238E27FC236}">
                <a16:creationId xmlns:a16="http://schemas.microsoft.com/office/drawing/2014/main" id="{D3E60136-2490-4248-BCCB-7702F4E4A225}"/>
              </a:ext>
            </a:extLst>
          </p:cNvPr>
          <p:cNvSpPr>
            <a:spLocks noGrp="1"/>
          </p:cNvSpPr>
          <p:nvPr>
            <p:ph type="sldNum" sz="quarter" idx="10"/>
          </p:nvPr>
        </p:nvSpPr>
        <p:spPr/>
        <p:txBody>
          <a:bodyPr/>
          <a:lstStyle/>
          <a:p>
            <a:fld id="{68151E55-6873-49E2-B8D5-2F265E6F1973}" type="slidenum">
              <a:rPr lang="en-US" smtClean="0"/>
              <a:t>72</a:t>
            </a:fld>
            <a:endParaRPr lang="en-US" dirty="0"/>
          </a:p>
        </p:txBody>
      </p:sp>
    </p:spTree>
    <p:extLst>
      <p:ext uri="{BB962C8B-B14F-4D97-AF65-F5344CB8AC3E}">
        <p14:creationId xmlns:p14="http://schemas.microsoft.com/office/powerpoint/2010/main" val="213884085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F5798C-0103-4FC8-989C-30F32445356A}"/>
              </a:ext>
            </a:extLst>
          </p:cNvPr>
          <p:cNvSpPr>
            <a:spLocks noGrp="1"/>
          </p:cNvSpPr>
          <p:nvPr>
            <p:ph type="title"/>
          </p:nvPr>
        </p:nvSpPr>
        <p:spPr/>
        <p:txBody>
          <a:bodyPr/>
          <a:lstStyle/>
          <a:p>
            <a:r>
              <a:rPr lang="en-US" altLang="en-US" dirty="0"/>
              <a:t>Classification of Leaves</a:t>
            </a:r>
            <a:r>
              <a:rPr lang="en-US" dirty="0"/>
              <a:t> - Text Alternative</a:t>
            </a:r>
            <a:endParaRPr lang="en-IN" dirty="0"/>
          </a:p>
        </p:txBody>
      </p:sp>
      <p:sp>
        <p:nvSpPr>
          <p:cNvPr id="3" name="Text Placeholder 2">
            <a:extLst>
              <a:ext uri="{FF2B5EF4-FFF2-40B4-BE49-F238E27FC236}">
                <a16:creationId xmlns:a16="http://schemas.microsoft.com/office/drawing/2014/main" id="{DEFE2CE4-6025-47DA-9FB7-61FC7D544494}"/>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IN" dirty="0"/>
          </a:p>
        </p:txBody>
      </p:sp>
      <p:sp>
        <p:nvSpPr>
          <p:cNvPr id="4" name="Content Placeholder 3">
            <a:extLst>
              <a:ext uri="{FF2B5EF4-FFF2-40B4-BE49-F238E27FC236}">
                <a16:creationId xmlns:a16="http://schemas.microsoft.com/office/drawing/2014/main" id="{FDC39CEC-4DB5-47AB-B00C-8A4D6B8FACD4}"/>
              </a:ext>
            </a:extLst>
          </p:cNvPr>
          <p:cNvSpPr>
            <a:spLocks noGrp="1"/>
          </p:cNvSpPr>
          <p:nvPr>
            <p:ph sz="quarter" idx="21"/>
          </p:nvPr>
        </p:nvSpPr>
        <p:spPr/>
        <p:txBody>
          <a:bodyPr/>
          <a:lstStyle/>
          <a:p>
            <a:r>
              <a:rPr lang="en-IN" dirty="0"/>
              <a:t>a) Simple leaf, magnolia; palmately compound leaf, buckeye showing label for axillary bud; and pinnately compound leaf, black walnut.</a:t>
            </a:r>
          </a:p>
          <a:p>
            <a:r>
              <a:rPr lang="en-IN" dirty="0"/>
              <a:t>b) Alternate leaves, beech; whorled leaves, bedstraw; and opposite leaves, maple.</a:t>
            </a:r>
          </a:p>
        </p:txBody>
      </p:sp>
      <p:sp>
        <p:nvSpPr>
          <p:cNvPr id="5" name="Text Placeholder 4">
            <a:extLst>
              <a:ext uri="{FF2B5EF4-FFF2-40B4-BE49-F238E27FC236}">
                <a16:creationId xmlns:a16="http://schemas.microsoft.com/office/drawing/2014/main" id="{35817B0C-F6B5-47ED-975F-31632F31446C}"/>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IN" dirty="0"/>
          </a:p>
        </p:txBody>
      </p:sp>
      <p:sp>
        <p:nvSpPr>
          <p:cNvPr id="6" name="Slide Number Placeholder 5">
            <a:extLst>
              <a:ext uri="{FF2B5EF4-FFF2-40B4-BE49-F238E27FC236}">
                <a16:creationId xmlns:a16="http://schemas.microsoft.com/office/drawing/2014/main" id="{A44ABB2C-5C48-48A6-ACFE-0E4C9A872F30}"/>
              </a:ext>
            </a:extLst>
          </p:cNvPr>
          <p:cNvSpPr>
            <a:spLocks noGrp="1"/>
          </p:cNvSpPr>
          <p:nvPr>
            <p:ph type="sldNum" sz="quarter" idx="10"/>
          </p:nvPr>
        </p:nvSpPr>
        <p:spPr/>
        <p:txBody>
          <a:bodyPr/>
          <a:lstStyle/>
          <a:p>
            <a:fld id="{68151E55-6873-49E2-B8D5-2F265E6F1973}" type="slidenum">
              <a:rPr lang="en-US" smtClean="0"/>
              <a:t>73</a:t>
            </a:fld>
            <a:endParaRPr lang="en-US" dirty="0"/>
          </a:p>
        </p:txBody>
      </p:sp>
    </p:spTree>
    <p:extLst>
      <p:ext uri="{BB962C8B-B14F-4D97-AF65-F5344CB8AC3E}">
        <p14:creationId xmlns:p14="http://schemas.microsoft.com/office/powerpoint/2010/main" val="4093284693"/>
      </p:ext>
    </p:extLst>
  </p:cSld>
  <p:clrMapOvr>
    <a:masterClrMapping/>
  </p:clrMapOvr>
</p:sld>
</file>

<file path=ppt/theme/theme1.xml><?xml version="1.0" encoding="utf-8"?>
<a:theme xmlns:a="http://schemas.openxmlformats.org/drawingml/2006/main" name="CHAPTER OPEN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E7BC6287-1E57-46F8-B46D-CC0ECE7CEE8E}"/>
    </a:ext>
  </a:extLst>
</a:theme>
</file>

<file path=ppt/theme/theme2.xml><?xml version="1.0" encoding="utf-8"?>
<a:theme xmlns:a="http://schemas.openxmlformats.org/drawingml/2006/main" name="Body_Slide">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B9FDA032-B3B1-4FDF-8A44-9303BC60C76A}"/>
    </a:ext>
  </a:extLst>
</a:theme>
</file>

<file path=ppt/theme/theme3.xml><?xml version="1.0" encoding="utf-8"?>
<a:theme xmlns:a="http://schemas.openxmlformats.org/drawingml/2006/main" name="CHAPTER CLOSING">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AD8FA8EE-38E3-45B4-B8A8-91E7376F22D2}"/>
    </a:ext>
  </a:extLst>
</a:theme>
</file>

<file path=ppt/theme/theme4.xml><?xml version="1.0" encoding="utf-8"?>
<a:theme xmlns:a="http://schemas.openxmlformats.org/drawingml/2006/main" name="GLOSSARY OPEN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B9FDA032-B3B1-4FDF-8A44-9303BC60C76A}"/>
    </a:ext>
  </a:extLst>
</a:theme>
</file>

<file path=ppt/theme/theme5.xml><?xml version="1.0" encoding="utf-8"?>
<a:theme xmlns:a="http://schemas.openxmlformats.org/drawingml/2006/main" name="GLOSSARY CONTENT">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B9FDA032-B3B1-4FDF-8A44-9303BC60C76A}"/>
    </a:ext>
  </a:extLst>
</a:theme>
</file>

<file path=ppt/theme/theme6.xml><?xml version="1.0" encoding="utf-8"?>
<a:theme xmlns:a="http://schemas.openxmlformats.org/drawingml/2006/main" name="APPENDIX OPEN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B9FDA032-B3B1-4FDF-8A44-9303BC60C76A}"/>
    </a:ext>
  </a:extLst>
</a:theme>
</file>

<file path=ppt/theme/theme7.xml><?xml version="1.0" encoding="utf-8"?>
<a:theme xmlns:a="http://schemas.openxmlformats.org/drawingml/2006/main" name="APPENDIX CONTENT">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B9FDA032-B3B1-4FDF-8A44-9303BC60C76A}"/>
    </a:ext>
  </a:extLst>
</a:theme>
</file>

<file path=ppt/theme/theme8.xml><?xml version="1.0" encoding="utf-8"?>
<a:theme xmlns:a="http://schemas.openxmlformats.org/drawingml/2006/main" name="APPENDIX TITLE SUBTITLE">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B9FDA032-B3B1-4FDF-8A44-9303BC60C76A}"/>
    </a:ext>
  </a:ext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345</TotalTime>
  <Words>3987</Words>
  <Application>Microsoft Office PowerPoint</Application>
  <PresentationFormat>On-screen Show (4:3)</PresentationFormat>
  <Paragraphs>525</Paragraphs>
  <Slides>73</Slides>
  <Notes>2</Notes>
  <HiddenSlides>17</HiddenSlides>
  <MMClips>0</MMClips>
  <ScaleCrop>false</ScaleCrop>
  <HeadingPairs>
    <vt:vector size="6" baseType="variant">
      <vt:variant>
        <vt:lpstr>Fonts Used</vt:lpstr>
      </vt:variant>
      <vt:variant>
        <vt:i4>7</vt:i4>
      </vt:variant>
      <vt:variant>
        <vt:lpstr>Theme</vt:lpstr>
      </vt:variant>
      <vt:variant>
        <vt:i4>8</vt:i4>
      </vt:variant>
      <vt:variant>
        <vt:lpstr>Slide Titles</vt:lpstr>
      </vt:variant>
      <vt:variant>
        <vt:i4>73</vt:i4>
      </vt:variant>
    </vt:vector>
  </HeadingPairs>
  <TitlesOfParts>
    <vt:vector size="88" baseType="lpstr">
      <vt:lpstr>Arial</vt:lpstr>
      <vt:lpstr>Arial (Body)</vt:lpstr>
      <vt:lpstr>Arial (Headings)</vt:lpstr>
      <vt:lpstr>Calibri</vt:lpstr>
      <vt:lpstr>Calibri (Body)</vt:lpstr>
      <vt:lpstr>Calibri (Headings)</vt:lpstr>
      <vt:lpstr>Symbol</vt:lpstr>
      <vt:lpstr>CHAPTER OPENER</vt:lpstr>
      <vt:lpstr>Body_Slide</vt:lpstr>
      <vt:lpstr>CHAPTER CLOSING</vt:lpstr>
      <vt:lpstr>GLOSSARY OPENER</vt:lpstr>
      <vt:lpstr>GLOSSARY CONTENT</vt:lpstr>
      <vt:lpstr>APPENDIX OPENER</vt:lpstr>
      <vt:lpstr>APPENDIX CONTENT</vt:lpstr>
      <vt:lpstr>APPENDIX TITLE SUBTITLE</vt:lpstr>
      <vt:lpstr>Biology</vt:lpstr>
      <vt:lpstr>Outline</vt:lpstr>
      <vt:lpstr>Apical Meristem Gives Rise to Differing Plant Tissues</vt:lpstr>
      <vt:lpstr>24.1 Cells and Tissues of Flowering Plants</vt:lpstr>
      <vt:lpstr>Meristem Cell Division</vt:lpstr>
      <vt:lpstr>Meristem Development</vt:lpstr>
      <vt:lpstr>Epidermal Tissue 1</vt:lpstr>
      <vt:lpstr>Epidermal Tissue 2</vt:lpstr>
      <vt:lpstr>Modifications of Epidermal Tissue</vt:lpstr>
      <vt:lpstr>Ground Tissue 1</vt:lpstr>
      <vt:lpstr>Ground Tissue 2</vt:lpstr>
      <vt:lpstr>Ground Tissue Cells </vt:lpstr>
      <vt:lpstr>Vascular Tissue</vt:lpstr>
      <vt:lpstr>Xylem Structure</vt:lpstr>
      <vt:lpstr>Tracheids and Vessel Elements</vt:lpstr>
      <vt:lpstr>Sieve-Tube Members</vt:lpstr>
      <vt:lpstr>Phloem Structure</vt:lpstr>
      <vt:lpstr>24.2 Organs of Flowering Plants</vt:lpstr>
      <vt:lpstr>Organization of Plant Body</vt:lpstr>
      <vt:lpstr>Shoot System</vt:lpstr>
      <vt:lpstr>A Terminal Bud</vt:lpstr>
      <vt:lpstr>Monocots</vt:lpstr>
      <vt:lpstr>Eudicots</vt:lpstr>
      <vt:lpstr>Flowering Plants Are Either Monocots or Eudicots</vt:lpstr>
      <vt:lpstr>Vegetative Organs and Plant Life Cycles</vt:lpstr>
      <vt:lpstr>24.3 Organization and Diversity of Roots</vt:lpstr>
      <vt:lpstr>Tissues of Eudicot Root</vt:lpstr>
      <vt:lpstr>Eudicot Root Tip</vt:lpstr>
      <vt:lpstr>Branching of a Eudicot Root</vt:lpstr>
      <vt:lpstr>Organization of Monocot Roots</vt:lpstr>
      <vt:lpstr>Monocot Root</vt:lpstr>
      <vt:lpstr>Root Diversity</vt:lpstr>
      <vt:lpstr>Root Specializations</vt:lpstr>
      <vt:lpstr>Root Symbiotic Relationships</vt:lpstr>
      <vt:lpstr>24.4 Organization and Diversity of Stems</vt:lpstr>
      <vt:lpstr>Woody Twig</vt:lpstr>
      <vt:lpstr>Shoot Tip and Primary Meristems</vt:lpstr>
      <vt:lpstr>Herbaceous Stems</vt:lpstr>
      <vt:lpstr>Herbaceous Eudicot Stem</vt:lpstr>
      <vt:lpstr>Monocot Stem</vt:lpstr>
      <vt:lpstr>Woody Stems</vt:lpstr>
      <vt:lpstr>Woody Stem Characteristics</vt:lpstr>
      <vt:lpstr>Diagrams of Secondary Growth of Stems</vt:lpstr>
      <vt:lpstr>Bark</vt:lpstr>
      <vt:lpstr>Wood</vt:lpstr>
      <vt:lpstr>Three-Year-Old Woody Twig</vt:lpstr>
      <vt:lpstr>Tree Trunk</vt:lpstr>
      <vt:lpstr>Stem Diversity 1</vt:lpstr>
      <vt:lpstr>Stem Diversity 2</vt:lpstr>
      <vt:lpstr>24.5 Organization and Diversity of Leaves</vt:lpstr>
      <vt:lpstr>Leaf Morphology</vt:lpstr>
      <vt:lpstr>Leaf Structure</vt:lpstr>
      <vt:lpstr>Diversity of Leaves</vt:lpstr>
      <vt:lpstr>Classification of Leaves</vt:lpstr>
      <vt:lpstr>Leaf Diversity</vt:lpstr>
      <vt:lpstr>End of main content</vt:lpstr>
      <vt:lpstr>Accessibility Content: Text Alternatives for Images</vt:lpstr>
      <vt:lpstr>Apical Meristem Gives Rise to Differing Plant Tissues - Text Alternative</vt:lpstr>
      <vt:lpstr>Modifications of Epidermal Tissue - Text Alternative</vt:lpstr>
      <vt:lpstr>Xylem Structure - Text Alternative</vt:lpstr>
      <vt:lpstr>Phloem Structure - Text Alternative</vt:lpstr>
      <vt:lpstr>Organization of Plant Body - Text Alternative</vt:lpstr>
      <vt:lpstr>Flowering Plants Are Either Monocots or Eudicots - Text Alternative</vt:lpstr>
      <vt:lpstr>Eudicot Root Tip - Text Alternative</vt:lpstr>
      <vt:lpstr>Shoot Tip and Primary Meristems - Text Alternative</vt:lpstr>
      <vt:lpstr>Herbaceous Eudicot Stem - Text Alternative</vt:lpstr>
      <vt:lpstr>Monocot Stem - Text Alternative</vt:lpstr>
      <vt:lpstr>Diagrams of Secondary Growth of Stems - Text Alternative</vt:lpstr>
      <vt:lpstr>Three-Year-Old Woody Twig - Text Alternative</vt:lpstr>
      <vt:lpstr>Tree Trunk - Text Alternative</vt:lpstr>
      <vt:lpstr>Stem Diversity 2  - Text Alternative</vt:lpstr>
      <vt:lpstr>Leaf Structure - Text Alternative</vt:lpstr>
      <vt:lpstr>Classification of Leaves - Text Alternative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24: Flowering Plants: Structure and Organization Lecture Outline</dc:title>
  <dc:creator>Aman Chaudhary</dc:creator>
  <cp:lastModifiedBy>Ritik Singh</cp:lastModifiedBy>
  <cp:revision>327</cp:revision>
  <dcterms:created xsi:type="dcterms:W3CDTF">2021-02-05T09:33:46Z</dcterms:created>
  <dcterms:modified xsi:type="dcterms:W3CDTF">2021-03-28T08:27:04Z</dcterms:modified>
</cp:coreProperties>
</file>
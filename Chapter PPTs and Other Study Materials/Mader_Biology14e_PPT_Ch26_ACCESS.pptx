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theme/theme6.xml" ContentType="application/vnd.openxmlformats-officedocument.theme+xml"/>
  <Override PartName="/ppt/slideLayouts/slideLayout19.xml" ContentType="application/vnd.openxmlformats-officedocument.presentationml.slideLayout+xml"/>
  <Override PartName="/ppt/theme/theme7.xml" ContentType="application/vnd.openxmlformats-officedocument.theme+xml"/>
  <Override PartName="/ppt/slideLayouts/slideLayout2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 id="2147483678" r:id="rId3"/>
    <p:sldMasterId id="2147483680" r:id="rId4"/>
    <p:sldMasterId id="2147483682" r:id="rId5"/>
    <p:sldMasterId id="2147483684" r:id="rId6"/>
    <p:sldMasterId id="2147483686" r:id="rId7"/>
    <p:sldMasterId id="2147483688" r:id="rId8"/>
  </p:sldMasterIdLst>
  <p:notesMasterIdLst>
    <p:notesMasterId r:id="rId66"/>
  </p:notesMasterIdLst>
  <p:sldIdLst>
    <p:sldId id="256" r:id="rId9"/>
    <p:sldId id="262" r:id="rId10"/>
    <p:sldId id="263" r:id="rId11"/>
    <p:sldId id="269" r:id="rId12"/>
    <p:sldId id="270" r:id="rId13"/>
    <p:sldId id="271" r:id="rId14"/>
    <p:sldId id="1002" r:id="rId15"/>
    <p:sldId id="936" r:id="rId16"/>
    <p:sldId id="916" r:id="rId17"/>
    <p:sldId id="937" r:id="rId18"/>
    <p:sldId id="917" r:id="rId19"/>
    <p:sldId id="918" r:id="rId20"/>
    <p:sldId id="919" r:id="rId21"/>
    <p:sldId id="920" r:id="rId22"/>
    <p:sldId id="921" r:id="rId23"/>
    <p:sldId id="948" r:id="rId24"/>
    <p:sldId id="925" r:id="rId25"/>
    <p:sldId id="926" r:id="rId26"/>
    <p:sldId id="928" r:id="rId27"/>
    <p:sldId id="929" r:id="rId28"/>
    <p:sldId id="987" r:id="rId29"/>
    <p:sldId id="930" r:id="rId30"/>
    <p:sldId id="996" r:id="rId31"/>
    <p:sldId id="932" r:id="rId32"/>
    <p:sldId id="933" r:id="rId33"/>
    <p:sldId id="1003" r:id="rId34"/>
    <p:sldId id="974" r:id="rId35"/>
    <p:sldId id="992" r:id="rId36"/>
    <p:sldId id="875" r:id="rId37"/>
    <p:sldId id="898" r:id="rId38"/>
    <p:sldId id="923" r:id="rId39"/>
    <p:sldId id="993" r:id="rId40"/>
    <p:sldId id="879" r:id="rId41"/>
    <p:sldId id="997" r:id="rId42"/>
    <p:sldId id="900" r:id="rId43"/>
    <p:sldId id="893" r:id="rId44"/>
    <p:sldId id="894" r:id="rId45"/>
    <p:sldId id="939" r:id="rId46"/>
    <p:sldId id="994" r:id="rId47"/>
    <p:sldId id="943" r:id="rId48"/>
    <p:sldId id="910" r:id="rId49"/>
    <p:sldId id="1004" r:id="rId50"/>
    <p:sldId id="938" r:id="rId51"/>
    <p:sldId id="975" r:id="rId52"/>
    <p:sldId id="998" r:id="rId53"/>
    <p:sldId id="901" r:id="rId54"/>
    <p:sldId id="264" r:id="rId55"/>
    <p:sldId id="259" r:id="rId56"/>
    <p:sldId id="260" r:id="rId57"/>
    <p:sldId id="276" r:id="rId58"/>
    <p:sldId id="277" r:id="rId59"/>
    <p:sldId id="278" r:id="rId60"/>
    <p:sldId id="951" r:id="rId61"/>
    <p:sldId id="1000" r:id="rId62"/>
    <p:sldId id="953" r:id="rId63"/>
    <p:sldId id="1001" r:id="rId64"/>
    <p:sldId id="999" r:id="rId6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89EE48B6-907B-46A8-B9CB-C0A5F4E9B501}">
          <p14:sldIdLst>
            <p14:sldId id="256"/>
            <p14:sldId id="262"/>
            <p14:sldId id="263"/>
            <p14:sldId id="269"/>
            <p14:sldId id="270"/>
            <p14:sldId id="271"/>
            <p14:sldId id="1002"/>
            <p14:sldId id="936"/>
            <p14:sldId id="916"/>
            <p14:sldId id="937"/>
            <p14:sldId id="917"/>
            <p14:sldId id="918"/>
            <p14:sldId id="919"/>
            <p14:sldId id="920"/>
            <p14:sldId id="921"/>
            <p14:sldId id="948"/>
            <p14:sldId id="925"/>
            <p14:sldId id="926"/>
            <p14:sldId id="928"/>
            <p14:sldId id="929"/>
            <p14:sldId id="987"/>
            <p14:sldId id="930"/>
            <p14:sldId id="996"/>
            <p14:sldId id="932"/>
            <p14:sldId id="933"/>
            <p14:sldId id="1003"/>
            <p14:sldId id="974"/>
            <p14:sldId id="992"/>
            <p14:sldId id="875"/>
            <p14:sldId id="898"/>
            <p14:sldId id="923"/>
            <p14:sldId id="993"/>
            <p14:sldId id="879"/>
            <p14:sldId id="997"/>
            <p14:sldId id="900"/>
            <p14:sldId id="893"/>
            <p14:sldId id="894"/>
            <p14:sldId id="939"/>
            <p14:sldId id="994"/>
            <p14:sldId id="943"/>
            <p14:sldId id="910"/>
            <p14:sldId id="1004"/>
            <p14:sldId id="938"/>
            <p14:sldId id="975"/>
            <p14:sldId id="998"/>
            <p14:sldId id="901"/>
            <p14:sldId id="264"/>
          </p14:sldIdLst>
        </p14:section>
        <p14:section name="Appendix: Image Descriptions for Unsighted Students" id="{190CAB3E-E7E3-4FE1-933B-0DC940C329C4}">
          <p14:sldIdLst>
            <p14:sldId id="259"/>
            <p14:sldId id="260"/>
            <p14:sldId id="276"/>
            <p14:sldId id="277"/>
            <p14:sldId id="278"/>
            <p14:sldId id="951"/>
            <p14:sldId id="1000"/>
            <p14:sldId id="953"/>
            <p14:sldId id="1001"/>
            <p14:sldId id="99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529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25" autoAdjust="0"/>
    <p:restoredTop sz="96229" autoAdjust="0"/>
  </p:normalViewPr>
  <p:slideViewPr>
    <p:cSldViewPr snapToGrid="0">
      <p:cViewPr varScale="1">
        <p:scale>
          <a:sx n="106" d="100"/>
          <a:sy n="106" d="100"/>
        </p:scale>
        <p:origin x="654" y="126"/>
      </p:cViewPr>
      <p:guideLst/>
    </p:cSldViewPr>
  </p:slideViewPr>
  <p:outlineViewPr>
    <p:cViewPr>
      <p:scale>
        <a:sx n="33" d="100"/>
        <a:sy n="33" d="100"/>
      </p:scale>
      <p:origin x="0" y="-2998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slide" Target="slides/slide50.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3.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theme" Target="theme/theme1.xml"/><Relationship Id="rId8" Type="http://schemas.openxmlformats.org/officeDocument/2006/relationships/slideMaster" Target="slideMasters/slideMaster8.xml"/><Relationship Id="rId51" Type="http://schemas.openxmlformats.org/officeDocument/2006/relationships/slide" Target="slides/slide43.xml"/><Relationship Id="rId3" Type="http://schemas.openxmlformats.org/officeDocument/2006/relationships/slideMaster" Target="slideMasters/slideMaster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presProps" Target="presProps.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4" Type="http://schemas.openxmlformats.org/officeDocument/2006/relationships/slideMaster" Target="slideMasters/slideMaster4.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0E5E6E-5C67-4298-9985-08C7561EDDC8}" type="datetimeFigureOut">
              <a:rPr lang="en-IN" smtClean="0"/>
              <a:t>09-04-2021</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5C7121-CDA8-41E6-9E46-A7B7ADDB5ECF}" type="slidenum">
              <a:rPr lang="en-IN" smtClean="0"/>
              <a:t>‹#›</a:t>
            </a:fld>
            <a:endParaRPr lang="en-IN"/>
          </a:p>
        </p:txBody>
      </p:sp>
    </p:spTree>
    <p:extLst>
      <p:ext uri="{BB962C8B-B14F-4D97-AF65-F5344CB8AC3E}">
        <p14:creationId xmlns:p14="http://schemas.microsoft.com/office/powerpoint/2010/main" val="38023344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a:ln/>
        </p:spPr>
      </p:sp>
      <p:sp>
        <p:nvSpPr>
          <p:cNvPr id="563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5632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5632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5632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551FD92E-837D-4A69-AF15-87C5A5A910C6}" type="slidenum">
              <a:rPr lang="en-US" altLang="en-US">
                <a:latin typeface="Arial Unicode MS" pitchFamily="34" charset="-128"/>
              </a:rPr>
              <a:pPr eaLnBrk="1" hangingPunct="1"/>
              <a:t>8</a:t>
            </a:fld>
            <a:endParaRPr lang="en-US" altLang="en-US">
              <a:latin typeface="Arial Unicode MS" pitchFamily="34" charset="-128"/>
            </a:endParaRPr>
          </a:p>
        </p:txBody>
      </p:sp>
      <p:sp>
        <p:nvSpPr>
          <p:cNvPr id="5632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084313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5734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5734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5735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EC1AE2FD-64E1-4E1D-9C1B-7AE3F71746D3}" type="slidenum">
              <a:rPr lang="en-US" altLang="en-US">
                <a:latin typeface="Arial Unicode MS" pitchFamily="34" charset="-128"/>
              </a:rPr>
              <a:pPr eaLnBrk="1" hangingPunct="1"/>
              <a:t>9</a:t>
            </a:fld>
            <a:endParaRPr lang="en-US" altLang="en-US">
              <a:latin typeface="Arial Unicode MS" pitchFamily="34" charset="-128"/>
            </a:endParaRPr>
          </a:p>
        </p:txBody>
      </p:sp>
      <p:sp>
        <p:nvSpPr>
          <p:cNvPr id="5735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98503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5837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5837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5837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9820E0E-6124-4346-A866-4BD79256C50C}" type="slidenum">
              <a:rPr lang="en-US" altLang="en-US">
                <a:latin typeface="Arial Unicode MS" pitchFamily="34" charset="-128"/>
              </a:rPr>
              <a:pPr eaLnBrk="1" hangingPunct="1"/>
              <a:t>10</a:t>
            </a:fld>
            <a:endParaRPr lang="en-US" altLang="en-US">
              <a:latin typeface="Arial Unicode MS" pitchFamily="34" charset="-128"/>
            </a:endParaRPr>
          </a:p>
        </p:txBody>
      </p:sp>
      <p:sp>
        <p:nvSpPr>
          <p:cNvPr id="5837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916301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5939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5939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5939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749BA710-6018-4EE1-BE5D-5FD335637AE7}" type="slidenum">
              <a:rPr lang="en-US" altLang="en-US">
                <a:latin typeface="Arial Unicode MS" pitchFamily="34" charset="-128"/>
              </a:rPr>
              <a:pPr eaLnBrk="1" hangingPunct="1"/>
              <a:t>11</a:t>
            </a:fld>
            <a:endParaRPr lang="en-US" altLang="en-US">
              <a:latin typeface="Arial Unicode MS" pitchFamily="34" charset="-128"/>
            </a:endParaRPr>
          </a:p>
        </p:txBody>
      </p:sp>
      <p:sp>
        <p:nvSpPr>
          <p:cNvPr id="5939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6037417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a:ln/>
        </p:spPr>
      </p:sp>
      <p:sp>
        <p:nvSpPr>
          <p:cNvPr id="604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042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042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042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25873CD-FFD1-4A90-A0A2-A9419ED44B97}" type="slidenum">
              <a:rPr lang="en-US" altLang="en-US">
                <a:latin typeface="Arial Unicode MS" pitchFamily="34" charset="-128"/>
              </a:rPr>
              <a:pPr eaLnBrk="1" hangingPunct="1"/>
              <a:t>12</a:t>
            </a:fld>
            <a:endParaRPr lang="en-US" altLang="en-US">
              <a:latin typeface="Arial Unicode MS" pitchFamily="34" charset="-128"/>
            </a:endParaRPr>
          </a:p>
        </p:txBody>
      </p:sp>
      <p:sp>
        <p:nvSpPr>
          <p:cNvPr id="6042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763260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144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144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144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D9F7F27D-5149-4D8B-88B1-113C2B518C42}" type="slidenum">
              <a:rPr lang="en-US" altLang="en-US">
                <a:latin typeface="Arial Unicode MS" pitchFamily="34" charset="-128"/>
              </a:rPr>
              <a:pPr eaLnBrk="1" hangingPunct="1"/>
              <a:t>13</a:t>
            </a:fld>
            <a:endParaRPr lang="en-US" altLang="en-US">
              <a:latin typeface="Arial Unicode MS" pitchFamily="34" charset="-128"/>
            </a:endParaRPr>
          </a:p>
        </p:txBody>
      </p:sp>
      <p:sp>
        <p:nvSpPr>
          <p:cNvPr id="6144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965936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246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246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247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137955E3-14ED-4A1E-A386-39D723FA067E}" type="slidenum">
              <a:rPr lang="en-US" altLang="en-US">
                <a:latin typeface="Arial Unicode MS" pitchFamily="34" charset="-128"/>
              </a:rPr>
              <a:pPr eaLnBrk="1" hangingPunct="1"/>
              <a:t>14</a:t>
            </a:fld>
            <a:endParaRPr lang="en-US" altLang="en-US">
              <a:latin typeface="Arial Unicode MS" pitchFamily="34" charset="-128"/>
            </a:endParaRPr>
          </a:p>
        </p:txBody>
      </p:sp>
      <p:sp>
        <p:nvSpPr>
          <p:cNvPr id="6247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51913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349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349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349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41F2FF86-5C30-4B28-B011-D02E0735EDD9}" type="slidenum">
              <a:rPr lang="en-US" altLang="en-US">
                <a:latin typeface="Arial Unicode MS" pitchFamily="34" charset="-128"/>
              </a:rPr>
              <a:pPr eaLnBrk="1" hangingPunct="1"/>
              <a:t>15</a:t>
            </a:fld>
            <a:endParaRPr lang="en-US" altLang="en-US">
              <a:latin typeface="Arial Unicode MS" pitchFamily="34" charset="-128"/>
            </a:endParaRPr>
          </a:p>
        </p:txBody>
      </p:sp>
      <p:sp>
        <p:nvSpPr>
          <p:cNvPr id="6349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7812903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Control of Plant Growth/Response</a:t>
            </a:r>
          </a:p>
        </p:txBody>
      </p:sp>
      <p:sp>
        <p:nvSpPr>
          <p:cNvPr id="6" name="Slide Number Placeholder 5"/>
          <p:cNvSpPr>
            <a:spLocks noGrp="1"/>
          </p:cNvSpPr>
          <p:nvPr>
            <p:ph type="sldNum" sz="quarter" idx="12"/>
          </p:nvPr>
        </p:nvSpPr>
        <p:spPr/>
        <p:txBody>
          <a:bodyPr/>
          <a:lstStyle/>
          <a:p>
            <a:r>
              <a:rPr lang="en-US" altLang="en-US"/>
              <a:t>Slide #</a:t>
            </a:r>
            <a:fld id="{C92B2479-3086-43AC-A756-6A033FF887EF}" type="slidenum">
              <a:rPr lang="en-US" altLang="en-US" smtClean="0"/>
              <a:pPr/>
              <a:t>16</a:t>
            </a:fld>
            <a:endParaRPr lang="en-US" altLang="en-US"/>
          </a:p>
        </p:txBody>
      </p:sp>
      <p:sp>
        <p:nvSpPr>
          <p:cNvPr id="7" name="Date Placeholder 6"/>
          <p:cNvSpPr>
            <a:spLocks noGrp="1"/>
          </p:cNvSpPr>
          <p:nvPr>
            <p:ph type="dt" idx="13"/>
          </p:nvPr>
        </p:nvSpPr>
        <p:spPr/>
        <p:txBody>
          <a:bodyPr/>
          <a:lstStyle/>
          <a:p>
            <a:pPr>
              <a:defRPr/>
            </a:pPr>
            <a:endParaRPr lang="en-US"/>
          </a:p>
        </p:txBody>
      </p:sp>
    </p:spTree>
    <p:extLst>
      <p:ext uri="{BB962C8B-B14F-4D97-AF65-F5344CB8AC3E}">
        <p14:creationId xmlns:p14="http://schemas.microsoft.com/office/powerpoint/2010/main" val="2439275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a:ln/>
        </p:spPr>
      </p:sp>
      <p:sp>
        <p:nvSpPr>
          <p:cNvPr id="6451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451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451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451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CE030A2F-B6CD-477C-9518-0E27FFE01C7E}" type="slidenum">
              <a:rPr lang="en-US" altLang="en-US">
                <a:latin typeface="Arial Unicode MS" pitchFamily="34" charset="-128"/>
              </a:rPr>
              <a:pPr eaLnBrk="1" hangingPunct="1"/>
              <a:t>17</a:t>
            </a:fld>
            <a:endParaRPr lang="en-US" altLang="en-US">
              <a:latin typeface="Arial Unicode MS" pitchFamily="34" charset="-128"/>
            </a:endParaRPr>
          </a:p>
        </p:txBody>
      </p:sp>
      <p:sp>
        <p:nvSpPr>
          <p:cNvPr id="6451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705203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554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554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554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5CD7AA07-B824-4D17-AB28-5C2F75B0A1D0}" type="slidenum">
              <a:rPr lang="en-US" altLang="en-US">
                <a:latin typeface="Arial Unicode MS" pitchFamily="34" charset="-128"/>
              </a:rPr>
              <a:pPr eaLnBrk="1" hangingPunct="1"/>
              <a:t>18</a:t>
            </a:fld>
            <a:endParaRPr lang="en-US" altLang="en-US">
              <a:latin typeface="Arial Unicode MS" pitchFamily="34" charset="-128"/>
            </a:endParaRPr>
          </a:p>
        </p:txBody>
      </p:sp>
      <p:sp>
        <p:nvSpPr>
          <p:cNvPr id="6554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3102348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656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656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656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3F0436F0-DF06-46FD-8B49-5C8CB7EA7508}" type="slidenum">
              <a:rPr lang="en-US" altLang="en-US">
                <a:latin typeface="Arial Unicode MS" pitchFamily="34" charset="-128"/>
              </a:rPr>
              <a:pPr eaLnBrk="1" hangingPunct="1"/>
              <a:t>19</a:t>
            </a:fld>
            <a:endParaRPr lang="en-US" altLang="en-US">
              <a:latin typeface="Arial Unicode MS" pitchFamily="34" charset="-128"/>
            </a:endParaRPr>
          </a:p>
        </p:txBody>
      </p:sp>
      <p:sp>
        <p:nvSpPr>
          <p:cNvPr id="6656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081567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758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758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759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EC93B75D-AB50-4718-B8E0-B2AE021EE784}" type="slidenum">
              <a:rPr lang="en-US" altLang="en-US">
                <a:latin typeface="Arial Unicode MS" pitchFamily="34" charset="-128"/>
              </a:rPr>
              <a:pPr eaLnBrk="1" hangingPunct="1"/>
              <a:t>20</a:t>
            </a:fld>
            <a:endParaRPr lang="en-US" altLang="en-US">
              <a:latin typeface="Arial Unicode MS" pitchFamily="34" charset="-128"/>
            </a:endParaRPr>
          </a:p>
        </p:txBody>
      </p:sp>
      <p:sp>
        <p:nvSpPr>
          <p:cNvPr id="6759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801926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a:ln/>
        </p:spPr>
      </p:sp>
      <p:sp>
        <p:nvSpPr>
          <p:cNvPr id="6861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861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861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861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A5374BA-3175-4460-855D-2029FEA38943}" type="slidenum">
              <a:rPr lang="en-US" altLang="en-US">
                <a:latin typeface="Arial Unicode MS" pitchFamily="34" charset="-128"/>
              </a:rPr>
              <a:pPr eaLnBrk="1" hangingPunct="1"/>
              <a:t>21</a:t>
            </a:fld>
            <a:endParaRPr lang="en-US" altLang="en-US">
              <a:latin typeface="Arial Unicode MS" pitchFamily="34" charset="-128"/>
            </a:endParaRPr>
          </a:p>
        </p:txBody>
      </p:sp>
      <p:sp>
        <p:nvSpPr>
          <p:cNvPr id="6861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9821873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963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963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963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17273466-880F-42D3-A4E5-EC980274C3B2}" type="slidenum">
              <a:rPr lang="en-US" altLang="en-US">
                <a:latin typeface="Arial Unicode MS" pitchFamily="34" charset="-128"/>
              </a:rPr>
              <a:pPr eaLnBrk="1" hangingPunct="1"/>
              <a:t>22</a:t>
            </a:fld>
            <a:endParaRPr lang="en-US" altLang="en-US">
              <a:latin typeface="Arial Unicode MS" pitchFamily="34" charset="-128"/>
            </a:endParaRPr>
          </a:p>
        </p:txBody>
      </p:sp>
      <p:sp>
        <p:nvSpPr>
          <p:cNvPr id="6963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764857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758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758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759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EC93B75D-AB50-4718-B8E0-B2AE021EE784}" type="slidenum">
              <a:rPr lang="en-US" altLang="en-US">
                <a:latin typeface="Arial Unicode MS" pitchFamily="34" charset="-128"/>
              </a:rPr>
              <a:pPr eaLnBrk="1" hangingPunct="1"/>
              <a:t>23</a:t>
            </a:fld>
            <a:endParaRPr lang="en-US" altLang="en-US">
              <a:latin typeface="Arial Unicode MS" pitchFamily="34" charset="-128"/>
            </a:endParaRPr>
          </a:p>
        </p:txBody>
      </p:sp>
      <p:sp>
        <p:nvSpPr>
          <p:cNvPr id="6759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816172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a:ln/>
        </p:spPr>
      </p:sp>
      <p:sp>
        <p:nvSpPr>
          <p:cNvPr id="7065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066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066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066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5E9B0858-02B5-418F-9DBE-363BB67F98E7}" type="slidenum">
              <a:rPr lang="en-US" altLang="en-US">
                <a:latin typeface="Arial Unicode MS" pitchFamily="34" charset="-128"/>
              </a:rPr>
              <a:pPr eaLnBrk="1" hangingPunct="1"/>
              <a:t>24</a:t>
            </a:fld>
            <a:endParaRPr lang="en-US" altLang="en-US">
              <a:latin typeface="Arial Unicode MS" pitchFamily="34" charset="-128"/>
            </a:endParaRPr>
          </a:p>
        </p:txBody>
      </p:sp>
      <p:sp>
        <p:nvSpPr>
          <p:cNvPr id="7066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7023055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373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373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373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FA500669-2A0F-4913-98C3-4000958342E3}" type="slidenum">
              <a:rPr lang="en-US" altLang="en-US">
                <a:latin typeface="Arial Unicode MS" pitchFamily="34" charset="-128"/>
              </a:rPr>
              <a:pPr eaLnBrk="1" hangingPunct="1"/>
              <a:t>25</a:t>
            </a:fld>
            <a:endParaRPr lang="en-US" altLang="en-US">
              <a:latin typeface="Arial Unicode MS" pitchFamily="34" charset="-128"/>
            </a:endParaRPr>
          </a:p>
        </p:txBody>
      </p:sp>
      <p:sp>
        <p:nvSpPr>
          <p:cNvPr id="7373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8069395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a:ln/>
        </p:spPr>
      </p:sp>
      <p:sp>
        <p:nvSpPr>
          <p:cNvPr id="6963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6963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6963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6963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17273466-880F-42D3-A4E5-EC980274C3B2}" type="slidenum">
              <a:rPr lang="en-US" altLang="en-US">
                <a:latin typeface="Arial Unicode MS" pitchFamily="34" charset="-128"/>
              </a:rPr>
              <a:pPr eaLnBrk="1" hangingPunct="1"/>
              <a:t>26</a:t>
            </a:fld>
            <a:endParaRPr lang="en-US" altLang="en-US">
              <a:latin typeface="Arial Unicode MS" pitchFamily="34" charset="-128"/>
            </a:endParaRPr>
          </a:p>
        </p:txBody>
      </p:sp>
      <p:sp>
        <p:nvSpPr>
          <p:cNvPr id="6963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4073707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Control of Plant Growth/Response</a:t>
            </a:r>
          </a:p>
        </p:txBody>
      </p:sp>
      <p:sp>
        <p:nvSpPr>
          <p:cNvPr id="6" name="Slide Number Placeholder 5"/>
          <p:cNvSpPr>
            <a:spLocks noGrp="1"/>
          </p:cNvSpPr>
          <p:nvPr>
            <p:ph type="sldNum" sz="quarter" idx="12"/>
          </p:nvPr>
        </p:nvSpPr>
        <p:spPr/>
        <p:txBody>
          <a:bodyPr/>
          <a:lstStyle/>
          <a:p>
            <a:r>
              <a:rPr lang="en-US" altLang="en-US"/>
              <a:t>Slide #</a:t>
            </a:r>
            <a:fld id="{C92B2479-3086-43AC-A756-6A033FF887EF}" type="slidenum">
              <a:rPr lang="en-US" altLang="en-US" smtClean="0"/>
              <a:pPr/>
              <a:t>27</a:t>
            </a:fld>
            <a:endParaRPr lang="en-US" altLang="en-US"/>
          </a:p>
        </p:txBody>
      </p:sp>
      <p:sp>
        <p:nvSpPr>
          <p:cNvPr id="7" name="Date Placeholder 6"/>
          <p:cNvSpPr>
            <a:spLocks noGrp="1"/>
          </p:cNvSpPr>
          <p:nvPr>
            <p:ph type="dt" idx="13"/>
          </p:nvPr>
        </p:nvSpPr>
        <p:spPr/>
        <p:txBody>
          <a:bodyPr/>
          <a:lstStyle/>
          <a:p>
            <a:pPr>
              <a:defRPr/>
            </a:pPr>
            <a:endParaRPr lang="en-US"/>
          </a:p>
        </p:txBody>
      </p:sp>
    </p:spTree>
    <p:extLst>
      <p:ext uri="{BB962C8B-B14F-4D97-AF65-F5344CB8AC3E}">
        <p14:creationId xmlns:p14="http://schemas.microsoft.com/office/powerpoint/2010/main" val="34134543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373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373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373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FA500669-2A0F-4913-98C3-4000958342E3}" type="slidenum">
              <a:rPr lang="en-US" altLang="en-US">
                <a:latin typeface="Arial Unicode MS" pitchFamily="34" charset="-128"/>
              </a:rPr>
              <a:pPr eaLnBrk="1" hangingPunct="1"/>
              <a:t>28</a:t>
            </a:fld>
            <a:endParaRPr lang="en-US" altLang="en-US">
              <a:latin typeface="Arial Unicode MS" pitchFamily="34" charset="-128"/>
            </a:endParaRPr>
          </a:p>
        </p:txBody>
      </p:sp>
      <p:sp>
        <p:nvSpPr>
          <p:cNvPr id="7373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7944387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168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168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168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4713C8FA-1C34-4E55-BE4B-7BD5F85F7233}" type="slidenum">
              <a:rPr lang="en-US" altLang="en-US">
                <a:latin typeface="Arial Unicode MS" pitchFamily="34" charset="-128"/>
              </a:rPr>
              <a:pPr eaLnBrk="1" hangingPunct="1"/>
              <a:t>29</a:t>
            </a:fld>
            <a:endParaRPr lang="en-US" altLang="en-US">
              <a:latin typeface="Arial Unicode MS" pitchFamily="34" charset="-128"/>
            </a:endParaRPr>
          </a:p>
        </p:txBody>
      </p:sp>
      <p:sp>
        <p:nvSpPr>
          <p:cNvPr id="7168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0912107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270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270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271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6B509A3E-F2F6-4DDA-B6B9-035089EB15DD}" type="slidenum">
              <a:rPr lang="en-US" altLang="en-US">
                <a:latin typeface="Arial Unicode MS" pitchFamily="34" charset="-128"/>
              </a:rPr>
              <a:pPr eaLnBrk="1" hangingPunct="1"/>
              <a:t>30</a:t>
            </a:fld>
            <a:endParaRPr lang="en-US" altLang="en-US">
              <a:latin typeface="Arial Unicode MS" pitchFamily="34" charset="-128"/>
            </a:endParaRPr>
          </a:p>
        </p:txBody>
      </p:sp>
      <p:sp>
        <p:nvSpPr>
          <p:cNvPr id="7271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8983592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680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680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680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923BF26D-F98E-4F76-9ABA-211F538E1C8C}" type="slidenum">
              <a:rPr lang="en-US" altLang="en-US">
                <a:latin typeface="Arial Unicode MS" pitchFamily="34" charset="-128"/>
              </a:rPr>
              <a:pPr eaLnBrk="1" hangingPunct="1"/>
              <a:t>31</a:t>
            </a:fld>
            <a:endParaRPr lang="en-US" altLang="en-US">
              <a:latin typeface="Arial Unicode MS" pitchFamily="34" charset="-128"/>
            </a:endParaRPr>
          </a:p>
        </p:txBody>
      </p:sp>
      <p:sp>
        <p:nvSpPr>
          <p:cNvPr id="7680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41175091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680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680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680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923BF26D-F98E-4F76-9ABA-211F538E1C8C}" type="slidenum">
              <a:rPr lang="en-US" altLang="en-US">
                <a:latin typeface="Arial Unicode MS" pitchFamily="34" charset="-128"/>
              </a:rPr>
              <a:pPr eaLnBrk="1" hangingPunct="1"/>
              <a:t>32</a:t>
            </a:fld>
            <a:endParaRPr lang="en-US" altLang="en-US">
              <a:latin typeface="Arial Unicode MS" pitchFamily="34" charset="-128"/>
            </a:endParaRPr>
          </a:p>
        </p:txBody>
      </p:sp>
      <p:sp>
        <p:nvSpPr>
          <p:cNvPr id="7680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7468429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885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885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885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52A772A0-479B-435F-8F9B-231371CBAC6C}" type="slidenum">
              <a:rPr lang="en-US" altLang="en-US">
                <a:latin typeface="Arial Unicode MS" pitchFamily="34" charset="-128"/>
              </a:rPr>
              <a:pPr eaLnBrk="1" hangingPunct="1"/>
              <a:t>33</a:t>
            </a:fld>
            <a:endParaRPr lang="en-US" altLang="en-US">
              <a:latin typeface="Arial Unicode MS" pitchFamily="34" charset="-128"/>
            </a:endParaRPr>
          </a:p>
        </p:txBody>
      </p:sp>
      <p:sp>
        <p:nvSpPr>
          <p:cNvPr id="7885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6282943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Control of Plant Growth/Response</a:t>
            </a:r>
          </a:p>
        </p:txBody>
      </p:sp>
      <p:sp>
        <p:nvSpPr>
          <p:cNvPr id="6" name="Slide Number Placeholder 5"/>
          <p:cNvSpPr>
            <a:spLocks noGrp="1"/>
          </p:cNvSpPr>
          <p:nvPr>
            <p:ph type="sldNum" sz="quarter" idx="12"/>
          </p:nvPr>
        </p:nvSpPr>
        <p:spPr/>
        <p:txBody>
          <a:bodyPr/>
          <a:lstStyle/>
          <a:p>
            <a:r>
              <a:rPr lang="en-US" altLang="en-US"/>
              <a:t>Slide #</a:t>
            </a:r>
            <a:fld id="{C92B2479-3086-43AC-A756-6A033FF887EF}" type="slidenum">
              <a:rPr lang="en-US" altLang="en-US" smtClean="0"/>
              <a:pPr/>
              <a:t>34</a:t>
            </a:fld>
            <a:endParaRPr lang="en-US" altLang="en-US"/>
          </a:p>
        </p:txBody>
      </p:sp>
      <p:sp>
        <p:nvSpPr>
          <p:cNvPr id="7" name="Date Placeholder 6"/>
          <p:cNvSpPr>
            <a:spLocks noGrp="1"/>
          </p:cNvSpPr>
          <p:nvPr>
            <p:ph type="dt" idx="13"/>
          </p:nvPr>
        </p:nvSpPr>
        <p:spPr/>
        <p:txBody>
          <a:bodyPr/>
          <a:lstStyle/>
          <a:p>
            <a:pPr>
              <a:defRPr/>
            </a:pPr>
            <a:endParaRPr lang="en-US"/>
          </a:p>
        </p:txBody>
      </p:sp>
    </p:spTree>
    <p:extLst>
      <p:ext uri="{BB962C8B-B14F-4D97-AF65-F5344CB8AC3E}">
        <p14:creationId xmlns:p14="http://schemas.microsoft.com/office/powerpoint/2010/main" val="16933772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7987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7987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7987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B8ACE22B-F125-4F86-82AF-0E268099BCAA}" type="slidenum">
              <a:rPr lang="en-US" altLang="en-US">
                <a:latin typeface="Arial Unicode MS" pitchFamily="34" charset="-128"/>
              </a:rPr>
              <a:pPr eaLnBrk="1" hangingPunct="1"/>
              <a:t>35</a:t>
            </a:fld>
            <a:endParaRPr lang="en-US" altLang="en-US">
              <a:latin typeface="Arial Unicode MS" pitchFamily="34" charset="-128"/>
            </a:endParaRPr>
          </a:p>
        </p:txBody>
      </p:sp>
      <p:sp>
        <p:nvSpPr>
          <p:cNvPr id="7987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72010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090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090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090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03EFDE32-5AA5-462F-AF25-2C9834202EC3}" type="slidenum">
              <a:rPr lang="en-US" altLang="en-US">
                <a:latin typeface="Arial Unicode MS" pitchFamily="34" charset="-128"/>
              </a:rPr>
              <a:pPr eaLnBrk="1" hangingPunct="1"/>
              <a:t>36</a:t>
            </a:fld>
            <a:endParaRPr lang="en-US" altLang="en-US">
              <a:latin typeface="Arial Unicode MS" pitchFamily="34" charset="-128"/>
            </a:endParaRPr>
          </a:p>
        </p:txBody>
      </p:sp>
      <p:sp>
        <p:nvSpPr>
          <p:cNvPr id="8090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924194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192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192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192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F974EC34-F1D3-4B66-B9C0-9FE3CD1E455C}" type="slidenum">
              <a:rPr lang="en-US" altLang="en-US">
                <a:latin typeface="Arial Unicode MS" pitchFamily="34" charset="-128"/>
              </a:rPr>
              <a:pPr eaLnBrk="1" hangingPunct="1"/>
              <a:t>37</a:t>
            </a:fld>
            <a:endParaRPr lang="en-US" altLang="en-US">
              <a:latin typeface="Arial Unicode MS" pitchFamily="34" charset="-128"/>
            </a:endParaRPr>
          </a:p>
        </p:txBody>
      </p:sp>
      <p:sp>
        <p:nvSpPr>
          <p:cNvPr id="8192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8886374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294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294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295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C87EE75-FC33-4C1C-8512-8B7841EBCC7A}" type="slidenum">
              <a:rPr lang="en-US" altLang="en-US">
                <a:latin typeface="Arial Unicode MS" pitchFamily="34" charset="-128"/>
              </a:rPr>
              <a:pPr eaLnBrk="1" hangingPunct="1"/>
              <a:t>38</a:t>
            </a:fld>
            <a:endParaRPr lang="en-US" altLang="en-US">
              <a:latin typeface="Arial Unicode MS" pitchFamily="34" charset="-128"/>
            </a:endParaRPr>
          </a:p>
        </p:txBody>
      </p:sp>
      <p:sp>
        <p:nvSpPr>
          <p:cNvPr id="8295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9498075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a:ln/>
        </p:spPr>
      </p:sp>
      <p:sp>
        <p:nvSpPr>
          <p:cNvPr id="829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294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294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295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C87EE75-FC33-4C1C-8512-8B7841EBCC7A}" type="slidenum">
              <a:rPr lang="en-US" altLang="en-US">
                <a:latin typeface="Arial Unicode MS" pitchFamily="34" charset="-128"/>
              </a:rPr>
              <a:pPr eaLnBrk="1" hangingPunct="1"/>
              <a:t>39</a:t>
            </a:fld>
            <a:endParaRPr lang="en-US" altLang="en-US">
              <a:latin typeface="Arial Unicode MS" pitchFamily="34" charset="-128"/>
            </a:endParaRPr>
          </a:p>
        </p:txBody>
      </p:sp>
      <p:sp>
        <p:nvSpPr>
          <p:cNvPr id="8295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6028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Slide Image Placeholder 1"/>
          <p:cNvSpPr>
            <a:spLocks noGrp="1" noRot="1" noChangeAspect="1" noTextEdit="1"/>
          </p:cNvSpPr>
          <p:nvPr>
            <p:ph type="sldImg"/>
          </p:nvPr>
        </p:nvSpPr>
        <p:spPr>
          <a:ln/>
        </p:spPr>
      </p:sp>
      <p:sp>
        <p:nvSpPr>
          <p:cNvPr id="8499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4996"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4997"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4998"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E4F270F4-312F-4B7F-862D-5F2BA975BFF5}" type="slidenum">
              <a:rPr lang="en-US" altLang="en-US">
                <a:latin typeface="Arial Unicode MS" pitchFamily="34" charset="-128"/>
              </a:rPr>
              <a:pPr eaLnBrk="1" hangingPunct="1"/>
              <a:t>40</a:t>
            </a:fld>
            <a:endParaRPr lang="en-US" altLang="en-US">
              <a:latin typeface="Arial Unicode MS" pitchFamily="34" charset="-128"/>
            </a:endParaRPr>
          </a:p>
        </p:txBody>
      </p:sp>
      <p:sp>
        <p:nvSpPr>
          <p:cNvPr id="84999"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299389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602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602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602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8CA8185-1DEE-453F-AC8F-6FD607C03C35}" type="slidenum">
              <a:rPr lang="en-US" altLang="en-US">
                <a:latin typeface="Arial Unicode MS" pitchFamily="34" charset="-128"/>
              </a:rPr>
              <a:pPr eaLnBrk="1" hangingPunct="1"/>
              <a:t>41</a:t>
            </a:fld>
            <a:endParaRPr lang="en-US" altLang="en-US">
              <a:latin typeface="Arial Unicode MS" pitchFamily="34" charset="-128"/>
            </a:endParaRPr>
          </a:p>
        </p:txBody>
      </p:sp>
      <p:sp>
        <p:nvSpPr>
          <p:cNvPr id="8602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41206028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a:ln/>
        </p:spPr>
      </p:sp>
      <p:sp>
        <p:nvSpPr>
          <p:cNvPr id="8601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6020"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6021"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6022"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A8CA8185-1DEE-453F-AC8F-6FD607C03C35}" type="slidenum">
              <a:rPr lang="en-US" altLang="en-US">
                <a:latin typeface="Arial Unicode MS" pitchFamily="34" charset="-128"/>
              </a:rPr>
              <a:pPr eaLnBrk="1" hangingPunct="1"/>
              <a:t>42</a:t>
            </a:fld>
            <a:endParaRPr lang="en-US" altLang="en-US">
              <a:latin typeface="Arial Unicode MS" pitchFamily="34" charset="-128"/>
            </a:endParaRPr>
          </a:p>
        </p:txBody>
      </p:sp>
      <p:sp>
        <p:nvSpPr>
          <p:cNvPr id="86023"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343205622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a:ln/>
        </p:spPr>
      </p:sp>
      <p:sp>
        <p:nvSpPr>
          <p:cNvPr id="8397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3972"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3973"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3974"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65EB3BBE-D69C-4CD5-ADA2-553CFCF83E54}" type="slidenum">
              <a:rPr lang="en-US" altLang="en-US">
                <a:latin typeface="Arial Unicode MS" pitchFamily="34" charset="-128"/>
              </a:rPr>
              <a:pPr eaLnBrk="1" hangingPunct="1"/>
              <a:t>43</a:t>
            </a:fld>
            <a:endParaRPr lang="en-US" altLang="en-US">
              <a:latin typeface="Arial Unicode MS" pitchFamily="34" charset="-128"/>
            </a:endParaRPr>
          </a:p>
        </p:txBody>
      </p:sp>
      <p:sp>
        <p:nvSpPr>
          <p:cNvPr id="83975"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154164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Control of Plant Growth/Response</a:t>
            </a:r>
          </a:p>
        </p:txBody>
      </p:sp>
      <p:sp>
        <p:nvSpPr>
          <p:cNvPr id="6" name="Slide Number Placeholder 5"/>
          <p:cNvSpPr>
            <a:spLocks noGrp="1"/>
          </p:cNvSpPr>
          <p:nvPr>
            <p:ph type="sldNum" sz="quarter" idx="12"/>
          </p:nvPr>
        </p:nvSpPr>
        <p:spPr/>
        <p:txBody>
          <a:bodyPr/>
          <a:lstStyle/>
          <a:p>
            <a:r>
              <a:rPr lang="en-US" altLang="en-US"/>
              <a:t>Slide #</a:t>
            </a:r>
            <a:fld id="{C92B2479-3086-43AC-A756-6A033FF887EF}" type="slidenum">
              <a:rPr lang="en-US" altLang="en-US" smtClean="0"/>
              <a:pPr/>
              <a:t>44</a:t>
            </a:fld>
            <a:endParaRPr lang="en-US" altLang="en-US"/>
          </a:p>
        </p:txBody>
      </p:sp>
      <p:sp>
        <p:nvSpPr>
          <p:cNvPr id="7" name="Date Placeholder 6"/>
          <p:cNvSpPr>
            <a:spLocks noGrp="1"/>
          </p:cNvSpPr>
          <p:nvPr>
            <p:ph type="dt" idx="13"/>
          </p:nvPr>
        </p:nvSpPr>
        <p:spPr/>
        <p:txBody>
          <a:bodyPr/>
          <a:lstStyle/>
          <a:p>
            <a:pPr>
              <a:defRPr/>
            </a:pPr>
            <a:endParaRPr lang="en-US"/>
          </a:p>
        </p:txBody>
      </p:sp>
    </p:spTree>
    <p:extLst>
      <p:ext uri="{BB962C8B-B14F-4D97-AF65-F5344CB8AC3E}">
        <p14:creationId xmlns:p14="http://schemas.microsoft.com/office/powerpoint/2010/main" val="13078957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p:cNvSpPr>
            <a:spLocks noGrp="1" noRot="1" noChangeAspect="1" noTextEdit="1"/>
          </p:cNvSpPr>
          <p:nvPr>
            <p:ph type="sldImg"/>
          </p:nvPr>
        </p:nvSpPr>
        <p:spPr>
          <a:ln/>
        </p:spPr>
      </p:sp>
      <p:sp>
        <p:nvSpPr>
          <p:cNvPr id="87043"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7044"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7045"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7046"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C1FBED87-C1BB-4A18-9440-6E0BC66F35AE}" type="slidenum">
              <a:rPr lang="en-US" altLang="en-US">
                <a:latin typeface="Arial Unicode MS" pitchFamily="34" charset="-128"/>
              </a:rPr>
              <a:pPr eaLnBrk="1" hangingPunct="1"/>
              <a:t>45</a:t>
            </a:fld>
            <a:endParaRPr lang="en-US" altLang="en-US">
              <a:latin typeface="Arial Unicode MS" pitchFamily="34" charset="-128"/>
            </a:endParaRPr>
          </a:p>
        </p:txBody>
      </p:sp>
      <p:sp>
        <p:nvSpPr>
          <p:cNvPr id="87047"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1681026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Image Placeholder 1"/>
          <p:cNvSpPr>
            <a:spLocks noGrp="1" noRot="1" noChangeAspect="1" noTextEdit="1"/>
          </p:cNvSpPr>
          <p:nvPr>
            <p:ph type="sldImg"/>
          </p:nvPr>
        </p:nvSpPr>
        <p:spPr>
          <a:ln/>
        </p:spPr>
      </p:sp>
      <p:sp>
        <p:nvSpPr>
          <p:cNvPr id="8806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Lst>
        </p:spPr>
        <p:txBody>
          <a:bodyPr/>
          <a:lstStyle/>
          <a:p>
            <a:endParaRPr lang="en-US" altLang="en-US">
              <a:latin typeface="Times New Roman" panose="02020603050405020304" pitchFamily="18" charset="0"/>
            </a:endParaRPr>
          </a:p>
        </p:txBody>
      </p:sp>
      <p:sp>
        <p:nvSpPr>
          <p:cNvPr id="88068" name="Header Placeholder 3"/>
          <p:cNvSpPr>
            <a:spLocks noGrp="1"/>
          </p:cNvSpPr>
          <p:nvPr>
            <p:ph type="hdr" sz="quarter"/>
          </p:nvPr>
        </p:nvSpPr>
        <p:spPr>
          <a:xfrm>
            <a:off x="0" y="0"/>
            <a:ext cx="184731" cy="184666"/>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
        <p:nvSpPr>
          <p:cNvPr id="88069" name="Footer Placeholder 4"/>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Control of Plant Growth/Response</a:t>
            </a:r>
          </a:p>
        </p:txBody>
      </p:sp>
      <p:sp>
        <p:nvSpPr>
          <p:cNvPr id="88070" name="Slide Number Placeholder 5"/>
          <p:cNvSpPr>
            <a:spLocks noGrp="1"/>
          </p:cNvSpPr>
          <p:nvPr>
            <p:ph type="sldNum" sz="quarter" idx="5"/>
          </p:nvPr>
        </p:nvSpPr>
        <p:spPr>
          <a:xfrm>
            <a:off x="6032500" y="0"/>
            <a:ext cx="823913" cy="2286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Arial Unicode MS" pitchFamily="34" charset="-128"/>
              </a:rPr>
              <a:t>Slide #</a:t>
            </a:r>
            <a:fld id="{5D164056-F485-44D0-9AF7-5A8C3EBAB6BC}" type="slidenum">
              <a:rPr lang="en-US" altLang="en-US">
                <a:latin typeface="Arial Unicode MS" pitchFamily="34" charset="-128"/>
              </a:rPr>
              <a:pPr eaLnBrk="1" hangingPunct="1"/>
              <a:t>46</a:t>
            </a:fld>
            <a:endParaRPr lang="en-US" altLang="en-US">
              <a:latin typeface="Arial Unicode MS" pitchFamily="34" charset="-128"/>
            </a:endParaRPr>
          </a:p>
        </p:txBody>
      </p:sp>
      <p:sp>
        <p:nvSpPr>
          <p:cNvPr id="88071" name="Date Placeholder 6"/>
          <p:cNvSpPr>
            <a:spLocks noGrp="1"/>
          </p:cNvSpPr>
          <p:nvPr>
            <p:ph type="dt" sz="quarter" idx="1"/>
          </p:nvPr>
        </p:nvSpPr>
        <p:spPr>
          <a:xfrm>
            <a:off x="3336635" y="0"/>
            <a:ext cx="184730" cy="23083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Arial Unicode MS" pitchFamily="34" charset="-128"/>
            </a:endParaRPr>
          </a:p>
        </p:txBody>
      </p:sp>
    </p:spTree>
    <p:extLst>
      <p:ext uri="{BB962C8B-B14F-4D97-AF65-F5344CB8AC3E}">
        <p14:creationId xmlns:p14="http://schemas.microsoft.com/office/powerpoint/2010/main" val="1756918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COVER">
    <p:bg>
      <p:bgPr>
        <a:solidFill>
          <a:schemeClr val="bg1"/>
        </a:solidFill>
        <a:effectLst/>
      </p:bgPr>
    </p:bg>
    <p:spTree>
      <p:nvGrpSpPr>
        <p:cNvPr id="1" name=""/>
        <p:cNvGrpSpPr/>
        <p:nvPr/>
      </p:nvGrpSpPr>
      <p:grpSpPr>
        <a:xfrm>
          <a:off x="0" y="0"/>
          <a:ext cx="0" cy="0"/>
          <a:chOff x="0" y="0"/>
          <a:chExt cx="0" cy="0"/>
        </a:xfrm>
      </p:grpSpPr>
      <p:sp>
        <p:nvSpPr>
          <p:cNvPr id="7" name="Title"/>
          <p:cNvSpPr>
            <a:spLocks noGrp="1"/>
          </p:cNvSpPr>
          <p:nvPr>
            <p:ph type="ctrTitle" hasCustomPrompt="1"/>
          </p:nvPr>
        </p:nvSpPr>
        <p:spPr>
          <a:xfrm>
            <a:off x="4572000" y="1348470"/>
            <a:ext cx="4572000" cy="1320966"/>
          </a:xfrm>
          <a:prstGeom prst="rect">
            <a:avLst/>
          </a:prstGeom>
          <a:solidFill>
            <a:schemeClr val="bg1">
              <a:alpha val="0"/>
            </a:schemeClr>
          </a:solidFill>
        </p:spPr>
        <p:txBody>
          <a:bodyPr anchor="ctr">
            <a:noAutofit/>
          </a:bodyPr>
          <a:lstStyle>
            <a:lvl1pPr algn="ctr">
              <a:lnSpc>
                <a:spcPct val="100000"/>
              </a:lnSpc>
              <a:defRPr sz="4000" b="1" i="1">
                <a:solidFill>
                  <a:srgbClr val="DB0F0F"/>
                </a:solidFill>
                <a:latin typeface="Arial (Headings)"/>
                <a:cs typeface="Calibri" panose="020F0502020204030204" pitchFamily="34" charset="0"/>
              </a:defRPr>
            </a:lvl1pPr>
          </a:lstStyle>
          <a:p>
            <a:r>
              <a:rPr lang="en-US" dirty="0"/>
              <a:t>Chapter Title</a:t>
            </a:r>
          </a:p>
        </p:txBody>
      </p:sp>
      <p:sp>
        <p:nvSpPr>
          <p:cNvPr id="8" name="Subtitle" hidden="1"/>
          <p:cNvSpPr>
            <a:spLocks noGrp="1"/>
          </p:cNvSpPr>
          <p:nvPr>
            <p:ph type="subTitle" idx="1" hasCustomPrompt="1"/>
          </p:nvPr>
        </p:nvSpPr>
        <p:spPr>
          <a:xfrm>
            <a:off x="3242733" y="2133600"/>
            <a:ext cx="5748866" cy="1011381"/>
          </a:xfrm>
          <a:prstGeom prst="rect">
            <a:avLst/>
          </a:prstGeom>
          <a:solidFill>
            <a:schemeClr val="bg1">
              <a:alpha val="0"/>
            </a:schemeClr>
          </a:solidFill>
        </p:spPr>
        <p:txBody>
          <a:bodyPr anchor="ctr"/>
          <a:lstStyle>
            <a:lvl1pPr marL="0" indent="0" algn="ctr" defTabSz="914400" rtl="0" eaLnBrk="1" latinLnBrk="0" hangingPunct="1">
              <a:lnSpc>
                <a:spcPct val="100000"/>
              </a:lnSpc>
              <a:spcBef>
                <a:spcPct val="0"/>
              </a:spcBef>
              <a:buNone/>
              <a:defRPr lang="en-US" sz="5400" b="1" kern="1200" dirty="0">
                <a:solidFill>
                  <a:schemeClr val="bg1"/>
                </a:solidFill>
                <a:effectLst>
                  <a:outerShdw blurRad="38100" dist="38100" dir="2700000" algn="ctr" rotWithShape="0">
                    <a:schemeClr val="tx1"/>
                  </a:outerShdw>
                </a:effectLst>
                <a:latin typeface="Calibri (Headings)"/>
                <a:ea typeface="+mj-ea"/>
                <a:cs typeface="+mj-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Subtitle</a:t>
            </a:r>
          </a:p>
        </p:txBody>
      </p:sp>
      <p:sp>
        <p:nvSpPr>
          <p:cNvPr id="3" name="Content Placeholder 2">
            <a:extLst>
              <a:ext uri="{FF2B5EF4-FFF2-40B4-BE49-F238E27FC236}">
                <a16:creationId xmlns:a16="http://schemas.microsoft.com/office/drawing/2014/main" id="{5A006BF3-2CB8-4BD4-9ACF-A1517A92D517}"/>
              </a:ext>
            </a:extLst>
          </p:cNvPr>
          <p:cNvSpPr>
            <a:spLocks noGrp="1"/>
          </p:cNvSpPr>
          <p:nvPr>
            <p:ph sz="quarter" idx="11" hasCustomPrompt="1"/>
          </p:nvPr>
        </p:nvSpPr>
        <p:spPr>
          <a:xfrm>
            <a:off x="4572000" y="2757640"/>
            <a:ext cx="4572000" cy="622300"/>
          </a:xfrm>
          <a:prstGeom prst="rect">
            <a:avLst/>
          </a:prstGeom>
        </p:spPr>
        <p:txBody>
          <a:bodyPr anchor="ctr"/>
          <a:lstStyle>
            <a:lvl1pPr algn="ctr">
              <a:defRPr sz="1800" b="1">
                <a:latin typeface="Arial (Headings)"/>
              </a:defRPr>
            </a:lvl1pPr>
          </a:lstStyle>
          <a:p>
            <a:pPr lvl="0"/>
            <a:r>
              <a:rPr lang="en-US" dirty="0"/>
              <a:t>Content </a:t>
            </a:r>
            <a:r>
              <a:rPr lang="en-US" dirty="0" err="1"/>
              <a:t>placehlder</a:t>
            </a:r>
            <a:r>
              <a:rPr lang="en-US" dirty="0"/>
              <a:t> 1</a:t>
            </a:r>
          </a:p>
        </p:txBody>
      </p:sp>
      <p:sp>
        <p:nvSpPr>
          <p:cNvPr id="5" name="Content Placeholder 4">
            <a:extLst>
              <a:ext uri="{FF2B5EF4-FFF2-40B4-BE49-F238E27FC236}">
                <a16:creationId xmlns:a16="http://schemas.microsoft.com/office/drawing/2014/main" id="{72BFCBE2-A216-47C6-9214-A3955A557166}"/>
              </a:ext>
            </a:extLst>
          </p:cNvPr>
          <p:cNvSpPr>
            <a:spLocks noGrp="1"/>
          </p:cNvSpPr>
          <p:nvPr>
            <p:ph sz="quarter" idx="12" hasCustomPrompt="1"/>
          </p:nvPr>
        </p:nvSpPr>
        <p:spPr>
          <a:xfrm>
            <a:off x="4572000" y="3791102"/>
            <a:ext cx="4572000" cy="961001"/>
          </a:xfrm>
          <a:prstGeom prst="rect">
            <a:avLst/>
          </a:prstGeom>
        </p:spPr>
        <p:txBody>
          <a:bodyPr anchor="t"/>
          <a:lstStyle>
            <a:lvl1pPr algn="ctr">
              <a:defRPr sz="2800">
                <a:latin typeface="Arial (Headings)"/>
              </a:defRPr>
            </a:lvl1pPr>
          </a:lstStyle>
          <a:p>
            <a:pPr lvl="0"/>
            <a:r>
              <a:rPr lang="en-US" dirty="0"/>
              <a:t>Content </a:t>
            </a:r>
            <a:r>
              <a:rPr lang="en-US" dirty="0" err="1"/>
              <a:t>placehlder</a:t>
            </a:r>
            <a:r>
              <a:rPr lang="en-US" dirty="0"/>
              <a:t> 2</a:t>
            </a:r>
          </a:p>
        </p:txBody>
      </p:sp>
      <p:sp>
        <p:nvSpPr>
          <p:cNvPr id="15" name="Content Placeholder 14">
            <a:extLst>
              <a:ext uri="{FF2B5EF4-FFF2-40B4-BE49-F238E27FC236}">
                <a16:creationId xmlns:a16="http://schemas.microsoft.com/office/drawing/2014/main" id="{93627D8A-B3C5-4BF6-B433-D9B26D347CC0}"/>
              </a:ext>
            </a:extLst>
          </p:cNvPr>
          <p:cNvSpPr>
            <a:spLocks noGrp="1"/>
          </p:cNvSpPr>
          <p:nvPr>
            <p:ph sz="quarter" idx="13" hasCustomPrompt="1"/>
          </p:nvPr>
        </p:nvSpPr>
        <p:spPr>
          <a:xfrm>
            <a:off x="4572000" y="4932068"/>
            <a:ext cx="4572000" cy="663575"/>
          </a:xfrm>
          <a:prstGeom prst="rect">
            <a:avLst/>
          </a:prstGeom>
        </p:spPr>
        <p:txBody>
          <a:bodyPr/>
          <a:lstStyle>
            <a:lvl1pPr algn="ctr">
              <a:defRPr b="1"/>
            </a:lvl1pPr>
          </a:lstStyle>
          <a:p>
            <a:pPr lvl="0"/>
            <a:r>
              <a:rPr lang="en-US" dirty="0"/>
              <a:t>Content placeholder 3</a:t>
            </a:r>
          </a:p>
        </p:txBody>
      </p:sp>
      <p:sp>
        <p:nvSpPr>
          <p:cNvPr id="14" name="Slide Number Placeholder" hidden="1">
            <a:extLst>
              <a:ext uri="{FF2B5EF4-FFF2-40B4-BE49-F238E27FC236}">
                <a16:creationId xmlns:a16="http://schemas.microsoft.com/office/drawing/2014/main" id="{5C691E31-1A94-439E-8E83-DB872CC124C4}"/>
              </a:ext>
            </a:extLst>
          </p:cNvPr>
          <p:cNvSpPr>
            <a:spLocks noGrp="1"/>
          </p:cNvSpPr>
          <p:nvPr>
            <p:ph type="sldNum" sz="quarter" idx="4"/>
          </p:nvPr>
        </p:nvSpPr>
        <p:spPr>
          <a:xfrm>
            <a:off x="8444542" y="6194459"/>
            <a:ext cx="461703" cy="279400"/>
          </a:xfrm>
          <a:prstGeom prst="rect">
            <a:avLst/>
          </a:prstGeom>
        </p:spPr>
        <p:txBody>
          <a:bodyPr vert="horz" lIns="45720" tIns="45720" rIns="45720" bIns="45720" rtlCol="0" anchor="ctr"/>
          <a:lstStyle>
            <a:lvl1pPr algn="r">
              <a:defRPr sz="10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sz="1000"/>
          </a:p>
        </p:txBody>
      </p:sp>
      <p:sp>
        <p:nvSpPr>
          <p:cNvPr id="9" name="Content Placeholder 8">
            <a:extLst>
              <a:ext uri="{FF2B5EF4-FFF2-40B4-BE49-F238E27FC236}">
                <a16:creationId xmlns:a16="http://schemas.microsoft.com/office/drawing/2014/main" id="{832A26C5-3035-4D87-94B1-1A1FF1CB321A}"/>
              </a:ext>
            </a:extLst>
          </p:cNvPr>
          <p:cNvSpPr txBox="1">
            <a:spLocks/>
          </p:cNvSpPr>
          <p:nvPr userDrawn="1"/>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800"/>
          </a:p>
        </p:txBody>
      </p:sp>
      <p:sp>
        <p:nvSpPr>
          <p:cNvPr id="4" name="Text Placeholder 3">
            <a:extLst>
              <a:ext uri="{FF2B5EF4-FFF2-40B4-BE49-F238E27FC236}">
                <a16:creationId xmlns:a16="http://schemas.microsoft.com/office/drawing/2014/main" id="{406D5F8D-93D0-4451-9DB5-0EB183EA1982}"/>
              </a:ext>
            </a:extLst>
          </p:cNvPr>
          <p:cNvSpPr>
            <a:spLocks noGrp="1"/>
          </p:cNvSpPr>
          <p:nvPr>
            <p:ph type="body" sz="quarter" idx="14"/>
          </p:nvPr>
        </p:nvSpPr>
        <p:spPr>
          <a:xfrm>
            <a:off x="0" y="6383338"/>
            <a:ext cx="9144000" cy="474662"/>
          </a:xfrm>
          <a:prstGeom prst="rect">
            <a:avLst/>
          </a:prstGeom>
        </p:spPr>
        <p:txBody>
          <a:bodyPr anchor="ctr"/>
          <a:lstStyle>
            <a:lvl1pPr algn="ctr">
              <a:defRPr sz="800"/>
            </a:lvl1pPr>
            <a:lvl2pPr algn="ctr">
              <a:defRPr sz="800"/>
            </a:lvl2pPr>
            <a:lvl3pPr algn="ctr">
              <a:defRPr sz="800"/>
            </a:lvl3pPr>
            <a:lvl4pPr algn="ctr">
              <a:defRPr sz="800"/>
            </a:lvl4pPr>
            <a:lvl5pPr algn="ctr">
              <a:defRPr sz="800"/>
            </a:lvl5pPr>
          </a:lstStyle>
          <a:p>
            <a:pPr lvl="0"/>
            <a:endParaRPr lang="en-US" dirty="0"/>
          </a:p>
        </p:txBody>
      </p:sp>
    </p:spTree>
    <p:extLst>
      <p:ext uri="{BB962C8B-B14F-4D97-AF65-F5344CB8AC3E}">
        <p14:creationId xmlns:p14="http://schemas.microsoft.com/office/powerpoint/2010/main" val="1795482773"/>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8F9AD23-695F-4808-8E99-6281554D0F77}" type="slidenum">
              <a:rPr lang="en-IN" smtClean="0"/>
              <a:t>‹#›</a:t>
            </a:fld>
            <a:endParaRPr lang="en-IN"/>
          </a:p>
        </p:txBody>
      </p:sp>
    </p:spTree>
    <p:extLst>
      <p:ext uri="{BB962C8B-B14F-4D97-AF65-F5344CB8AC3E}">
        <p14:creationId xmlns:p14="http://schemas.microsoft.com/office/powerpoint/2010/main" val="1109600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3">
            <a:extLst>
              <a:ext uri="{FF2B5EF4-FFF2-40B4-BE49-F238E27FC236}">
                <a16:creationId xmlns:a16="http://schemas.microsoft.com/office/drawing/2014/main" id="{65F38756-9587-4F47-AAF7-1F04C911367E}"/>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15809628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79294276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8" name="Text Placeholder 3">
            <a:extLst>
              <a:ext uri="{FF2B5EF4-FFF2-40B4-BE49-F238E27FC236}">
                <a16:creationId xmlns:a16="http://schemas.microsoft.com/office/drawing/2014/main" id="{6C2A9141-206E-4D7B-A0C1-70BA6703B6EB}"/>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Tree>
    <p:extLst>
      <p:ext uri="{BB962C8B-B14F-4D97-AF65-F5344CB8AC3E}">
        <p14:creationId xmlns:p14="http://schemas.microsoft.com/office/powerpoint/2010/main" val="3877095139"/>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4" name="Text Placeholder 2">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3">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429000"/>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14400554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odyText_1">
    <p:bg>
      <p:bgPr>
        <a:solidFill>
          <a:schemeClr val="bg1"/>
        </a:solidFill>
        <a:effectLst/>
      </p:bgPr>
    </p:bg>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
            <a:ext cx="9144000" cy="94821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242852"/>
                </a:solidFill>
                <a:latin typeface="Arial (Headings)"/>
                <a:ea typeface="+mn-ea"/>
                <a:cs typeface="Calibri" panose="020F0502020204030204" pitchFamily="34" charset="0"/>
              </a:defRPr>
            </a:lvl1pPr>
          </a:lstStyle>
          <a:p>
            <a:r>
              <a:rPr lang="en-US" dirty="0"/>
              <a:t>Slide Title</a:t>
            </a:r>
          </a:p>
        </p:txBody>
      </p:sp>
      <p:sp>
        <p:nvSpPr>
          <p:cNvPr id="23" name="Long Description Link 22">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6193594"/>
            <a:ext cx="8101481" cy="314325"/>
          </a:xfrm>
        </p:spPr>
        <p:txBody>
          <a:bodyPr anchor="ctr">
            <a:normAutofit/>
          </a:bodyPr>
          <a:lstStyle>
            <a:lvl1pPr algn="ctr">
              <a:defRPr sz="900">
                <a:latin typeface="Arial (Body)"/>
              </a:defRPr>
            </a:lvl1pPr>
          </a:lstStyle>
          <a:p>
            <a:pPr lvl="0"/>
            <a:r>
              <a:rPr lang="en-US" dirty="0"/>
              <a:t>Add text alternative link, if needed.</a:t>
            </a:r>
          </a:p>
        </p:txBody>
      </p:sp>
      <p:sp>
        <p:nvSpPr>
          <p:cNvPr id="16" name="Slide Number Placeholder">
            <a:extLst>
              <a:ext uri="{FF2B5EF4-FFF2-40B4-BE49-F238E27FC236}">
                <a16:creationId xmlns:a16="http://schemas.microsoft.com/office/drawing/2014/main" id="{C6E0F058-6A14-4C7D-AB8C-89C8AB1FC88F}"/>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
        <p:nvSpPr>
          <p:cNvPr id="4" name="Text Placeholder 3">
            <a:extLst>
              <a:ext uri="{FF2B5EF4-FFF2-40B4-BE49-F238E27FC236}">
                <a16:creationId xmlns:a16="http://schemas.microsoft.com/office/drawing/2014/main" id="{304C6754-5194-4521-8F81-6A363B045779}"/>
              </a:ext>
            </a:extLst>
          </p:cNvPr>
          <p:cNvSpPr>
            <a:spLocks noGrp="1"/>
          </p:cNvSpPr>
          <p:nvPr>
            <p:ph type="body" sz="quarter" idx="19"/>
          </p:nvPr>
        </p:nvSpPr>
        <p:spPr>
          <a:xfrm>
            <a:off x="842963" y="1177180"/>
            <a:ext cx="762367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Text Placeholder 6">
            <a:extLst>
              <a:ext uri="{FF2B5EF4-FFF2-40B4-BE49-F238E27FC236}">
                <a16:creationId xmlns:a16="http://schemas.microsoft.com/office/drawing/2014/main" id="{32A6A4AB-91A1-4299-9C52-11E0C402AF08}"/>
              </a:ext>
            </a:extLst>
          </p:cNvPr>
          <p:cNvSpPr>
            <a:spLocks noGrp="1"/>
          </p:cNvSpPr>
          <p:nvPr>
            <p:ph type="body" sz="quarter" idx="20"/>
          </p:nvPr>
        </p:nvSpPr>
        <p:spPr>
          <a:xfrm>
            <a:off x="950913" y="33244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8" name="Text Placeholder 6">
            <a:extLst>
              <a:ext uri="{FF2B5EF4-FFF2-40B4-BE49-F238E27FC236}">
                <a16:creationId xmlns:a16="http://schemas.microsoft.com/office/drawing/2014/main" id="{14F7A605-44D5-45ED-BFD6-E58353F97E4F}"/>
              </a:ext>
            </a:extLst>
          </p:cNvPr>
          <p:cNvSpPr>
            <a:spLocks noGrp="1"/>
          </p:cNvSpPr>
          <p:nvPr>
            <p:ph type="body" sz="quarter" idx="21"/>
          </p:nvPr>
        </p:nvSpPr>
        <p:spPr>
          <a:xfrm>
            <a:off x="950913" y="4371939"/>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ext Placeholder 6">
            <a:extLst>
              <a:ext uri="{FF2B5EF4-FFF2-40B4-BE49-F238E27FC236}">
                <a16:creationId xmlns:a16="http://schemas.microsoft.com/office/drawing/2014/main" id="{D57AE75C-9DC5-469E-8EA6-7C610556BF0A}"/>
              </a:ext>
            </a:extLst>
          </p:cNvPr>
          <p:cNvSpPr>
            <a:spLocks noGrp="1"/>
          </p:cNvSpPr>
          <p:nvPr>
            <p:ph type="body" sz="quarter" idx="22"/>
          </p:nvPr>
        </p:nvSpPr>
        <p:spPr>
          <a:xfrm>
            <a:off x="1181764" y="4979157"/>
            <a:ext cx="7515726" cy="9144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184780309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1260" y="1865081"/>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3" name="Content Placeholder 12">
            <a:extLst>
              <a:ext uri="{FF2B5EF4-FFF2-40B4-BE49-F238E27FC236}">
                <a16:creationId xmlns:a16="http://schemas.microsoft.com/office/drawing/2014/main" id="{AF2B8440-A8C3-4970-9445-DE220532B290}"/>
              </a:ext>
            </a:extLst>
          </p:cNvPr>
          <p:cNvSpPr>
            <a:spLocks noGrp="1"/>
          </p:cNvSpPr>
          <p:nvPr>
            <p:ph sz="quarter" idx="13" hasCustomPrompt="1"/>
          </p:nvPr>
        </p:nvSpPr>
        <p:spPr>
          <a:xfrm>
            <a:off x="521260" y="238848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3</a:t>
            </a:r>
          </a:p>
        </p:txBody>
      </p:sp>
      <p:sp>
        <p:nvSpPr>
          <p:cNvPr id="15" name="Content Placeholder 14">
            <a:extLst>
              <a:ext uri="{FF2B5EF4-FFF2-40B4-BE49-F238E27FC236}">
                <a16:creationId xmlns:a16="http://schemas.microsoft.com/office/drawing/2014/main" id="{2AA36A2C-553A-49F8-A35E-5142F66F8C7C}"/>
              </a:ext>
            </a:extLst>
          </p:cNvPr>
          <p:cNvSpPr>
            <a:spLocks noGrp="1"/>
          </p:cNvSpPr>
          <p:nvPr>
            <p:ph sz="quarter" idx="14" hasCustomPrompt="1"/>
          </p:nvPr>
        </p:nvSpPr>
        <p:spPr>
          <a:xfrm>
            <a:off x="521259" y="2889294"/>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4</a:t>
            </a:r>
          </a:p>
        </p:txBody>
      </p:sp>
      <p:sp>
        <p:nvSpPr>
          <p:cNvPr id="17" name="Content Placeholder 16">
            <a:extLst>
              <a:ext uri="{FF2B5EF4-FFF2-40B4-BE49-F238E27FC236}">
                <a16:creationId xmlns:a16="http://schemas.microsoft.com/office/drawing/2014/main" id="{BF2C5FFC-20D4-4A05-9580-282061042C42}"/>
              </a:ext>
            </a:extLst>
          </p:cNvPr>
          <p:cNvSpPr>
            <a:spLocks noGrp="1"/>
          </p:cNvSpPr>
          <p:nvPr>
            <p:ph sz="quarter" idx="15" hasCustomPrompt="1"/>
          </p:nvPr>
        </p:nvSpPr>
        <p:spPr>
          <a:xfrm>
            <a:off x="521259" y="3361720"/>
            <a:ext cx="8101481" cy="406342"/>
          </a:xfrm>
        </p:spPr>
        <p:txBody>
          <a:bodyPr>
            <a:norm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5</a:t>
            </a:r>
          </a:p>
        </p:txBody>
      </p:sp>
      <p:sp>
        <p:nvSpPr>
          <p:cNvPr id="19" name="Content Placeholder 18">
            <a:extLst>
              <a:ext uri="{FF2B5EF4-FFF2-40B4-BE49-F238E27FC236}">
                <a16:creationId xmlns:a16="http://schemas.microsoft.com/office/drawing/2014/main" id="{EFE9EF17-8BE8-440A-B62B-80D09B55AC38}"/>
              </a:ext>
            </a:extLst>
          </p:cNvPr>
          <p:cNvSpPr>
            <a:spLocks noGrp="1"/>
          </p:cNvSpPr>
          <p:nvPr>
            <p:ph sz="quarter" idx="16" hasCustomPrompt="1"/>
          </p:nvPr>
        </p:nvSpPr>
        <p:spPr>
          <a:xfrm>
            <a:off x="521259" y="3855374"/>
            <a:ext cx="8101481"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6</a:t>
            </a:r>
          </a:p>
        </p:txBody>
      </p:sp>
      <p:sp>
        <p:nvSpPr>
          <p:cNvPr id="21" name="Content Placeholder 20">
            <a:extLst>
              <a:ext uri="{FF2B5EF4-FFF2-40B4-BE49-F238E27FC236}">
                <a16:creationId xmlns:a16="http://schemas.microsoft.com/office/drawing/2014/main" id="{AD4C7CD8-D449-4D2F-B0E8-59D4E0725C11}"/>
              </a:ext>
            </a:extLst>
          </p:cNvPr>
          <p:cNvSpPr>
            <a:spLocks noGrp="1"/>
          </p:cNvSpPr>
          <p:nvPr>
            <p:ph sz="quarter" idx="17" hasCustomPrompt="1"/>
          </p:nvPr>
        </p:nvSpPr>
        <p:spPr>
          <a:xfrm>
            <a:off x="521259" y="4379625"/>
            <a:ext cx="8101482"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7</a:t>
            </a:r>
          </a:p>
        </p:txBody>
      </p:sp>
      <p:sp>
        <p:nvSpPr>
          <p:cNvPr id="5" name="Content Placeholder 4">
            <a:extLst>
              <a:ext uri="{FF2B5EF4-FFF2-40B4-BE49-F238E27FC236}">
                <a16:creationId xmlns:a16="http://schemas.microsoft.com/office/drawing/2014/main" id="{63D910F2-5B14-B640-BA8E-D5BAE35431D4}"/>
              </a:ext>
            </a:extLst>
          </p:cNvPr>
          <p:cNvSpPr>
            <a:spLocks noGrp="1"/>
          </p:cNvSpPr>
          <p:nvPr>
            <p:ph sz="quarter" idx="18" hasCustomPrompt="1"/>
          </p:nvPr>
        </p:nvSpPr>
        <p:spPr>
          <a:xfrm>
            <a:off x="520700" y="4873063"/>
            <a:ext cx="8101480" cy="406342"/>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8</a:t>
            </a:r>
          </a:p>
        </p:txBody>
      </p:sp>
      <p:sp>
        <p:nvSpPr>
          <p:cNvPr id="8" name="Content Placeholder 7">
            <a:extLst>
              <a:ext uri="{FF2B5EF4-FFF2-40B4-BE49-F238E27FC236}">
                <a16:creationId xmlns:a16="http://schemas.microsoft.com/office/drawing/2014/main" id="{6AC24DEE-53EB-E940-8BA1-39C4FCB5CF81}"/>
              </a:ext>
            </a:extLst>
          </p:cNvPr>
          <p:cNvSpPr>
            <a:spLocks noGrp="1"/>
          </p:cNvSpPr>
          <p:nvPr>
            <p:ph sz="quarter" idx="19" hasCustomPrompt="1"/>
          </p:nvPr>
        </p:nvSpPr>
        <p:spPr>
          <a:xfrm>
            <a:off x="520700" y="5355908"/>
            <a:ext cx="8101482" cy="380671"/>
          </a:xfrm>
        </p:spPr>
        <p:txBody>
          <a:bodyPr>
            <a:noAutofit/>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9</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09594994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460012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13605517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28896135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BodyText_2">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6"/>
            <a:ext cx="9143999" cy="920816"/>
          </a:xfrm>
          <a:prstGeom prst="rect">
            <a:avLst/>
          </a:prstGeom>
        </p:spPr>
        <p:txBody>
          <a:bodyPr anchor="ctr">
            <a:noAutofit/>
          </a:bodyPr>
          <a:lstStyle>
            <a:lvl1pPr algn="ctr" defTabSz="914400" rtl="0" eaLnBrk="1" latinLnBrk="0" hangingPunct="1">
              <a:spcBef>
                <a:spcPct val="0"/>
              </a:spcBef>
              <a:buNone/>
              <a:defRPr lang="en-US" sz="4000" b="1" kern="1200" baseline="0" dirty="0">
                <a:solidFill>
                  <a:srgbClr val="081D48"/>
                </a:solidFill>
                <a:latin typeface="Arial (Headings)"/>
                <a:ea typeface="+mn-ea"/>
                <a:cs typeface="Calibri" panose="020F0502020204030204" pitchFamily="34" charset="0"/>
              </a:defRPr>
            </a:lvl1pPr>
          </a:lstStyle>
          <a:p>
            <a:r>
              <a:rPr lang="en-US" dirty="0"/>
              <a:t>Slide Title</a:t>
            </a:r>
          </a:p>
        </p:txBody>
      </p:sp>
      <p:sp>
        <p:nvSpPr>
          <p:cNvPr id="6" name="Content Placeholder 5">
            <a:extLst>
              <a:ext uri="{FF2B5EF4-FFF2-40B4-BE49-F238E27FC236}">
                <a16:creationId xmlns:a16="http://schemas.microsoft.com/office/drawing/2014/main" id="{54C96008-B1F9-413A-ACB1-B1A0CC43B4AC}"/>
              </a:ext>
            </a:extLst>
          </p:cNvPr>
          <p:cNvSpPr>
            <a:spLocks noGrp="1"/>
          </p:cNvSpPr>
          <p:nvPr>
            <p:ph sz="quarter" idx="11" hasCustomPrompt="1"/>
          </p:nvPr>
        </p:nvSpPr>
        <p:spPr>
          <a:xfrm>
            <a:off x="521260" y="1395453"/>
            <a:ext cx="8101480" cy="406342"/>
          </a:xfrm>
        </p:spPr>
        <p:txBody>
          <a:bodyPr>
            <a:noAutofit/>
          </a:bodyPr>
          <a:lstStyle>
            <a:lvl1pPr>
              <a:defRPr sz="2600">
                <a:latin typeface="Arial (Body)"/>
              </a:defRPr>
            </a:lvl1pPr>
            <a:lvl2pPr>
              <a:defRPr sz="3200">
                <a:latin typeface="Calibri (Body)"/>
              </a:defRPr>
            </a:lvl2pPr>
            <a:lvl3pPr>
              <a:defRPr sz="3200">
                <a:latin typeface="Calibri (Body)"/>
              </a:defRPr>
            </a:lvl3pPr>
            <a:lvl4pPr>
              <a:defRPr sz="3200">
                <a:latin typeface="Calibri (Body)"/>
              </a:defRPr>
            </a:lvl4pPr>
            <a:lvl5pPr>
              <a:defRPr sz="3200">
                <a:latin typeface="Calibri (Body)"/>
              </a:defRPr>
            </a:lvl5pPr>
          </a:lstStyle>
          <a:p>
            <a:pPr lvl="0"/>
            <a:r>
              <a:rPr lang="en-US" dirty="0"/>
              <a:t>Content Placeholder 1</a:t>
            </a:r>
          </a:p>
        </p:txBody>
      </p:sp>
      <p:sp>
        <p:nvSpPr>
          <p:cNvPr id="11" name="Content Placeholder 10">
            <a:extLst>
              <a:ext uri="{FF2B5EF4-FFF2-40B4-BE49-F238E27FC236}">
                <a16:creationId xmlns:a16="http://schemas.microsoft.com/office/drawing/2014/main" id="{F85AD958-0059-4A1D-B504-B60338828B65}"/>
              </a:ext>
            </a:extLst>
          </p:cNvPr>
          <p:cNvSpPr>
            <a:spLocks noGrp="1"/>
          </p:cNvSpPr>
          <p:nvPr>
            <p:ph sz="quarter" idx="12" hasCustomPrompt="1"/>
          </p:nvPr>
        </p:nvSpPr>
        <p:spPr>
          <a:xfrm>
            <a:off x="520697" y="4057297"/>
            <a:ext cx="8101481" cy="406342"/>
          </a:xfrm>
        </p:spPr>
        <p:txBody>
          <a:bodyPr>
            <a:noAutofit/>
          </a:bodyPr>
          <a:lstStyle>
            <a:lvl1pPr>
              <a:defRPr lang="en-US" sz="2600" kern="1200" dirty="0">
                <a:solidFill>
                  <a:schemeClr val="tx2"/>
                </a:solidFill>
                <a:latin typeface="Arial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Content Placeholder 2</a:t>
            </a:r>
          </a:p>
        </p:txBody>
      </p:sp>
      <p:sp>
        <p:nvSpPr>
          <p:cNvPr id="18" name="Long Description Link 22">
            <a:extLst>
              <a:ext uri="{FF2B5EF4-FFF2-40B4-BE49-F238E27FC236}">
                <a16:creationId xmlns:a16="http://schemas.microsoft.com/office/drawing/2014/main" id="{B58759B8-BBA5-814F-A7AC-974E1C4DFA9D}"/>
              </a:ext>
            </a:extLst>
          </p:cNvPr>
          <p:cNvSpPr>
            <a:spLocks noGrp="1"/>
          </p:cNvSpPr>
          <p:nvPr>
            <p:ph type="body" sz="quarter" idx="20" hasCustomPrompt="1"/>
          </p:nvPr>
        </p:nvSpPr>
        <p:spPr>
          <a:xfrm>
            <a:off x="520698" y="5965086"/>
            <a:ext cx="8101481" cy="314325"/>
          </a:xfrm>
        </p:spPr>
        <p:txBody>
          <a:bodyPr anchor="ctr">
            <a:normAutofit/>
          </a:bodyPr>
          <a:lstStyle>
            <a:lvl1pPr algn="ctr">
              <a:defRPr sz="1200">
                <a:latin typeface="Arial (Body)"/>
              </a:defRPr>
            </a:lvl1pPr>
          </a:lstStyle>
          <a:p>
            <a:pPr lvl="0"/>
            <a:r>
              <a:rPr lang="en-US" dirty="0"/>
              <a:t>Add text alternative link, if needed.</a:t>
            </a:r>
          </a:p>
        </p:txBody>
      </p:sp>
      <p:sp>
        <p:nvSpPr>
          <p:cNvPr id="4" name="Text Placeholder 3">
            <a:extLst>
              <a:ext uri="{FF2B5EF4-FFF2-40B4-BE49-F238E27FC236}">
                <a16:creationId xmlns:a16="http://schemas.microsoft.com/office/drawing/2014/main" id="{F5D3D98C-B108-47F8-BEFF-9D8CAA57926D}"/>
              </a:ext>
            </a:extLst>
          </p:cNvPr>
          <p:cNvSpPr>
            <a:spLocks noGrp="1"/>
          </p:cNvSpPr>
          <p:nvPr>
            <p:ph type="body" sz="quarter" idx="21" hasCustomPrompt="1"/>
          </p:nvPr>
        </p:nvSpPr>
        <p:spPr>
          <a:xfrm>
            <a:off x="520698" y="6563439"/>
            <a:ext cx="8101482" cy="191493"/>
          </a:xfrm>
        </p:spPr>
        <p:txBody>
          <a:bodyPr>
            <a:noAutofit/>
          </a:bodyPr>
          <a:lstStyle>
            <a:lvl1pPr algn="r">
              <a:defRPr sz="700">
                <a:latin typeface="Arial (Body)"/>
              </a:defRPr>
            </a:lvl1pPr>
          </a:lstStyle>
          <a:p>
            <a:pPr lvl="0"/>
            <a:r>
              <a:rPr lang="en-US" dirty="0"/>
              <a:t>Image credit</a:t>
            </a:r>
          </a:p>
        </p:txBody>
      </p:sp>
      <p:sp>
        <p:nvSpPr>
          <p:cNvPr id="20" name="Slide Number Placeholder">
            <a:extLst>
              <a:ext uri="{FF2B5EF4-FFF2-40B4-BE49-F238E27FC236}">
                <a16:creationId xmlns:a16="http://schemas.microsoft.com/office/drawing/2014/main" id="{F0C0D4EB-AC98-41A7-BF3A-6A5C921415DD}"/>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48966449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Date Placeholder 2">
            <a:extLst>
              <a:ext uri="{FF2B5EF4-FFF2-40B4-BE49-F238E27FC236}">
                <a16:creationId xmlns:a16="http://schemas.microsoft.com/office/drawing/2014/main" id="{1CF1D38D-0139-4FA6-9449-E3D9555F3BBE}"/>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B0E02F5C-D380-4D33-B9EB-388B9570EAF5}"/>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2A5AB5D6-08ED-4399-895F-EB55120D8E9D}"/>
              </a:ext>
            </a:extLst>
          </p:cNvPr>
          <p:cNvSpPr>
            <a:spLocks noGrp="1"/>
          </p:cNvSpPr>
          <p:nvPr>
            <p:ph type="sldNum" sz="quarter" idx="12"/>
          </p:nvPr>
        </p:nvSpPr>
        <p:spPr/>
        <p:txBody>
          <a:bodyPr/>
          <a:lstStyle/>
          <a:p>
            <a:r>
              <a:rPr lang="en-US" altLang="en-US"/>
              <a:t>26-</a:t>
            </a:r>
            <a:fld id="{3C2B0C1A-AD6F-4D65-B100-4E7A842880CA}" type="slidenum">
              <a:rPr lang="en-US" altLang="en-US" smtClean="0"/>
              <a:pPr/>
              <a:t>‹#›</a:t>
            </a:fld>
            <a:endParaRPr lang="en-US" altLang="en-US"/>
          </a:p>
        </p:txBody>
      </p:sp>
      <p:sp>
        <p:nvSpPr>
          <p:cNvPr id="7" name="Content Placeholder 6"/>
          <p:cNvSpPr>
            <a:spLocks noGrp="1"/>
          </p:cNvSpPr>
          <p:nvPr>
            <p:ph sz="quarter" idx="13"/>
          </p:nvPr>
        </p:nvSpPr>
        <p:spPr>
          <a:xfrm>
            <a:off x="604838" y="858838"/>
            <a:ext cx="661987" cy="842962"/>
          </a:xfrm>
        </p:spPr>
        <p:txBody>
          <a:bodyPr/>
          <a:lstStyle/>
          <a:p>
            <a:pPr lvl="0"/>
            <a:endParaRPr lang="en-US" dirty="0"/>
          </a:p>
        </p:txBody>
      </p:sp>
      <p:sp>
        <p:nvSpPr>
          <p:cNvPr id="9" name="Content Placeholder 8"/>
          <p:cNvSpPr>
            <a:spLocks noGrp="1"/>
          </p:cNvSpPr>
          <p:nvPr>
            <p:ph sz="quarter" idx="14"/>
          </p:nvPr>
        </p:nvSpPr>
        <p:spPr>
          <a:xfrm>
            <a:off x="295275" y="2082800"/>
            <a:ext cx="858838" cy="576263"/>
          </a:xfrm>
        </p:spPr>
        <p:txBody>
          <a:bodyPr/>
          <a:lstStyle/>
          <a:p>
            <a:pPr lvl="0"/>
            <a:endParaRPr lang="en-US" dirty="0"/>
          </a:p>
        </p:txBody>
      </p:sp>
      <p:sp>
        <p:nvSpPr>
          <p:cNvPr id="11" name="Content Placeholder 10"/>
          <p:cNvSpPr>
            <a:spLocks noGrp="1"/>
          </p:cNvSpPr>
          <p:nvPr>
            <p:ph sz="quarter" idx="15"/>
          </p:nvPr>
        </p:nvSpPr>
        <p:spPr>
          <a:xfrm>
            <a:off x="1420813" y="1547813"/>
            <a:ext cx="760412" cy="731837"/>
          </a:xfrm>
        </p:spPr>
        <p:txBody>
          <a:bodyPr/>
          <a:lstStyle/>
          <a:p>
            <a:pPr lvl="0"/>
            <a:endParaRPr lang="en-US" dirty="0"/>
          </a:p>
        </p:txBody>
      </p:sp>
      <p:sp>
        <p:nvSpPr>
          <p:cNvPr id="13" name="Content Placeholder 12"/>
          <p:cNvSpPr>
            <a:spLocks noGrp="1"/>
          </p:cNvSpPr>
          <p:nvPr>
            <p:ph sz="quarter" idx="16"/>
          </p:nvPr>
        </p:nvSpPr>
        <p:spPr>
          <a:xfrm>
            <a:off x="2590800" y="1449388"/>
            <a:ext cx="615950" cy="633412"/>
          </a:xfrm>
        </p:spPr>
        <p:txBody>
          <a:bodyPr/>
          <a:lstStyle/>
          <a:p>
            <a:pPr lvl="0"/>
            <a:endParaRPr lang="en-US" dirty="0"/>
          </a:p>
        </p:txBody>
      </p:sp>
      <p:sp>
        <p:nvSpPr>
          <p:cNvPr id="15" name="Content Placeholder 14"/>
          <p:cNvSpPr>
            <a:spLocks noGrp="1"/>
          </p:cNvSpPr>
          <p:nvPr>
            <p:ph sz="quarter" idx="17"/>
          </p:nvPr>
        </p:nvSpPr>
        <p:spPr>
          <a:xfrm>
            <a:off x="2590800" y="2659063"/>
            <a:ext cx="785813" cy="547687"/>
          </a:xfrm>
        </p:spPr>
        <p:txBody>
          <a:bodyPr/>
          <a:lstStyle/>
          <a:p>
            <a:pPr lvl="0"/>
            <a:endParaRPr lang="en-US" dirty="0"/>
          </a:p>
        </p:txBody>
      </p:sp>
      <p:sp>
        <p:nvSpPr>
          <p:cNvPr id="17" name="Content Placeholder 16"/>
          <p:cNvSpPr>
            <a:spLocks noGrp="1"/>
          </p:cNvSpPr>
          <p:nvPr>
            <p:ph sz="quarter" idx="18"/>
          </p:nvPr>
        </p:nvSpPr>
        <p:spPr>
          <a:xfrm>
            <a:off x="4989513" y="1701800"/>
            <a:ext cx="1058862" cy="957263"/>
          </a:xfrm>
        </p:spPr>
        <p:txBody>
          <a:bodyPr/>
          <a:lstStyle/>
          <a:p>
            <a:pPr lvl="0"/>
            <a:endParaRPr lang="en-US" dirty="0"/>
          </a:p>
        </p:txBody>
      </p:sp>
      <p:sp>
        <p:nvSpPr>
          <p:cNvPr id="19" name="Content Placeholder 18"/>
          <p:cNvSpPr>
            <a:spLocks noGrp="1"/>
          </p:cNvSpPr>
          <p:nvPr>
            <p:ph sz="quarter" idx="19"/>
          </p:nvPr>
        </p:nvSpPr>
        <p:spPr>
          <a:xfrm>
            <a:off x="5181600" y="3449638"/>
            <a:ext cx="1074738" cy="528637"/>
          </a:xfrm>
        </p:spPr>
        <p:txBody>
          <a:bodyPr/>
          <a:lstStyle/>
          <a:p>
            <a:pPr lvl="0"/>
            <a:endParaRPr lang="en-US" dirty="0"/>
          </a:p>
        </p:txBody>
      </p:sp>
      <p:sp>
        <p:nvSpPr>
          <p:cNvPr id="21" name="Content Placeholder 20"/>
          <p:cNvSpPr>
            <a:spLocks noGrp="1"/>
          </p:cNvSpPr>
          <p:nvPr>
            <p:ph sz="quarter" idx="20"/>
          </p:nvPr>
        </p:nvSpPr>
        <p:spPr>
          <a:xfrm>
            <a:off x="871538" y="5021263"/>
            <a:ext cx="928687" cy="523875"/>
          </a:xfrm>
        </p:spPr>
        <p:txBody>
          <a:bodyPr/>
          <a:lstStyle/>
          <a:p>
            <a:pPr lvl="0"/>
            <a:endParaRPr lang="en-US" dirty="0"/>
          </a:p>
        </p:txBody>
      </p:sp>
      <p:sp>
        <p:nvSpPr>
          <p:cNvPr id="23" name="Content Placeholder 22"/>
          <p:cNvSpPr>
            <a:spLocks noGrp="1"/>
          </p:cNvSpPr>
          <p:nvPr>
            <p:ph sz="quarter" idx="21"/>
          </p:nvPr>
        </p:nvSpPr>
        <p:spPr>
          <a:xfrm>
            <a:off x="457200" y="4281488"/>
            <a:ext cx="809625" cy="739775"/>
          </a:xfrm>
        </p:spPr>
        <p:txBody>
          <a:bodyPr/>
          <a:lstStyle/>
          <a:p>
            <a:pPr lvl="0"/>
            <a:endParaRPr lang="en-US" dirty="0"/>
          </a:p>
        </p:txBody>
      </p:sp>
      <p:sp>
        <p:nvSpPr>
          <p:cNvPr id="8" name="Content Placeholder 7"/>
          <p:cNvSpPr>
            <a:spLocks noGrp="1"/>
          </p:cNvSpPr>
          <p:nvPr>
            <p:ph sz="quarter" idx="22"/>
          </p:nvPr>
        </p:nvSpPr>
        <p:spPr>
          <a:xfrm>
            <a:off x="3513138" y="1973263"/>
            <a:ext cx="631825" cy="625475"/>
          </a:xfrm>
        </p:spPr>
        <p:txBody>
          <a:bodyPr/>
          <a:lstStyle/>
          <a:p>
            <a:pPr lvl="0"/>
            <a:endParaRPr lang="en-US" dirty="0"/>
          </a:p>
        </p:txBody>
      </p:sp>
      <p:sp>
        <p:nvSpPr>
          <p:cNvPr id="12" name="Content Placeholder 11"/>
          <p:cNvSpPr>
            <a:spLocks noGrp="1"/>
          </p:cNvSpPr>
          <p:nvPr>
            <p:ph sz="quarter" idx="23"/>
          </p:nvPr>
        </p:nvSpPr>
        <p:spPr>
          <a:xfrm>
            <a:off x="3840163" y="1211263"/>
            <a:ext cx="525462" cy="396875"/>
          </a:xfrm>
        </p:spPr>
        <p:txBody>
          <a:bodyPr/>
          <a:lstStyle/>
          <a:p>
            <a:pPr lvl="0"/>
            <a:endParaRPr lang="en-US" dirty="0"/>
          </a:p>
        </p:txBody>
      </p:sp>
      <p:sp>
        <p:nvSpPr>
          <p:cNvPr id="16" name="Table Placeholder 15"/>
          <p:cNvSpPr>
            <a:spLocks noGrp="1"/>
          </p:cNvSpPr>
          <p:nvPr>
            <p:ph type="tbl" sz="quarter" idx="24"/>
          </p:nvPr>
        </p:nvSpPr>
        <p:spPr>
          <a:xfrm>
            <a:off x="6845300" y="1841500"/>
            <a:ext cx="1308100" cy="1365250"/>
          </a:xfrm>
        </p:spPr>
        <p:txBody>
          <a:bodyPr/>
          <a:lstStyle/>
          <a:p>
            <a:endParaRPr lang="en-US"/>
          </a:p>
        </p:txBody>
      </p:sp>
      <p:sp>
        <p:nvSpPr>
          <p:cNvPr id="20" name="Content Placeholder 19"/>
          <p:cNvSpPr>
            <a:spLocks noGrp="1"/>
          </p:cNvSpPr>
          <p:nvPr>
            <p:ph sz="quarter" idx="25"/>
          </p:nvPr>
        </p:nvSpPr>
        <p:spPr>
          <a:xfrm>
            <a:off x="6256338" y="5021263"/>
            <a:ext cx="1620837" cy="647700"/>
          </a:xfrm>
        </p:spPr>
        <p:txBody>
          <a:bodyPr/>
          <a:lstStyle/>
          <a:p>
            <a:pPr lvl="0"/>
            <a:endParaRPr lang="en-US" dirty="0"/>
          </a:p>
        </p:txBody>
      </p:sp>
      <p:sp>
        <p:nvSpPr>
          <p:cNvPr id="24" name="Content Placeholder 23"/>
          <p:cNvSpPr>
            <a:spLocks noGrp="1"/>
          </p:cNvSpPr>
          <p:nvPr>
            <p:ph sz="quarter" idx="26"/>
          </p:nvPr>
        </p:nvSpPr>
        <p:spPr>
          <a:xfrm>
            <a:off x="1420813" y="0"/>
            <a:ext cx="1012825" cy="647700"/>
          </a:xfrm>
        </p:spPr>
        <p:txBody>
          <a:bodyPr/>
          <a:lstStyle/>
          <a:p>
            <a:pPr lvl="0"/>
            <a:endParaRPr lang="en-US" dirty="0"/>
          </a:p>
        </p:txBody>
      </p:sp>
      <p:sp>
        <p:nvSpPr>
          <p:cNvPr id="10" name="Content Placeholder 9">
            <a:extLst>
              <a:ext uri="{FF2B5EF4-FFF2-40B4-BE49-F238E27FC236}">
                <a16:creationId xmlns:a16="http://schemas.microsoft.com/office/drawing/2014/main" id="{FBC6F4A5-012C-45DE-BDCB-CA51AFA4C5CF}"/>
              </a:ext>
            </a:extLst>
          </p:cNvPr>
          <p:cNvSpPr>
            <a:spLocks noGrp="1"/>
          </p:cNvSpPr>
          <p:nvPr>
            <p:ph sz="quarter" idx="27"/>
          </p:nvPr>
        </p:nvSpPr>
        <p:spPr>
          <a:xfrm>
            <a:off x="2298700" y="4281488"/>
            <a:ext cx="292100" cy="236537"/>
          </a:xfrm>
        </p:spPr>
        <p:txBody>
          <a:bodyPr/>
          <a:lstStyle/>
          <a:p>
            <a:pPr lvl="0"/>
            <a:endParaRPr lang="en-US" dirty="0"/>
          </a:p>
        </p:txBody>
      </p:sp>
      <p:sp>
        <p:nvSpPr>
          <p:cNvPr id="18" name="Content Placeholder 17">
            <a:extLst>
              <a:ext uri="{FF2B5EF4-FFF2-40B4-BE49-F238E27FC236}">
                <a16:creationId xmlns:a16="http://schemas.microsoft.com/office/drawing/2014/main" id="{DD1949C3-A4A3-469F-9832-FD536D2F5E2B}"/>
              </a:ext>
            </a:extLst>
          </p:cNvPr>
          <p:cNvSpPr>
            <a:spLocks noGrp="1"/>
          </p:cNvSpPr>
          <p:nvPr>
            <p:ph sz="quarter" idx="28"/>
          </p:nvPr>
        </p:nvSpPr>
        <p:spPr>
          <a:xfrm>
            <a:off x="3206750" y="4708525"/>
            <a:ext cx="615950" cy="379413"/>
          </a:xfrm>
        </p:spPr>
        <p:txBody>
          <a:bodyPr/>
          <a:lstStyle/>
          <a:p>
            <a:pPr lvl="0"/>
            <a:endParaRPr lang="en-US" dirty="0"/>
          </a:p>
        </p:txBody>
      </p:sp>
      <p:sp>
        <p:nvSpPr>
          <p:cNvPr id="25" name="Content Placeholder 24">
            <a:extLst>
              <a:ext uri="{FF2B5EF4-FFF2-40B4-BE49-F238E27FC236}">
                <a16:creationId xmlns:a16="http://schemas.microsoft.com/office/drawing/2014/main" id="{54A04A44-3E28-44CF-B21B-9E01DAB6B202}"/>
              </a:ext>
            </a:extLst>
          </p:cNvPr>
          <p:cNvSpPr>
            <a:spLocks noGrp="1"/>
          </p:cNvSpPr>
          <p:nvPr>
            <p:ph sz="quarter" idx="29"/>
          </p:nvPr>
        </p:nvSpPr>
        <p:spPr>
          <a:xfrm>
            <a:off x="3794125" y="4281488"/>
            <a:ext cx="571500" cy="379412"/>
          </a:xfrm>
        </p:spPr>
        <p:txBody>
          <a:bodyPr/>
          <a:lstStyle/>
          <a:p>
            <a:pPr lvl="0"/>
            <a:endParaRPr lang="en-US" dirty="0"/>
          </a:p>
        </p:txBody>
      </p:sp>
      <p:sp>
        <p:nvSpPr>
          <p:cNvPr id="27" name="Content Placeholder 26">
            <a:extLst>
              <a:ext uri="{FF2B5EF4-FFF2-40B4-BE49-F238E27FC236}">
                <a16:creationId xmlns:a16="http://schemas.microsoft.com/office/drawing/2014/main" id="{B2F8F6AF-769F-4100-BC0B-555DE9D58444}"/>
              </a:ext>
            </a:extLst>
          </p:cNvPr>
          <p:cNvSpPr>
            <a:spLocks noGrp="1"/>
          </p:cNvSpPr>
          <p:nvPr>
            <p:ph sz="quarter" idx="30"/>
          </p:nvPr>
        </p:nvSpPr>
        <p:spPr>
          <a:xfrm>
            <a:off x="4603750" y="4181475"/>
            <a:ext cx="717550" cy="587375"/>
          </a:xfrm>
        </p:spPr>
        <p:txBody>
          <a:bodyPr/>
          <a:lstStyle/>
          <a:p>
            <a:pPr lvl="0"/>
            <a:endParaRPr lang="en-US" dirty="0"/>
          </a:p>
        </p:txBody>
      </p:sp>
      <p:sp>
        <p:nvSpPr>
          <p:cNvPr id="29" name="Content Placeholder 28">
            <a:extLst>
              <a:ext uri="{FF2B5EF4-FFF2-40B4-BE49-F238E27FC236}">
                <a16:creationId xmlns:a16="http://schemas.microsoft.com/office/drawing/2014/main" id="{7F52A84D-2C0A-4772-9D5F-38A47C281035}"/>
              </a:ext>
            </a:extLst>
          </p:cNvPr>
          <p:cNvSpPr>
            <a:spLocks noGrp="1"/>
          </p:cNvSpPr>
          <p:nvPr>
            <p:ph sz="quarter" idx="31"/>
          </p:nvPr>
        </p:nvSpPr>
        <p:spPr>
          <a:xfrm>
            <a:off x="4705350" y="4913313"/>
            <a:ext cx="476250" cy="523875"/>
          </a:xfrm>
        </p:spPr>
        <p:txBody>
          <a:bodyPr/>
          <a:lstStyle/>
          <a:p>
            <a:pPr lvl="0"/>
            <a:endParaRPr lang="en-US" dirty="0"/>
          </a:p>
        </p:txBody>
      </p:sp>
      <p:sp>
        <p:nvSpPr>
          <p:cNvPr id="31" name="Content Placeholder 30">
            <a:extLst>
              <a:ext uri="{FF2B5EF4-FFF2-40B4-BE49-F238E27FC236}">
                <a16:creationId xmlns:a16="http://schemas.microsoft.com/office/drawing/2014/main" id="{8F1337FC-B46A-46C0-98B8-4586AA9C0684}"/>
              </a:ext>
            </a:extLst>
          </p:cNvPr>
          <p:cNvSpPr>
            <a:spLocks noGrp="1"/>
          </p:cNvSpPr>
          <p:nvPr>
            <p:ph sz="quarter" idx="32"/>
          </p:nvPr>
        </p:nvSpPr>
        <p:spPr>
          <a:xfrm>
            <a:off x="5638800" y="4406900"/>
            <a:ext cx="463550" cy="338138"/>
          </a:xfrm>
        </p:spPr>
        <p:txBody>
          <a:bodyPr/>
          <a:lstStyle/>
          <a:p>
            <a:pPr lvl="0"/>
            <a:endParaRPr lang="en-US" dirty="0"/>
          </a:p>
        </p:txBody>
      </p:sp>
      <p:sp>
        <p:nvSpPr>
          <p:cNvPr id="33" name="Content Placeholder 32">
            <a:extLst>
              <a:ext uri="{FF2B5EF4-FFF2-40B4-BE49-F238E27FC236}">
                <a16:creationId xmlns:a16="http://schemas.microsoft.com/office/drawing/2014/main" id="{4CCC81A2-BEC5-4AEF-A193-C3FFCA0342B5}"/>
              </a:ext>
            </a:extLst>
          </p:cNvPr>
          <p:cNvSpPr>
            <a:spLocks noGrp="1"/>
          </p:cNvSpPr>
          <p:nvPr>
            <p:ph sz="quarter" idx="33"/>
          </p:nvPr>
        </p:nvSpPr>
        <p:spPr>
          <a:xfrm>
            <a:off x="2047875" y="4913313"/>
            <a:ext cx="476250" cy="295275"/>
          </a:xfrm>
        </p:spPr>
        <p:txBody>
          <a:bodyPr/>
          <a:lstStyle/>
          <a:p>
            <a:pPr lvl="0"/>
            <a:endParaRPr lang="en-US" dirty="0"/>
          </a:p>
        </p:txBody>
      </p:sp>
      <p:sp>
        <p:nvSpPr>
          <p:cNvPr id="14" name="Content Placeholder 13">
            <a:extLst>
              <a:ext uri="{FF2B5EF4-FFF2-40B4-BE49-F238E27FC236}">
                <a16:creationId xmlns:a16="http://schemas.microsoft.com/office/drawing/2014/main" id="{A23D3897-AC62-43F6-9361-2DC477643D3E}"/>
              </a:ext>
            </a:extLst>
          </p:cNvPr>
          <p:cNvSpPr>
            <a:spLocks noGrp="1"/>
          </p:cNvSpPr>
          <p:nvPr>
            <p:ph sz="quarter" idx="34"/>
          </p:nvPr>
        </p:nvSpPr>
        <p:spPr>
          <a:xfrm>
            <a:off x="8382000" y="1547813"/>
            <a:ext cx="906463" cy="762000"/>
          </a:xfrm>
        </p:spPr>
        <p:txBody>
          <a:bodyPr/>
          <a:lstStyle/>
          <a:p>
            <a:pPr lvl="0"/>
            <a:endParaRPr lang="en-US" dirty="0"/>
          </a:p>
        </p:txBody>
      </p:sp>
      <p:sp>
        <p:nvSpPr>
          <p:cNvPr id="22" name="Content Placeholder 21"/>
          <p:cNvSpPr>
            <a:spLocks noGrp="1"/>
          </p:cNvSpPr>
          <p:nvPr>
            <p:ph sz="quarter" idx="35"/>
          </p:nvPr>
        </p:nvSpPr>
        <p:spPr>
          <a:xfrm>
            <a:off x="6845300" y="3657600"/>
            <a:ext cx="350838" cy="320675"/>
          </a:xfrm>
        </p:spPr>
        <p:style>
          <a:lnRef idx="2">
            <a:schemeClr val="dk1"/>
          </a:lnRef>
          <a:fillRef idx="1">
            <a:schemeClr val="lt1"/>
          </a:fillRef>
          <a:effectRef idx="0">
            <a:schemeClr val="dk1"/>
          </a:effectRef>
          <a:fontRef idx="none"/>
        </p:style>
        <p:txBody>
          <a:bodyPr/>
          <a:lstStyle/>
          <a:p>
            <a:pPr lvl="0"/>
            <a:endParaRPr lang="en-GB" dirty="0"/>
          </a:p>
        </p:txBody>
      </p:sp>
      <p:sp>
        <p:nvSpPr>
          <p:cNvPr id="28" name="Content Placeholder 27"/>
          <p:cNvSpPr>
            <a:spLocks noGrp="1"/>
          </p:cNvSpPr>
          <p:nvPr>
            <p:ph sz="quarter" idx="36"/>
          </p:nvPr>
        </p:nvSpPr>
        <p:spPr>
          <a:xfrm>
            <a:off x="7434263" y="3657600"/>
            <a:ext cx="719137" cy="523875"/>
          </a:xfrm>
        </p:spPr>
        <p:txBody>
          <a:bodyPr/>
          <a:lstStyle/>
          <a:p>
            <a:pPr lvl="0"/>
            <a:endParaRPr lang="en-GB" dirty="0"/>
          </a:p>
        </p:txBody>
      </p:sp>
      <p:sp>
        <p:nvSpPr>
          <p:cNvPr id="32" name="Content Placeholder 31"/>
          <p:cNvSpPr>
            <a:spLocks noGrp="1"/>
          </p:cNvSpPr>
          <p:nvPr>
            <p:ph sz="quarter" idx="37"/>
          </p:nvPr>
        </p:nvSpPr>
        <p:spPr>
          <a:xfrm>
            <a:off x="8382000" y="3830638"/>
            <a:ext cx="444500" cy="450850"/>
          </a:xfrm>
        </p:spPr>
        <p:txBody>
          <a:bodyPr/>
          <a:lstStyle/>
          <a:p>
            <a:pPr lvl="0"/>
            <a:endParaRPr lang="en-GB" dirty="0"/>
          </a:p>
        </p:txBody>
      </p:sp>
      <p:sp>
        <p:nvSpPr>
          <p:cNvPr id="35" name="Content Placeholder 34"/>
          <p:cNvSpPr>
            <a:spLocks noGrp="1"/>
          </p:cNvSpPr>
          <p:nvPr>
            <p:ph sz="quarter" idx="38"/>
          </p:nvPr>
        </p:nvSpPr>
        <p:spPr>
          <a:xfrm>
            <a:off x="8281988" y="4518025"/>
            <a:ext cx="649287" cy="503238"/>
          </a:xfrm>
        </p:spPr>
        <p:txBody>
          <a:bodyPr/>
          <a:lstStyle/>
          <a:p>
            <a:pPr lvl="0"/>
            <a:endParaRPr lang="en-GB" dirty="0"/>
          </a:p>
        </p:txBody>
      </p:sp>
      <p:sp>
        <p:nvSpPr>
          <p:cNvPr id="37" name="Content Placeholder 36"/>
          <p:cNvSpPr>
            <a:spLocks noGrp="1"/>
          </p:cNvSpPr>
          <p:nvPr>
            <p:ph sz="quarter" idx="39"/>
          </p:nvPr>
        </p:nvSpPr>
        <p:spPr>
          <a:xfrm>
            <a:off x="6845300" y="4406900"/>
            <a:ext cx="350838" cy="338138"/>
          </a:xfrm>
        </p:spPr>
        <p:txBody>
          <a:bodyPr/>
          <a:lstStyle/>
          <a:p>
            <a:pPr lvl="0"/>
            <a:endParaRPr lang="en-GB" dirty="0"/>
          </a:p>
        </p:txBody>
      </p:sp>
      <p:sp>
        <p:nvSpPr>
          <p:cNvPr id="39" name="Content Placeholder 38"/>
          <p:cNvSpPr>
            <a:spLocks noGrp="1"/>
          </p:cNvSpPr>
          <p:nvPr>
            <p:ph sz="quarter" idx="40"/>
          </p:nvPr>
        </p:nvSpPr>
        <p:spPr>
          <a:xfrm>
            <a:off x="5434013" y="981075"/>
            <a:ext cx="515937" cy="468313"/>
          </a:xfrm>
        </p:spPr>
        <p:txBody>
          <a:bodyPr/>
          <a:lstStyle/>
          <a:p>
            <a:pPr lvl="0"/>
            <a:endParaRPr lang="en-GB" dirty="0"/>
          </a:p>
        </p:txBody>
      </p:sp>
      <p:sp>
        <p:nvSpPr>
          <p:cNvPr id="41" name="Content Placeholder 40"/>
          <p:cNvSpPr>
            <a:spLocks noGrp="1"/>
          </p:cNvSpPr>
          <p:nvPr>
            <p:ph sz="quarter" idx="41"/>
          </p:nvPr>
        </p:nvSpPr>
        <p:spPr>
          <a:xfrm>
            <a:off x="6256338" y="1211263"/>
            <a:ext cx="488950" cy="490537"/>
          </a:xfrm>
        </p:spPr>
        <p:txBody>
          <a:bodyPr/>
          <a:lstStyle/>
          <a:p>
            <a:pPr lvl="0"/>
            <a:endParaRPr lang="en-GB" dirty="0"/>
          </a:p>
        </p:txBody>
      </p:sp>
      <p:sp>
        <p:nvSpPr>
          <p:cNvPr id="43" name="Content Placeholder 42"/>
          <p:cNvSpPr>
            <a:spLocks noGrp="1"/>
          </p:cNvSpPr>
          <p:nvPr>
            <p:ph sz="quarter" idx="42"/>
          </p:nvPr>
        </p:nvSpPr>
        <p:spPr>
          <a:xfrm>
            <a:off x="7196138" y="1211263"/>
            <a:ext cx="384175" cy="490537"/>
          </a:xfrm>
        </p:spPr>
        <p:txBody>
          <a:bodyPr/>
          <a:lstStyle/>
          <a:p>
            <a:pPr lvl="0"/>
            <a:endParaRPr lang="en-GB" dirty="0"/>
          </a:p>
        </p:txBody>
      </p:sp>
      <p:sp>
        <p:nvSpPr>
          <p:cNvPr id="45" name="Content Placeholder 44"/>
          <p:cNvSpPr>
            <a:spLocks noGrp="1"/>
          </p:cNvSpPr>
          <p:nvPr>
            <p:ph sz="quarter" idx="43"/>
          </p:nvPr>
        </p:nvSpPr>
        <p:spPr>
          <a:xfrm>
            <a:off x="8043863" y="1211263"/>
            <a:ext cx="238125" cy="490537"/>
          </a:xfrm>
        </p:spPr>
        <p:txBody>
          <a:bodyPr/>
          <a:lstStyle/>
          <a:p>
            <a:pPr lvl="0"/>
            <a:endParaRPr lang="en-GB" dirty="0"/>
          </a:p>
        </p:txBody>
      </p:sp>
      <p:sp>
        <p:nvSpPr>
          <p:cNvPr id="26" name="Content Placeholder 25">
            <a:extLst>
              <a:ext uri="{FF2B5EF4-FFF2-40B4-BE49-F238E27FC236}">
                <a16:creationId xmlns:a16="http://schemas.microsoft.com/office/drawing/2014/main" id="{B408FC82-FADA-44ED-8781-1C66BDE4BD7F}"/>
              </a:ext>
            </a:extLst>
          </p:cNvPr>
          <p:cNvSpPr>
            <a:spLocks noGrp="1"/>
          </p:cNvSpPr>
          <p:nvPr>
            <p:ph sz="quarter" idx="44"/>
          </p:nvPr>
        </p:nvSpPr>
        <p:spPr>
          <a:xfrm>
            <a:off x="2047875" y="2598738"/>
            <a:ext cx="2144713" cy="2270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83957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000" b="1"/>
            </a:lvl1pPr>
          </a:lstStyle>
          <a:p>
            <a:r>
              <a:rPr lang="en-US" dirty="0"/>
              <a:t>Click to edit Master title style</a:t>
            </a:r>
          </a:p>
        </p:txBody>
      </p:sp>
      <p:sp>
        <p:nvSpPr>
          <p:cNvPr id="3" name="Content Placeholder 2"/>
          <p:cNvSpPr>
            <a:spLocks noGrp="1"/>
          </p:cNvSpPr>
          <p:nvPr>
            <p:ph idx="1"/>
          </p:nvPr>
        </p:nvSpPr>
        <p:spPr/>
        <p:txBody>
          <a:bodyPr/>
          <a:lstStyle>
            <a:lvl1pPr>
              <a:spcBef>
                <a:spcPts val="1800"/>
              </a:spcBef>
              <a:defRPr/>
            </a:lvl1pPr>
            <a:lvl2pPr>
              <a:spcBef>
                <a:spcPts val="1800"/>
              </a:spcBef>
              <a:defRPr/>
            </a:lvl2pPr>
            <a:lvl3pPr>
              <a:spcBef>
                <a:spcPts val="1800"/>
              </a:spcBef>
              <a:defRPr/>
            </a:lvl3pPr>
            <a:lvl4pPr>
              <a:spcBef>
                <a:spcPts val="1800"/>
              </a:spcBef>
              <a:defRPr/>
            </a:lvl4pPr>
            <a:lvl5pPr>
              <a:spcBef>
                <a:spcPts val="18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C3618FC-F2FF-4595-9F5A-73FA3C4677DF}"/>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6C79255E-F7CB-4159-9EE4-21337DC36468}"/>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D9F6CB33-5B4C-47DD-A8BE-14433231719C}"/>
              </a:ext>
            </a:extLst>
          </p:cNvPr>
          <p:cNvSpPr>
            <a:spLocks noGrp="1"/>
          </p:cNvSpPr>
          <p:nvPr>
            <p:ph type="sldNum" sz="quarter" idx="12"/>
          </p:nvPr>
        </p:nvSpPr>
        <p:spPr/>
        <p:txBody>
          <a:bodyPr/>
          <a:lstStyle/>
          <a:p>
            <a:r>
              <a:rPr lang="en-US" altLang="en-US"/>
              <a:t>26-</a:t>
            </a:r>
            <a:fld id="{3C2B0C1A-AD6F-4D65-B100-4E7A842880CA}" type="slidenum">
              <a:rPr lang="en-US" altLang="en-US" smtClean="0"/>
              <a:pPr/>
              <a:t>‹#›</a:t>
            </a:fld>
            <a:endParaRPr lang="en-US" altLang="en-US"/>
          </a:p>
        </p:txBody>
      </p:sp>
      <p:sp>
        <p:nvSpPr>
          <p:cNvPr id="5" name="Content Placeholder 4"/>
          <p:cNvSpPr>
            <a:spLocks noGrp="1"/>
          </p:cNvSpPr>
          <p:nvPr>
            <p:ph sz="quarter" idx="13"/>
          </p:nvPr>
        </p:nvSpPr>
        <p:spPr>
          <a:xfrm>
            <a:off x="2590800" y="2278063"/>
            <a:ext cx="1900238" cy="1282700"/>
          </a:xfrm>
        </p:spPr>
        <p:txBody>
          <a:bodyPr/>
          <a:lstStyle/>
          <a:p>
            <a:pPr lvl="0"/>
            <a:endParaRPr lang="en-US" dirty="0"/>
          </a:p>
        </p:txBody>
      </p:sp>
      <p:sp>
        <p:nvSpPr>
          <p:cNvPr id="10" name="Content Placeholder 9"/>
          <p:cNvSpPr>
            <a:spLocks noGrp="1"/>
          </p:cNvSpPr>
          <p:nvPr>
            <p:ph sz="quarter" idx="14"/>
          </p:nvPr>
        </p:nvSpPr>
        <p:spPr>
          <a:xfrm>
            <a:off x="4491038" y="1295400"/>
            <a:ext cx="1668462" cy="1239838"/>
          </a:xfrm>
        </p:spPr>
        <p:txBody>
          <a:bodyPr/>
          <a:lstStyle/>
          <a:p>
            <a:pPr lvl="0"/>
            <a:endParaRPr lang="en-US" dirty="0"/>
          </a:p>
        </p:txBody>
      </p:sp>
      <p:sp>
        <p:nvSpPr>
          <p:cNvPr id="6" name="Content Placeholder 5"/>
          <p:cNvSpPr>
            <a:spLocks noGrp="1"/>
          </p:cNvSpPr>
          <p:nvPr>
            <p:ph sz="quarter" idx="15"/>
          </p:nvPr>
        </p:nvSpPr>
        <p:spPr>
          <a:xfrm>
            <a:off x="754063" y="2535238"/>
            <a:ext cx="722312" cy="704850"/>
          </a:xfrm>
        </p:spPr>
        <p:txBody>
          <a:bodyPr/>
          <a:lstStyle/>
          <a:p>
            <a:pPr lvl="0"/>
            <a:endParaRPr lang="en-US" dirty="0"/>
          </a:p>
        </p:txBody>
      </p:sp>
      <p:sp>
        <p:nvSpPr>
          <p:cNvPr id="12" name="Content Placeholder 11"/>
          <p:cNvSpPr>
            <a:spLocks noGrp="1"/>
          </p:cNvSpPr>
          <p:nvPr>
            <p:ph sz="quarter" idx="16"/>
          </p:nvPr>
        </p:nvSpPr>
        <p:spPr>
          <a:xfrm>
            <a:off x="5213350" y="3416300"/>
            <a:ext cx="1316038" cy="1268413"/>
          </a:xfrm>
        </p:spPr>
        <p:txBody>
          <a:bodyPr/>
          <a:lstStyle/>
          <a:p>
            <a:pPr lvl="0"/>
            <a:endParaRPr lang="en-US" dirty="0"/>
          </a:p>
        </p:txBody>
      </p:sp>
      <p:sp>
        <p:nvSpPr>
          <p:cNvPr id="14" name="Content Placeholder 13"/>
          <p:cNvSpPr>
            <a:spLocks noGrp="1"/>
          </p:cNvSpPr>
          <p:nvPr>
            <p:ph sz="quarter" idx="17"/>
          </p:nvPr>
        </p:nvSpPr>
        <p:spPr>
          <a:xfrm>
            <a:off x="2797175" y="3998913"/>
            <a:ext cx="901700" cy="685800"/>
          </a:xfrm>
        </p:spPr>
        <p:txBody>
          <a:bodyPr/>
          <a:lstStyle/>
          <a:p>
            <a:pPr lvl="0"/>
            <a:endParaRPr lang="en-US" dirty="0"/>
          </a:p>
        </p:txBody>
      </p:sp>
      <p:sp>
        <p:nvSpPr>
          <p:cNvPr id="16" name="Content Placeholder 15"/>
          <p:cNvSpPr>
            <a:spLocks noGrp="1"/>
          </p:cNvSpPr>
          <p:nvPr>
            <p:ph sz="quarter" idx="18"/>
          </p:nvPr>
        </p:nvSpPr>
        <p:spPr>
          <a:xfrm>
            <a:off x="6416675" y="1700213"/>
            <a:ext cx="417513" cy="288925"/>
          </a:xfrm>
        </p:spPr>
        <p:txBody>
          <a:bodyPr/>
          <a:lstStyle/>
          <a:p>
            <a:pPr lvl="0"/>
            <a:endParaRPr lang="en-US" dirty="0"/>
          </a:p>
        </p:txBody>
      </p:sp>
    </p:spTree>
    <p:extLst>
      <p:ext uri="{BB962C8B-B14F-4D97-AF65-F5344CB8AC3E}">
        <p14:creationId xmlns:p14="http://schemas.microsoft.com/office/powerpoint/2010/main" val="42638637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HAPTER CLOSING">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501687" y="0"/>
            <a:ext cx="2292103" cy="409904"/>
          </a:xfrm>
          <a:prstGeom prst="rect">
            <a:avLst/>
          </a:prstGeom>
        </p:spPr>
        <p:txBody>
          <a:bodyPr/>
          <a:lstStyle>
            <a:lvl1pPr>
              <a:defRPr>
                <a:solidFill>
                  <a:schemeClr val="tx1"/>
                </a:solidFill>
                <a:latin typeface="Arial (Headings)"/>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50211" y="1479079"/>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4372423"/>
            <a:ext cx="5682508"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40" normalizeH="0" baseline="0" noProof="0">
                <a:ln>
                  <a:noFill/>
                </a:ln>
                <a:solidFill>
                  <a:srgbClr val="000000"/>
                </a:solidFill>
                <a:effectLst/>
                <a:uLnTx/>
                <a:uFillTx/>
                <a:latin typeface="Calibri (Body)"/>
                <a:ea typeface="Calibri" panose="020F0502020204030204" pitchFamily="34" charset="0"/>
                <a:cs typeface="+mn-cs"/>
              </a:rPr>
              <a:t>Because learning changes everything.</a:t>
            </a:r>
            <a:r>
              <a:rPr kumimoji="0" lang="en-US" sz="2600" b="0" i="0" u="none" strike="noStrike" kern="1200" cap="none" spc="40" normalizeH="0" baseline="40000" noProof="0">
                <a:ln>
                  <a:noFill/>
                </a:ln>
                <a:solidFill>
                  <a:srgbClr val="000000"/>
                </a:solidFill>
                <a:effectLst/>
                <a:uLnTx/>
                <a:uFillTx/>
                <a:latin typeface="Calibri (Body)"/>
                <a:ea typeface="Calibri" panose="020F0502020204030204" pitchFamily="34" charset="0"/>
                <a:cs typeface="+mn-cs"/>
              </a:rPr>
              <a:t>®</a:t>
            </a:r>
            <a:endParaRPr kumimoji="0" lang="en-US" sz="2600" b="0" i="0" u="none" strike="noStrike" kern="1200" cap="none" spc="40" normalizeH="0" baseline="40000" noProof="0">
              <a:ln>
                <a:noFill/>
              </a:ln>
              <a:solidFill>
                <a:srgbClr val="000000"/>
              </a:solidFill>
              <a:effectLst/>
              <a:uLnTx/>
              <a:uFillTx/>
              <a:latin typeface="Calibri (Body)"/>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Body)"/>
                <a:ea typeface="+mn-ea"/>
                <a:cs typeface="+mn-cs"/>
              </a:rPr>
              <a:t>www.mheducation.com</a:t>
            </a:r>
          </a:p>
        </p:txBody>
      </p:sp>
      <p:sp>
        <p:nvSpPr>
          <p:cNvPr id="7" name="Footer Placeholder 2">
            <a:extLst>
              <a:ext uri="{FF2B5EF4-FFF2-40B4-BE49-F238E27FC236}">
                <a16:creationId xmlns:a16="http://schemas.microsoft.com/office/drawing/2014/main" id="{9CF0A730-D7C8-4E8F-AEFB-EF1D3A3771B0}"/>
              </a:ext>
            </a:extLst>
          </p:cNvPr>
          <p:cNvSpPr>
            <a:spLocks noGrp="1"/>
          </p:cNvSpPr>
          <p:nvPr>
            <p:ph type="body" sz="quarter" idx="10" hasCustomPrompt="1"/>
          </p:nvPr>
        </p:nvSpPr>
        <p:spPr>
          <a:xfrm>
            <a:off x="1" y="6365559"/>
            <a:ext cx="9144000" cy="492442"/>
          </a:xfrm>
          <a:prstGeom prst="rect">
            <a:avLst/>
          </a:prstGeom>
        </p:spPr>
        <p:txBody>
          <a:bodyPr anchor="ctr"/>
          <a:lstStyle>
            <a:lvl1pPr algn="ctr">
              <a:defRPr sz="850">
                <a:solidFill>
                  <a:schemeClr val="tx1"/>
                </a:solidFill>
                <a:latin typeface="Arial (Body)"/>
              </a:defRPr>
            </a:lvl1pPr>
          </a:lstStyle>
          <a:p>
            <a:pPr lvl="0"/>
            <a:r>
              <a:rPr lang="en-IN" dirty="0"/>
              <a:t>Place long copyright here</a:t>
            </a:r>
            <a:endParaRPr lang="en-US" dirty="0"/>
          </a:p>
        </p:txBody>
      </p:sp>
    </p:spTree>
    <p:extLst>
      <p:ext uri="{BB962C8B-B14F-4D97-AF65-F5344CB8AC3E}">
        <p14:creationId xmlns:p14="http://schemas.microsoft.com/office/powerpoint/2010/main" val="2863927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LOSSARY OPENER">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FC4A42A-F982-4BF3-855D-C46FC3848A70}"/>
              </a:ext>
            </a:extLst>
          </p:cNvPr>
          <p:cNvSpPr/>
          <p:nvPr userDrawn="1"/>
        </p:nvSpPr>
        <p:spPr>
          <a:xfrm>
            <a:off x="0" y="2853266"/>
            <a:ext cx="9144000" cy="11514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bg1"/>
                </a:solidFill>
                <a:latin typeface="Calibri (Headings)"/>
                <a:ea typeface="+mn-ea"/>
                <a:cs typeface="Calibri" panose="020F0502020204030204" pitchFamily="34" charset="0"/>
              </a:defRPr>
            </a:lvl1pPr>
          </a:lstStyle>
          <a:p>
            <a:r>
              <a:rPr lang="en-US" dirty="0"/>
              <a:t>Glossary Title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lvl1pPr>
              <a:defRPr>
                <a:solidFill>
                  <a:schemeClr val="tx1"/>
                </a:solidFill>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29596874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LOSSARY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521260" y="143933"/>
            <a:ext cx="8101480" cy="1072453"/>
          </a:xfrm>
          <a:prstGeom prst="rect">
            <a:avLst/>
          </a:prstGeom>
        </p:spPr>
        <p:txBody>
          <a:bodyPr anchor="ctr">
            <a:noAutofit/>
          </a:bodyPr>
          <a:lstStyle>
            <a:lvl1pPr algn="ctr" defTabSz="914400" rtl="0" eaLnBrk="1" latinLnBrk="0" hangingPunct="1">
              <a:spcBef>
                <a:spcPct val="0"/>
              </a:spcBef>
              <a:buNone/>
              <a:defRPr lang="en-US" sz="4000" b="1" kern="1200" dirty="0">
                <a:solidFill>
                  <a:srgbClr val="081D48"/>
                </a:solidFill>
                <a:latin typeface="Calibri (Headings)"/>
                <a:ea typeface="+mn-ea"/>
                <a:cs typeface="Calibri" panose="020F0502020204030204" pitchFamily="34" charset="0"/>
              </a:defRPr>
            </a:lvl1pPr>
          </a:lstStyle>
          <a:p>
            <a:r>
              <a:rPr lang="en-US" dirty="0"/>
              <a:t>Glossary-#</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520700" y="1338263"/>
            <a:ext cx="8102600"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520700" y="1812925"/>
            <a:ext cx="8102600"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latin typeface="Calibri (Body)"/>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Place Glossary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520700" y="5718743"/>
            <a:ext cx="8102600"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Calibri (Body)"/>
                <a:ea typeface="+mn-ea"/>
                <a:cs typeface="Calibri" panose="020F0502020204030204" pitchFamily="34" charset="0"/>
              </a:defRPr>
            </a:lvl1p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lang="en-US" dirty="0"/>
              <a:t>Return to the parent-slide glossary term.</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040548838"/>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PPENDIX OPEN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F8E8A6E-2134-462B-9229-B1F01D5FD7F4}"/>
              </a:ext>
            </a:extLst>
          </p:cNvPr>
          <p:cNvSpPr/>
          <p:nvPr userDrawn="1"/>
        </p:nvSpPr>
        <p:spPr bwMode="auto">
          <a:xfrm>
            <a:off x="0" y="2853265"/>
            <a:ext cx="9144000" cy="1151467"/>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a:solidFill>
                <a:srgbClr val="000000"/>
              </a:solidFill>
              <a:latin typeface="+mn-lt"/>
              <a:cs typeface="+mn-cs"/>
            </a:endParaRPr>
          </a:p>
        </p:txBody>
      </p:sp>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49767" y="2892774"/>
            <a:ext cx="8644467" cy="1072453"/>
          </a:xfrm>
          <a:prstGeom prst="rect">
            <a:avLst/>
          </a:prstGeom>
        </p:spPr>
        <p:txBody>
          <a:bodyPr anchor="ctr">
            <a:noAutofit/>
          </a:bodyPr>
          <a:lstStyle>
            <a:lvl1pPr algn="l" defTabSz="914400" rtl="0" eaLnBrk="1" latinLnBrk="0" hangingPunct="1">
              <a:spcBef>
                <a:spcPct val="0"/>
              </a:spcBef>
              <a:buNone/>
              <a:defRPr lang="en-US" sz="2400" b="1" kern="1200" dirty="0">
                <a:solidFill>
                  <a:schemeClr val="tx1"/>
                </a:solidFill>
                <a:latin typeface="Arial (Headings)"/>
                <a:ea typeface="+mn-ea"/>
                <a:cs typeface="Calibri" panose="020F0502020204030204" pitchFamily="34" charset="0"/>
              </a:defRPr>
            </a:lvl1pPr>
          </a:lstStyle>
          <a:p>
            <a:r>
              <a:rPr lang="en-US" dirty="0"/>
              <a:t>Appendix Title</a:t>
            </a:r>
          </a:p>
        </p:txBody>
      </p:sp>
      <p:sp>
        <p:nvSpPr>
          <p:cNvPr id="6" name="Slide Number Placeholder">
            <a:extLst>
              <a:ext uri="{FF2B5EF4-FFF2-40B4-BE49-F238E27FC236}">
                <a16:creationId xmlns:a16="http://schemas.microsoft.com/office/drawing/2014/main" id="{00556159-A873-408F-99F4-67C548E58AC9}"/>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4185889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PPENDIX CONT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0" y="14607"/>
            <a:ext cx="9144000" cy="1201780"/>
          </a:xfrm>
          <a:prstGeom prst="rect">
            <a:avLst/>
          </a:prstGeom>
        </p:spPr>
        <p:txBody>
          <a:bodyPr anchor="ctr">
            <a:noAutofit/>
          </a:bodyPr>
          <a:lstStyle>
            <a:lvl1pPr algn="ctr" defTabSz="914400" rtl="0" eaLnBrk="1" latinLnBrk="0" hangingPunct="1">
              <a:spcBef>
                <a:spcPct val="0"/>
              </a:spcBef>
              <a:buNone/>
              <a:defRPr lang="en-US" sz="3600" b="0" kern="1200" dirty="0">
                <a:solidFill>
                  <a:srgbClr val="081D48"/>
                </a:solidFill>
                <a:latin typeface="Arial" panose="020B0604020202020204" pitchFamily="34" charset="0"/>
                <a:ea typeface="+mn-ea"/>
                <a:cs typeface="Arial" panose="020B0604020202020204" pitchFamily="34" charset="0"/>
              </a:defRPr>
            </a:lvl1pPr>
          </a:lstStyle>
          <a:p>
            <a:r>
              <a:rPr lang="en-US" dirty="0"/>
              <a:t>Appendix Title - Text Alternative</a:t>
            </a:r>
          </a:p>
        </p:txBody>
      </p:sp>
      <p:sp>
        <p:nvSpPr>
          <p:cNvPr id="8" name="Text Placeholder 7">
            <a:extLst>
              <a:ext uri="{FF2B5EF4-FFF2-40B4-BE49-F238E27FC236}">
                <a16:creationId xmlns:a16="http://schemas.microsoft.com/office/drawing/2014/main" id="{C1FCF5E1-2FEB-4730-893A-3DEFEAE61E8A}"/>
              </a:ext>
            </a:extLst>
          </p:cNvPr>
          <p:cNvSpPr>
            <a:spLocks noGrp="1"/>
          </p:cNvSpPr>
          <p:nvPr>
            <p:ph type="body" sz="quarter" idx="20" hasCustomPrompt="1"/>
          </p:nvPr>
        </p:nvSpPr>
        <p:spPr>
          <a:xfrm>
            <a:off x="703545" y="1338263"/>
            <a:ext cx="7736911" cy="405869"/>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1200">
                <a:latin typeface="Arial" panose="020B0604020202020204" pitchFamily="34" charset="0"/>
                <a:cs typeface="Arial" panose="020B0604020202020204" pitchFamily="34" charset="0"/>
              </a:defRPr>
            </a:lvl1pPr>
          </a:lstStyle>
          <a:p>
            <a:pPr lvl="0"/>
            <a:r>
              <a:rPr lang="en-US" dirty="0"/>
              <a:t>Return to parent-slide containing images.</a:t>
            </a:r>
          </a:p>
        </p:txBody>
      </p:sp>
      <p:sp>
        <p:nvSpPr>
          <p:cNvPr id="10" name="Content Placeholder 9">
            <a:extLst>
              <a:ext uri="{FF2B5EF4-FFF2-40B4-BE49-F238E27FC236}">
                <a16:creationId xmlns:a16="http://schemas.microsoft.com/office/drawing/2014/main" id="{66FA4441-D273-4366-AF7D-29D272FD4385}"/>
              </a:ext>
            </a:extLst>
          </p:cNvPr>
          <p:cNvSpPr>
            <a:spLocks noGrp="1"/>
          </p:cNvSpPr>
          <p:nvPr>
            <p:ph sz="quarter" idx="21" hasCustomPrompt="1"/>
          </p:nvPr>
        </p:nvSpPr>
        <p:spPr>
          <a:xfrm>
            <a:off x="703545" y="1812925"/>
            <a:ext cx="7736911" cy="3773228"/>
          </a:xfrm>
        </p:spPr>
        <p:txBody>
          <a:bodyPr/>
          <a:lst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1400">
                <a:latin typeface="Arial" panose="020B0604020202020204" pitchFamily="34" charset="0"/>
                <a:cs typeface="Arial" panose="020B0604020202020204" pitchFamily="34" charset="0"/>
              </a:defRPr>
            </a:lvl1pPr>
          </a:lstStyle>
          <a:p>
            <a:pPr lvl="0"/>
            <a:r>
              <a:rPr lang="en-US" dirty="0"/>
              <a:t>Place Appendix Content Here…</a:t>
            </a:r>
          </a:p>
        </p:txBody>
      </p:sp>
      <p:sp>
        <p:nvSpPr>
          <p:cNvPr id="14" name="Text Placeholder 13">
            <a:extLst>
              <a:ext uri="{FF2B5EF4-FFF2-40B4-BE49-F238E27FC236}">
                <a16:creationId xmlns:a16="http://schemas.microsoft.com/office/drawing/2014/main" id="{71A6FFE2-060D-4131-A13B-CD72D3C16134}"/>
              </a:ext>
            </a:extLst>
          </p:cNvPr>
          <p:cNvSpPr>
            <a:spLocks noGrp="1"/>
          </p:cNvSpPr>
          <p:nvPr>
            <p:ph type="body" sz="quarter" idx="22" hasCustomPrompt="1"/>
          </p:nvPr>
        </p:nvSpPr>
        <p:spPr>
          <a:xfrm>
            <a:off x="703545" y="5718743"/>
            <a:ext cx="7736911" cy="385194"/>
          </a:xfrm>
        </p:spPr>
        <p:txBody>
          <a:bodyPr anchor="ctr" anchorCtr="1">
            <a:norm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lang="en-US" sz="1200" kern="1200" dirty="0">
                <a:solidFill>
                  <a:schemeClr val="tx2"/>
                </a:solidFill>
                <a:latin typeface="Arial" panose="020B0604020202020204" pitchFamily="34" charset="0"/>
                <a:ea typeface="+mn-ea"/>
                <a:cs typeface="Arial" panose="020B0604020202020204" pitchFamily="34" charset="0"/>
              </a:defRPr>
            </a:lvl1pPr>
          </a:lstStyle>
          <a:p>
            <a:pPr marL="0" marR="0" lvl="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440456" y="6458200"/>
            <a:ext cx="541796" cy="385194"/>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778746110"/>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PPENDIX TITLE SUBTITLE">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735677" y="2345267"/>
            <a:ext cx="7672647" cy="1354666"/>
          </a:xfrm>
          <a:prstGeom prst="rect">
            <a:avLst/>
          </a:prstGeom>
        </p:spPr>
        <p:txBody>
          <a:bodyPr anchor="ctr" anchorCtr="1">
            <a:noAutofit/>
          </a:bodyPr>
          <a:lstStyle>
            <a:lvl1pPr algn="ctr" defTabSz="914400" rtl="0" eaLnBrk="1" latinLnBrk="0" hangingPunct="1">
              <a:spcBef>
                <a:spcPct val="0"/>
              </a:spcBef>
              <a:buNone/>
              <a:defRPr lang="en-US" sz="4400" b="1" kern="1200" dirty="0">
                <a:solidFill>
                  <a:srgbClr val="081D48"/>
                </a:solidFill>
                <a:latin typeface="Calibri (Headings)"/>
                <a:ea typeface="+mn-ea"/>
                <a:cs typeface="Calibri" panose="020F0502020204030204" pitchFamily="34" charset="0"/>
              </a:defRPr>
            </a:lvl1pPr>
          </a:lstStyle>
          <a:p>
            <a:r>
              <a:rPr lang="en-US" dirty="0"/>
              <a:t>Appendix</a:t>
            </a:r>
          </a:p>
        </p:txBody>
      </p:sp>
      <p:sp>
        <p:nvSpPr>
          <p:cNvPr id="14" name="Subtitle 2">
            <a:extLst>
              <a:ext uri="{FF2B5EF4-FFF2-40B4-BE49-F238E27FC236}">
                <a16:creationId xmlns:a16="http://schemas.microsoft.com/office/drawing/2014/main" id="{94B2AA13-A008-444C-B284-83EB2A0F5D97}"/>
              </a:ext>
            </a:extLst>
          </p:cNvPr>
          <p:cNvSpPr>
            <a:spLocks noGrp="1"/>
          </p:cNvSpPr>
          <p:nvPr>
            <p:ph type="subTitle" idx="1" hasCustomPrompt="1"/>
          </p:nvPr>
        </p:nvSpPr>
        <p:spPr>
          <a:xfrm>
            <a:off x="1596044" y="3981796"/>
            <a:ext cx="5951912" cy="1729048"/>
          </a:xfrm>
        </p:spPr>
        <p:txBody>
          <a:bodyPr anchor="ctr" anchorCtr="1">
            <a:normAutofit/>
          </a:bodyPr>
          <a:lstStyle>
            <a:lvl1pPr marL="0" indent="0" algn="ctr">
              <a:buNone/>
              <a:defRPr sz="4400">
                <a:latin typeface="Calibri (Body)"/>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Appendix Subtitle</a:t>
            </a:r>
          </a:p>
        </p:txBody>
      </p:sp>
      <p:sp>
        <p:nvSpPr>
          <p:cNvPr id="23" name="Long Description Link 22" hidden="1">
            <a:extLst>
              <a:ext uri="{FF2B5EF4-FFF2-40B4-BE49-F238E27FC236}">
                <a16:creationId xmlns:a16="http://schemas.microsoft.com/office/drawing/2014/main" id="{BD42A2ED-50EC-4CB6-89B9-F2440BE97967}"/>
              </a:ext>
            </a:extLst>
          </p:cNvPr>
          <p:cNvSpPr>
            <a:spLocks noGrp="1"/>
          </p:cNvSpPr>
          <p:nvPr>
            <p:ph type="body" sz="quarter" idx="18" hasCustomPrompt="1"/>
          </p:nvPr>
        </p:nvSpPr>
        <p:spPr>
          <a:xfrm>
            <a:off x="521259" y="5790672"/>
            <a:ext cx="8101481" cy="314325"/>
          </a:xfrm>
        </p:spPr>
        <p:txBody>
          <a:bodyPr anchor="ctr">
            <a:normAutofit/>
          </a:bodyPr>
          <a:lstStyle>
            <a:lvl1pPr algn="ctr">
              <a:defRPr sz="900">
                <a:latin typeface="Calibri (Body)"/>
              </a:defRPr>
            </a:lvl1pPr>
          </a:lstStyle>
          <a:p>
            <a:pPr lvl="0"/>
            <a:r>
              <a:rPr lang="en-US" dirty="0"/>
              <a:t>Add text alternative link, if needed.</a:t>
            </a:r>
          </a:p>
        </p:txBody>
      </p:sp>
      <p:sp>
        <p:nvSpPr>
          <p:cNvPr id="25" name="Image Credit" hidden="1">
            <a:extLst>
              <a:ext uri="{FF2B5EF4-FFF2-40B4-BE49-F238E27FC236}">
                <a16:creationId xmlns:a16="http://schemas.microsoft.com/office/drawing/2014/main" id="{5CA37626-93A6-4081-9ED9-636DCDEED43D}"/>
              </a:ext>
            </a:extLst>
          </p:cNvPr>
          <p:cNvSpPr>
            <a:spLocks noGrp="1"/>
          </p:cNvSpPr>
          <p:nvPr>
            <p:ph type="body" sz="quarter" idx="19" hasCustomPrompt="1"/>
          </p:nvPr>
        </p:nvSpPr>
        <p:spPr>
          <a:xfrm>
            <a:off x="1592569" y="6458201"/>
            <a:ext cx="6932612" cy="385194"/>
          </a:xfrm>
        </p:spPr>
        <p:txBody>
          <a:bodyPr rIns="0" anchor="ctr" anchorCtr="0">
            <a:noAutofit/>
          </a:bodyPr>
          <a:lstStyle>
            <a:lvl1pPr algn="r">
              <a:defRPr lang="en-US" sz="800" kern="1200" dirty="0">
                <a:solidFill>
                  <a:schemeClr val="bg1"/>
                </a:solidFill>
                <a:latin typeface="Calibri" panose="020F0502020204030204" pitchFamily="34" charset="0"/>
                <a:ea typeface="+mn-ea"/>
                <a:cs typeface="Calibri" panose="020F0502020204030204" pitchFamily="34" charset="0"/>
              </a:defRPr>
            </a:lvl1pPr>
          </a:lstStyle>
          <a:p>
            <a:pPr marL="0" marR="0" lvl="0" indent="0" algn="r" defTabSz="914400" rtl="0" eaLnBrk="1" fontAlgn="auto" latinLnBrk="0" hangingPunct="1">
              <a:lnSpc>
                <a:spcPct val="100000"/>
              </a:lnSpc>
              <a:spcBef>
                <a:spcPts val="0"/>
              </a:spcBef>
              <a:spcAft>
                <a:spcPts val="800"/>
              </a:spcAft>
              <a:buClrTx/>
              <a:buSzTx/>
              <a:buFont typeface="Arial" panose="020B0604020202020204" pitchFamily="34" charset="0"/>
              <a:buNone/>
              <a:tabLst/>
            </a:pP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458200"/>
            <a:ext cx="355840" cy="385194"/>
          </a:xfr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70701267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8.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5B9B96F-01AB-4DD8-9A0B-D81D4B92BC67}"/>
              </a:ext>
            </a:extLst>
          </p:cNvPr>
          <p:cNvSpPr/>
          <p:nvPr userDrawn="1"/>
        </p:nvSpPr>
        <p:spPr bwMode="auto">
          <a:xfrm>
            <a:off x="0" y="-1"/>
            <a:ext cx="9144000" cy="481867"/>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a:solidFill>
                <a:srgbClr val="000000"/>
              </a:solidFill>
              <a:latin typeface="+mn-lt"/>
              <a:cs typeface="+mn-cs"/>
            </a:endParaRPr>
          </a:p>
        </p:txBody>
      </p:sp>
      <p:pic>
        <p:nvPicPr>
          <p:cNvPr id="8" name="MGH logo">
            <a:extLst>
              <a:ext uri="{FF2B5EF4-FFF2-40B4-BE49-F238E27FC236}">
                <a16:creationId xmlns:a16="http://schemas.microsoft.com/office/drawing/2014/main" id="{202AAA75-63DC-48F9-8834-4D17A1CF4E2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4600" y="126037"/>
            <a:ext cx="612648" cy="612648"/>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p:nvSpPr>
        <p:spPr>
          <a:xfrm>
            <a:off x="465512" y="741460"/>
            <a:ext cx="8558299" cy="307777"/>
          </a:xfrm>
          <a:prstGeom prst="rect">
            <a:avLst/>
          </a:prstGeom>
          <a:noFill/>
        </p:spPr>
        <p:txBody>
          <a:bodyPr wrap="square" lIns="45720" rIns="45720"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40">
                <a:effectLst/>
                <a:latin typeface="Arial" panose="020B0604020202020204" pitchFamily="34" charset="0"/>
                <a:ea typeface="Calibri" panose="020F0502020204030204" pitchFamily="34" charset="0"/>
                <a:cs typeface="Arial" panose="020B0604020202020204" pitchFamily="34" charset="0"/>
              </a:rPr>
              <a:t>Because learning changes everything.</a:t>
            </a:r>
            <a:r>
              <a:rPr lang="en-US" sz="1400" spc="40" baseline="30000">
                <a:effectLst/>
                <a:latin typeface="Arial" panose="020B0604020202020204" pitchFamily="34" charset="0"/>
                <a:ea typeface="Calibri" panose="020F0502020204030204" pitchFamily="34" charset="0"/>
                <a:cs typeface="Arial" panose="020B0604020202020204" pitchFamily="34" charset="0"/>
              </a:rPr>
              <a:t>®</a:t>
            </a:r>
            <a:endParaRPr lang="en-US" sz="1400" spc="40" baseline="3000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6A1A395B-AC00-4912-B68A-9FFDC1A8A4DA}"/>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40575" y="1284804"/>
            <a:ext cx="4229373" cy="4663440"/>
          </a:xfrm>
          <a:prstGeom prst="rect">
            <a:avLst/>
          </a:prstGeom>
        </p:spPr>
      </p:pic>
      <p:sp>
        <p:nvSpPr>
          <p:cNvPr id="14" name="Slide Number Placeholder">
            <a:extLst>
              <a:ext uri="{FF2B5EF4-FFF2-40B4-BE49-F238E27FC236}">
                <a16:creationId xmlns:a16="http://schemas.microsoft.com/office/drawing/2014/main" id="{358CCDBF-D83B-42C0-9F60-3DB5E69B969D}"/>
              </a:ext>
            </a:extLst>
          </p:cNvPr>
          <p:cNvSpPr>
            <a:spLocks noGrp="1"/>
          </p:cNvSpPr>
          <p:nvPr>
            <p:ph type="sldNum" sz="quarter" idx="4"/>
          </p:nvPr>
        </p:nvSpPr>
        <p:spPr>
          <a:xfrm>
            <a:off x="8562109" y="6089955"/>
            <a:ext cx="461703" cy="279400"/>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
        <p:nvSpPr>
          <p:cNvPr id="11" name="Rectangle 10">
            <a:extLst>
              <a:ext uri="{FF2B5EF4-FFF2-40B4-BE49-F238E27FC236}">
                <a16:creationId xmlns:a16="http://schemas.microsoft.com/office/drawing/2014/main" id="{827CDCCE-AEEF-467C-B925-131D7D384F3C}"/>
              </a:ext>
            </a:extLst>
          </p:cNvPr>
          <p:cNvSpPr/>
          <p:nvPr userDrawn="1"/>
        </p:nvSpPr>
        <p:spPr bwMode="auto">
          <a:xfrm>
            <a:off x="0" y="6369355"/>
            <a:ext cx="9144000" cy="490954"/>
          </a:xfrm>
          <a:prstGeom prst="rect">
            <a:avLst/>
          </a:prstGeom>
          <a:solidFill>
            <a:srgbClr val="D9D9D9"/>
          </a:solidFill>
          <a:ln>
            <a:noFill/>
          </a:ln>
          <a:effectLst/>
        </p:spPr>
        <p:txBody>
          <a:bodyPr lIns="90488" tIns="44450" rIns="90488" bIns="44450" anchor="ctr"/>
          <a:lstStyle/>
          <a:p>
            <a:pPr algn="ctr">
              <a:defRPr/>
            </a:pPr>
            <a:endParaRPr lang="en-US" sz="1000" i="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4098600466"/>
      </p:ext>
    </p:extLst>
  </p:cSld>
  <p:clrMap bg1="lt1" tx1="dk1" bg2="lt2" tx2="dk2" accent1="accent1" accent2="accent2" accent3="accent3" accent4="accent4" accent5="accent5" accent6="accent6" hlink="hlink" folHlink="folHlink"/>
  <p:sldLayoutIdLst>
    <p:sldLayoutId id="2147483673" r:id="rId1"/>
    <p:sldLayoutId id="2147483674"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7D76183D-3485-4A46-8E8E-BA5DC84389D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603059519"/>
      </p:ext>
    </p:extLst>
  </p:cSld>
  <p:clrMap bg1="lt1" tx1="dk1" bg2="lt2" tx2="dk2" accent1="accent1" accent2="accent2" accent3="accent3" accent4="accent4" accent5="accent5" accent6="accent6" hlink="hlink" folHlink="folHlink"/>
  <p:sldLayoutIdLst>
    <p:sldLayoutId id="2147483694" r:id="rId1"/>
    <p:sldLayoutId id="2147483696" r:id="rId2"/>
    <p:sldLayoutId id="2147483676" r:id="rId3"/>
    <p:sldLayoutId id="2147483697" r:id="rId4"/>
    <p:sldLayoutId id="2147483695" r:id="rId5"/>
    <p:sldLayoutId id="2147483677" r:id="rId6"/>
    <p:sldLayoutId id="2147483690" r:id="rId7"/>
    <p:sldLayoutId id="2147483693" r:id="rId8"/>
    <p:sldLayoutId id="2147483692" r:id="rId9"/>
    <p:sldLayoutId id="2147483691" r:id="rId10"/>
    <p:sldLayoutId id="2147483698" r:id="rId11"/>
    <p:sldLayoutId id="2147483699" r:id="rId12"/>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E2F7581-8105-4856-B006-EAE98E0C9AC7}"/>
              </a:ext>
            </a:extLst>
          </p:cNvPr>
          <p:cNvSpPr/>
          <p:nvPr userDrawn="1"/>
        </p:nvSpPr>
        <p:spPr bwMode="auto">
          <a:xfrm>
            <a:off x="-1" y="0"/>
            <a:ext cx="9144000" cy="490954"/>
          </a:xfrm>
          <a:prstGeom prst="rect">
            <a:avLst/>
          </a:prstGeom>
          <a:solidFill>
            <a:srgbClr val="D9D9D9"/>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a:solidFill>
                <a:srgbClr val="000000"/>
              </a:solidFill>
              <a:latin typeface="+mn-lt"/>
              <a:cs typeface="+mn-cs"/>
            </a:endParaRPr>
          </a:p>
        </p:txBody>
      </p:sp>
      <p:sp>
        <p:nvSpPr>
          <p:cNvPr id="7" name="Rectangle 6">
            <a:extLst>
              <a:ext uri="{FF2B5EF4-FFF2-40B4-BE49-F238E27FC236}">
                <a16:creationId xmlns:a16="http://schemas.microsoft.com/office/drawing/2014/main" id="{70958A1A-1A12-45A2-B5E0-60CE12EFE953}"/>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nchor="ctr"/>
          <a:lstStyle/>
          <a:p>
            <a:pPr marL="0" marR="0" lvl="0" indent="0" algn="ctr" defTabSz="457200" rtl="0" eaLnBrk="0" fontAlgn="auto" latinLnBrk="0" hangingPunct="0">
              <a:lnSpc>
                <a:spcPct val="100000"/>
              </a:lnSpc>
              <a:spcBef>
                <a:spcPct val="34000"/>
              </a:spcBef>
              <a:spcAft>
                <a:spcPts val="0"/>
              </a:spcAft>
              <a:buClr>
                <a:srgbClr val="000000"/>
              </a:buClr>
              <a:buSzPct val="100000"/>
              <a:buFont typeface="Symbol" pitchFamily="18" charset="2"/>
              <a:buNone/>
              <a:tabLst/>
              <a:defRPr/>
            </a:pPr>
            <a:endParaRPr lang="en-US" sz="1000" i="0">
              <a:solidFill>
                <a:srgbClr val="000000"/>
              </a:solidFill>
              <a:latin typeface="+mn-lt"/>
              <a:cs typeface="Arial" panose="020B0604020202020204" pitchFamily="34" charset="0"/>
            </a:endParaRPr>
          </a:p>
        </p:txBody>
      </p:sp>
    </p:spTree>
    <p:extLst>
      <p:ext uri="{BB962C8B-B14F-4D97-AF65-F5344CB8AC3E}">
        <p14:creationId xmlns:p14="http://schemas.microsoft.com/office/powerpoint/2010/main" val="580835463"/>
      </p:ext>
    </p:extLst>
  </p:cSld>
  <p:clrMap bg1="lt1" tx1="dk1" bg2="lt2" tx2="dk2" accent1="accent1" accent2="accent2" accent3="accent3" accent4="accent4" accent5="accent5" accent6="accent6" hlink="hlink" folHlink="folHlink"/>
  <p:sldLayoutIdLst>
    <p:sldLayoutId id="2147483679"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2160">
          <p15:clr>
            <a:srgbClr val="F26B43"/>
          </p15:clr>
        </p15:guide>
        <p15:guide id="13" pos="36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459613783"/>
      </p:ext>
    </p:extLst>
  </p:cSld>
  <p:clrMap bg1="lt1" tx1="dk1" bg2="lt2" tx2="dk2" accent1="accent1" accent2="accent2" accent3="accent3" accent4="accent4" accent5="accent5" accent6="accent6" hlink="hlink" folHlink="folHlink"/>
  <p:sldLayoutIdLst>
    <p:sldLayoutId id="2147483681"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512794" y="148703"/>
            <a:ext cx="8118412" cy="1053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517588" y="1346200"/>
            <a:ext cx="8108824" cy="4766733"/>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3125060620"/>
      </p:ext>
    </p:extLst>
  </p:cSld>
  <p:clrMap bg1="lt1" tx1="dk1" bg2="lt2" tx2="dk2" accent1="accent1" accent2="accent2" accent3="accent3" accent4="accent4" accent5="accent5" accent6="accent6" hlink="hlink" folHlink="folHlink"/>
  <p:sldLayoutIdLst>
    <p:sldLayoutId id="2147483683"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10" name="Rectangle 9">
            <a:extLst>
              <a:ext uri="{FF2B5EF4-FFF2-40B4-BE49-F238E27FC236}">
                <a16:creationId xmlns:a16="http://schemas.microsoft.com/office/drawing/2014/main" id="{B5AFE35D-2800-49B9-98ED-918880A1185E}"/>
              </a:ext>
            </a:extLst>
          </p:cNvPr>
          <p:cNvSpPr/>
          <p:nvPr userDrawn="1"/>
        </p:nvSpPr>
        <p:spPr bwMode="auto">
          <a:xfrm>
            <a:off x="0" y="6367046"/>
            <a:ext cx="9144000" cy="490954"/>
          </a:xfrm>
          <a:prstGeom prst="rect">
            <a:avLst/>
          </a:prstGeom>
          <a:solidFill>
            <a:schemeClr val="bg1">
              <a:lumMod val="85000"/>
            </a:schemeClr>
          </a:solidFill>
          <a:ln>
            <a:noFill/>
          </a:ln>
          <a:effectLst/>
        </p:spPr>
        <p:txBody>
          <a:bodyPr lIns="90488" tIns="44450" rIns="90488" bIns="44450"/>
          <a:lstStyle/>
          <a:p>
            <a:pPr marL="169863" indent="-169863" eaLnBrk="0" hangingPunct="0">
              <a:spcBef>
                <a:spcPct val="34000"/>
              </a:spcBef>
              <a:buClr>
                <a:srgbClr val="000000"/>
              </a:buClr>
              <a:buSzPct val="100000"/>
              <a:buFont typeface="Symbol" pitchFamily="18" charset="2"/>
              <a:buChar char="·"/>
              <a:defRPr/>
            </a:pPr>
            <a:endParaRPr lang="en-US" sz="1600">
              <a:solidFill>
                <a:srgbClr val="000000"/>
              </a:solidFill>
              <a:latin typeface="+mn-lt"/>
              <a:cs typeface="+mn-cs"/>
            </a:endParaRPr>
          </a:p>
        </p:txBody>
      </p:sp>
      <p:sp>
        <p:nvSpPr>
          <p:cNvPr id="8" name="Short Copyright">
            <a:extLst>
              <a:ext uri="{FF2B5EF4-FFF2-40B4-BE49-F238E27FC236}">
                <a16:creationId xmlns:a16="http://schemas.microsoft.com/office/drawing/2014/main" id="{4A2FC72F-53CB-4924-9CB5-4C71034E8F6B}"/>
              </a:ext>
            </a:extLst>
          </p:cNvPr>
          <p:cNvSpPr txBox="1"/>
          <p:nvPr userDrawn="1"/>
        </p:nvSpPr>
        <p:spPr>
          <a:xfrm>
            <a:off x="215658" y="6542844"/>
            <a:ext cx="1233578" cy="215444"/>
          </a:xfrm>
          <a:prstGeom prst="rect">
            <a:avLst/>
          </a:prstGeom>
          <a:noFill/>
        </p:spPr>
        <p:txBody>
          <a:bodyPr wrap="square" lIns="45720" rIns="45720" rtlCol="0" anchor="ctr">
            <a:spAutoFit/>
          </a:bodyPr>
          <a:lstStyle/>
          <a:p>
            <a:r>
              <a:rPr lang="en-IN" sz="800" b="0" kern="1200">
                <a:solidFill>
                  <a:schemeClr val="tx1"/>
                </a:solidFill>
                <a:effectLst/>
                <a:latin typeface="+mn-lt"/>
                <a:ea typeface="+mn-ea"/>
                <a:cs typeface="+mn-cs"/>
              </a:rPr>
              <a:t>© McGraw Hill LLC</a:t>
            </a:r>
          </a:p>
        </p:txBody>
      </p:sp>
      <p:sp>
        <p:nvSpPr>
          <p:cNvPr id="9" name="Slide Number Placeholder">
            <a:extLst>
              <a:ext uri="{FF2B5EF4-FFF2-40B4-BE49-F238E27FC236}">
                <a16:creationId xmlns:a16="http://schemas.microsoft.com/office/drawing/2014/main" id="{D81F4F2D-3BB8-4150-BA92-5F3FA2A274EB}"/>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2168668309"/>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42844"/>
            <a:ext cx="1233578" cy="215444"/>
          </a:xfrm>
          <a:prstGeom prst="rect">
            <a:avLst/>
          </a:prstGeom>
          <a:noFill/>
        </p:spPr>
        <p:txBody>
          <a:bodyPr wrap="square" lIns="45720" rIns="45720" rtlCol="0" anchor="ctr">
            <a:spAutoFit/>
          </a:bodyPr>
          <a:lstStyle/>
          <a:p>
            <a:r>
              <a:rPr lang="en-IN" sz="800" b="0" kern="1200">
                <a:solidFill>
                  <a:schemeClr val="tx1"/>
                </a:solidFill>
                <a:effectLst/>
                <a:latin typeface="+mn-lt"/>
                <a:ea typeface="+mn-ea"/>
                <a:cs typeface="+mn-cs"/>
              </a:rPr>
              <a:t>© McGraw Hill LLC</a:t>
            </a:r>
          </a:p>
        </p:txBody>
      </p:sp>
      <p:sp>
        <p:nvSpPr>
          <p:cNvPr id="6" name="Slide Number Placeholder">
            <a:extLst>
              <a:ext uri="{FF2B5EF4-FFF2-40B4-BE49-F238E27FC236}">
                <a16:creationId xmlns:a16="http://schemas.microsoft.com/office/drawing/2014/main" id="{E9109236-1BF2-42DF-B3D7-8095A6311691}"/>
              </a:ext>
            </a:extLst>
          </p:cNvPr>
          <p:cNvSpPr>
            <a:spLocks noGrp="1"/>
          </p:cNvSpPr>
          <p:nvPr>
            <p:ph type="sldNum" sz="quarter" idx="4"/>
          </p:nvPr>
        </p:nvSpPr>
        <p:spPr>
          <a:xfrm>
            <a:off x="8466639" y="6507919"/>
            <a:ext cx="461703" cy="314325"/>
          </a:xfrm>
          <a:prstGeom prst="rect">
            <a:avLst/>
          </a:prstGeom>
        </p:spPr>
        <p:txBody>
          <a:bodyPr vert="horz" lIns="45720" tIns="45720" rIns="45720" bIns="45720" rtlCol="0" anchor="ctr"/>
          <a:lstStyle>
            <a:lvl1pPr algn="r">
              <a:defRPr sz="800">
                <a:solidFill>
                  <a:schemeClr val="tx1"/>
                </a:solidFill>
                <a:latin typeface="Arial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1687634475"/>
      </p:ext>
    </p:extLst>
  </p:cSld>
  <p:clrMap bg1="lt1" tx1="dk1" bg2="lt2" tx2="dk2" accent1="accent1" accent2="accent2" accent3="accent3" accent4="accent4" accent5="accent5" accent6="accent6" hlink="hlink" folHlink="folHlink"/>
  <p:sldLayoutIdLst>
    <p:sldLayoutId id="2147483687"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96C750-0659-48DE-A47B-CB4755CF87C8}"/>
              </a:ext>
            </a:extLst>
          </p:cNvPr>
          <p:cNvSpPr/>
          <p:nvPr userDrawn="1"/>
        </p:nvSpPr>
        <p:spPr>
          <a:xfrm>
            <a:off x="0" y="6443133"/>
            <a:ext cx="9144000" cy="414867"/>
          </a:xfrm>
          <a:prstGeom prst="rect">
            <a:avLst/>
          </a:prstGeom>
          <a:solidFill>
            <a:schemeClr val="bg1">
              <a:alpha val="8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C6E75AB-522C-474E-9E3E-415E5ACB67EA}"/>
              </a:ext>
            </a:extLst>
          </p:cNvPr>
          <p:cNvSpPr/>
          <p:nvPr userDrawn="1"/>
        </p:nvSpPr>
        <p:spPr>
          <a:xfrm>
            <a:off x="730223" y="2335879"/>
            <a:ext cx="7683555" cy="1363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400">
              <a:latin typeface="Calibri (Headings)"/>
            </a:endParaRPr>
          </a:p>
        </p:txBody>
      </p:sp>
      <p:sp>
        <p:nvSpPr>
          <p:cNvPr id="6" name="Rectangle 5">
            <a:extLst>
              <a:ext uri="{FF2B5EF4-FFF2-40B4-BE49-F238E27FC236}">
                <a16:creationId xmlns:a16="http://schemas.microsoft.com/office/drawing/2014/main" id="{8CB7F0CE-DA2B-4031-BE27-29AD3872DDEF}"/>
              </a:ext>
            </a:extLst>
          </p:cNvPr>
          <p:cNvSpPr/>
          <p:nvPr userDrawn="1"/>
        </p:nvSpPr>
        <p:spPr>
          <a:xfrm>
            <a:off x="1584125" y="3961709"/>
            <a:ext cx="5975751" cy="1765764"/>
          </a:xfrm>
          <a:prstGeom prst="rect">
            <a:avLst/>
          </a:prstGeom>
          <a:solidFill>
            <a:schemeClr val="bg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hidden="1">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hidden="1">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2" name="Short Copyright">
            <a:extLst>
              <a:ext uri="{FF2B5EF4-FFF2-40B4-BE49-F238E27FC236}">
                <a16:creationId xmlns:a16="http://schemas.microsoft.com/office/drawing/2014/main" id="{36838A37-515E-4F5C-BF9F-CE51891A9C27}"/>
              </a:ext>
            </a:extLst>
          </p:cNvPr>
          <p:cNvSpPr txBox="1"/>
          <p:nvPr/>
        </p:nvSpPr>
        <p:spPr>
          <a:xfrm>
            <a:off x="215658" y="6535150"/>
            <a:ext cx="1233578" cy="230832"/>
          </a:xfrm>
          <a:prstGeom prst="rect">
            <a:avLst/>
          </a:prstGeom>
          <a:noFill/>
        </p:spPr>
        <p:txBody>
          <a:bodyPr wrap="square" lIns="45720" rIns="45720" rtlCol="0" anchor="ctr">
            <a:spAutoFit/>
          </a:bodyPr>
          <a:lstStyle/>
          <a:p>
            <a:r>
              <a:rPr lang="en-US" sz="900" b="0">
                <a:solidFill>
                  <a:schemeClr val="bg1"/>
                </a:solidFill>
                <a:latin typeface="Calibri (Body)"/>
                <a:cs typeface="Calibri" panose="020F0502020204030204" pitchFamily="34" charset="0"/>
              </a:rPr>
              <a:t>© McGraw-Hill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569868"/>
            <a:ext cx="355840" cy="161396"/>
          </a:xfrm>
          <a:prstGeom prst="rect">
            <a:avLst/>
          </a:prstGeom>
        </p:spPr>
        <p:txBody>
          <a:bodyPr vert="horz" lIns="45720" tIns="45720" rIns="45720" bIns="45720" rtlCol="0" anchor="ctr"/>
          <a:lstStyle>
            <a:lvl1pPr algn="r">
              <a:defRPr sz="900">
                <a:solidFill>
                  <a:schemeClr val="bg1"/>
                </a:solidFill>
                <a:latin typeface="Calibri (Body)"/>
                <a:cs typeface="Calibri" panose="020F0502020204030204" pitchFamily="34" charset="0"/>
              </a:defRPr>
            </a:lvl1pPr>
          </a:lstStyle>
          <a:p>
            <a:fld id="{68151E55-6873-49E2-B8D5-2F265E6F1973}" type="slidenum">
              <a:rPr lang="en-US" smtClean="0"/>
              <a:pPr/>
              <a:t>‹#›</a:t>
            </a:fld>
            <a:endParaRPr lang="en-US"/>
          </a:p>
        </p:txBody>
      </p:sp>
    </p:spTree>
    <p:extLst>
      <p:ext uri="{BB962C8B-B14F-4D97-AF65-F5344CB8AC3E}">
        <p14:creationId xmlns:p14="http://schemas.microsoft.com/office/powerpoint/2010/main" val="476714983"/>
      </p:ext>
    </p:extLst>
  </p:cSld>
  <p:clrMap bg1="lt1" tx1="dk1" bg2="lt2" tx2="dk2" accent1="accent1" accent2="accent2" accent3="accent3" accent4="accent4" accent5="accent5" accent6="accent6" hlink="hlink" folHlink="folHlink"/>
  <p:sldLayoutIdLst>
    <p:sldLayoutId id="2147483689" r:id="rId1"/>
  </p:sldLayoutIdLst>
  <p:hf hdr="0" dt="0"/>
  <p:txStyles>
    <p:titleStyle>
      <a:lvl1pPr algn="l" defTabSz="914400" rtl="0" eaLnBrk="1" latinLnBrk="0" hangingPunct="1">
        <a:lnSpc>
          <a:spcPct val="90000"/>
        </a:lnSpc>
        <a:spcBef>
          <a:spcPct val="0"/>
        </a:spcBef>
        <a:buNone/>
        <a:defRPr sz="2400" b="1" kern="1200">
          <a:solidFill>
            <a:schemeClr val="tx2"/>
          </a:solidFill>
          <a:latin typeface="Calibri (Headings)"/>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Calibri" panose="020F0502020204030204" pitchFamily="34" charset="0"/>
          <a:ea typeface="+mn-ea"/>
          <a:cs typeface="Calibri" panose="020F0502020204030204" pitchFamily="34" charset="0"/>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Calibri" panose="020F0502020204030204" pitchFamily="34" charset="0"/>
          <a:ea typeface="+mn-ea"/>
          <a:cs typeface="Calibri" panose="020F0502020204030204" pitchFamily="34" charset="0"/>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Calibri" panose="020F0502020204030204" pitchFamily="34" charset="0"/>
          <a:ea typeface="+mn-ea"/>
          <a:cs typeface="Calibri" panose="020F0502020204030204" pitchFamily="34" charset="0"/>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slide" Target="slide50.xml"/><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slide" Target="slide5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slide" Target="slide5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slide" Target="slide5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7.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slide" Target="slide5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slide" Target="slide5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4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slide" Target="slide56.xml"/></Relationships>
</file>

<file path=ppt/slides/_rels/slide4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4.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slide" Target="slide57.xml"/><Relationship Id="rId4" Type="http://schemas.openxmlformats.org/officeDocument/2006/relationships/image" Target="../media/image27.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slide" Target="slide22.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slide" Target="slide39.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0733ED0-3842-43A7-8BDE-AFE8B97FDE28}"/>
              </a:ext>
            </a:extLst>
          </p:cNvPr>
          <p:cNvSpPr>
            <a:spLocks noGrp="1"/>
          </p:cNvSpPr>
          <p:nvPr>
            <p:ph type="ctrTitle"/>
          </p:nvPr>
        </p:nvSpPr>
        <p:spPr>
          <a:xfrm>
            <a:off x="4572000" y="1300037"/>
            <a:ext cx="4572000" cy="857010"/>
          </a:xfrm>
        </p:spPr>
        <p:txBody>
          <a:bodyPr/>
          <a:lstStyle/>
          <a:p>
            <a:r>
              <a:rPr lang="en-US" altLang="en-US"/>
              <a:t>Biology</a:t>
            </a:r>
            <a:endParaRPr lang="en-IN"/>
          </a:p>
        </p:txBody>
      </p:sp>
      <p:sp>
        <p:nvSpPr>
          <p:cNvPr id="5" name="Subtitle 2">
            <a:extLst>
              <a:ext uri="{FF2B5EF4-FFF2-40B4-BE49-F238E27FC236}">
                <a16:creationId xmlns:a16="http://schemas.microsoft.com/office/drawing/2014/main" id="{0870AA8A-D98D-4EB3-81F3-3373CF2A34CB}"/>
              </a:ext>
            </a:extLst>
          </p:cNvPr>
          <p:cNvSpPr>
            <a:spLocks noGrp="1"/>
          </p:cNvSpPr>
          <p:nvPr>
            <p:ph type="subTitle" idx="1"/>
          </p:nvPr>
        </p:nvSpPr>
        <p:spPr>
          <a:xfrm>
            <a:off x="4454771" y="2273103"/>
            <a:ext cx="4689229" cy="660047"/>
          </a:xfrm>
        </p:spPr>
        <p:txBody>
          <a:bodyPr/>
          <a:lstStyle/>
          <a:p>
            <a:r>
              <a:rPr lang="en-US" altLang="en-US" sz="1800">
                <a:solidFill>
                  <a:schemeClr val="tx1"/>
                </a:solidFill>
                <a:effectLst/>
                <a:latin typeface="+mj-lt"/>
              </a:rPr>
              <a:t>Sylvia S. </a:t>
            </a:r>
            <a:r>
              <a:rPr lang="en-US" altLang="en-US" sz="1800" err="1">
                <a:solidFill>
                  <a:schemeClr val="tx1"/>
                </a:solidFill>
                <a:effectLst/>
                <a:latin typeface="+mj-lt"/>
              </a:rPr>
              <a:t>Mader</a:t>
            </a:r>
            <a:br>
              <a:rPr lang="en-US" altLang="en-US" sz="1800">
                <a:solidFill>
                  <a:schemeClr val="tx1"/>
                </a:solidFill>
                <a:effectLst/>
                <a:latin typeface="+mj-lt"/>
              </a:rPr>
            </a:br>
            <a:r>
              <a:rPr lang="en-US" altLang="en-US" sz="1800">
                <a:solidFill>
                  <a:schemeClr val="tx1"/>
                </a:solidFill>
                <a:effectLst/>
                <a:latin typeface="+mj-lt"/>
              </a:rPr>
              <a:t>Michael </a:t>
            </a:r>
            <a:r>
              <a:rPr lang="en-US" altLang="en-US" sz="1800" err="1">
                <a:solidFill>
                  <a:schemeClr val="tx1"/>
                </a:solidFill>
                <a:effectLst/>
                <a:latin typeface="+mj-lt"/>
              </a:rPr>
              <a:t>Windelspecht</a:t>
            </a:r>
            <a:endParaRPr lang="en-IN" sz="1800">
              <a:solidFill>
                <a:schemeClr val="tx1"/>
              </a:solidFill>
              <a:effectLst/>
              <a:latin typeface="+mj-lt"/>
            </a:endParaRPr>
          </a:p>
        </p:txBody>
      </p:sp>
      <p:sp>
        <p:nvSpPr>
          <p:cNvPr id="6" name="Content Placeholder 3">
            <a:extLst>
              <a:ext uri="{FF2B5EF4-FFF2-40B4-BE49-F238E27FC236}">
                <a16:creationId xmlns:a16="http://schemas.microsoft.com/office/drawing/2014/main" id="{592C8D69-86D8-4DDD-A213-ED8E89CF93EE}"/>
              </a:ext>
            </a:extLst>
          </p:cNvPr>
          <p:cNvSpPr>
            <a:spLocks noGrp="1"/>
          </p:cNvSpPr>
          <p:nvPr>
            <p:ph sz="quarter" idx="11"/>
          </p:nvPr>
        </p:nvSpPr>
        <p:spPr>
          <a:xfrm>
            <a:off x="4665784" y="3613700"/>
            <a:ext cx="4384431" cy="797713"/>
          </a:xfrm>
        </p:spPr>
        <p:txBody>
          <a:bodyPr/>
          <a:lstStyle/>
          <a:p>
            <a:pPr>
              <a:spcBef>
                <a:spcPts val="0"/>
              </a:spcBef>
            </a:pPr>
            <a:r>
              <a:rPr lang="en-US" altLang="en-US" sz="2800" b="0"/>
              <a:t>Chapter 26</a:t>
            </a:r>
          </a:p>
          <a:p>
            <a:pPr>
              <a:spcBef>
                <a:spcPts val="0"/>
              </a:spcBef>
            </a:pPr>
            <a:r>
              <a:rPr lang="en-US" altLang="en-US" sz="2800" b="0"/>
              <a:t>Flowering Plants: Control of Growth Responses</a:t>
            </a:r>
          </a:p>
          <a:p>
            <a:pPr>
              <a:spcBef>
                <a:spcPts val="0"/>
              </a:spcBef>
            </a:pPr>
            <a:r>
              <a:rPr lang="en-US" altLang="en-US" sz="2800" b="0"/>
              <a:t>Lecture Outline</a:t>
            </a:r>
          </a:p>
        </p:txBody>
      </p:sp>
      <p:sp>
        <p:nvSpPr>
          <p:cNvPr id="7" name="Content Placeholder 4">
            <a:extLst>
              <a:ext uri="{FF2B5EF4-FFF2-40B4-BE49-F238E27FC236}">
                <a16:creationId xmlns:a16="http://schemas.microsoft.com/office/drawing/2014/main" id="{50B07C52-C32A-404C-823B-3E0C2B4D72F2}"/>
              </a:ext>
            </a:extLst>
          </p:cNvPr>
          <p:cNvSpPr>
            <a:spLocks noGrp="1"/>
          </p:cNvSpPr>
          <p:nvPr>
            <p:ph sz="quarter" idx="12"/>
          </p:nvPr>
        </p:nvSpPr>
        <p:spPr>
          <a:xfrm>
            <a:off x="4876800" y="5187517"/>
            <a:ext cx="3962400" cy="961001"/>
          </a:xfrm>
        </p:spPr>
        <p:txBody>
          <a:bodyPr/>
          <a:lstStyle/>
          <a:p>
            <a:r>
              <a:rPr lang="en-US" altLang="en-US" sz="1400" b="1">
                <a:latin typeface="+mn-lt"/>
              </a:rPr>
              <a:t>See separate </a:t>
            </a:r>
            <a:r>
              <a:rPr lang="en-US" altLang="en-US" sz="1400" b="1" err="1">
                <a:latin typeface="+mn-lt"/>
              </a:rPr>
              <a:t>FlexArt</a:t>
            </a:r>
            <a:r>
              <a:rPr lang="en-US" altLang="en-US" sz="1400" b="1">
                <a:latin typeface="+mn-lt"/>
              </a:rPr>
              <a:t> PowerPoint slides for all figures and tables pre-inserted into PowerPoint without notes.</a:t>
            </a:r>
            <a:endParaRPr lang="en-IN" sz="1400" b="1">
              <a:latin typeface="+mn-lt"/>
            </a:endParaRPr>
          </a:p>
        </p:txBody>
      </p:sp>
      <p:sp>
        <p:nvSpPr>
          <p:cNvPr id="8" name="Content Placeholder 8">
            <a:extLst>
              <a:ext uri="{FF2B5EF4-FFF2-40B4-BE49-F238E27FC236}">
                <a16:creationId xmlns:a16="http://schemas.microsoft.com/office/drawing/2014/main" id="{832A26C5-3035-4D87-94B1-1A1FF1CB321A}"/>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a:p>
        </p:txBody>
      </p:sp>
    </p:spTree>
    <p:extLst>
      <p:ext uri="{BB962C8B-B14F-4D97-AF65-F5344CB8AC3E}">
        <p14:creationId xmlns:p14="http://schemas.microsoft.com/office/powerpoint/2010/main" val="41324921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3780B-D6E1-4F5E-ABB4-040B76C6C1B2}"/>
              </a:ext>
            </a:extLst>
          </p:cNvPr>
          <p:cNvSpPr>
            <a:spLocks noGrp="1"/>
          </p:cNvSpPr>
          <p:nvPr>
            <p:ph type="title"/>
          </p:nvPr>
        </p:nvSpPr>
        <p:spPr>
          <a:xfrm>
            <a:off x="0" y="1"/>
            <a:ext cx="9144000" cy="1080654"/>
          </a:xfrm>
        </p:spPr>
        <p:txBody>
          <a:bodyPr/>
          <a:lstStyle/>
          <a:p>
            <a:r>
              <a:rPr lang="en-US"/>
              <a:t>Outline</a:t>
            </a:r>
            <a:endParaRPr lang="en-IN"/>
          </a:p>
        </p:txBody>
      </p:sp>
      <p:sp>
        <p:nvSpPr>
          <p:cNvPr id="3" name="Text Placeholder 2">
            <a:extLst>
              <a:ext uri="{FF2B5EF4-FFF2-40B4-BE49-F238E27FC236}">
                <a16:creationId xmlns:a16="http://schemas.microsoft.com/office/drawing/2014/main" id="{BBB489FF-1346-47CA-93FF-A97AA27FC8E8}"/>
              </a:ext>
            </a:extLst>
          </p:cNvPr>
          <p:cNvSpPr>
            <a:spLocks noGrp="1"/>
          </p:cNvSpPr>
          <p:nvPr>
            <p:ph type="body" sz="quarter" idx="19"/>
          </p:nvPr>
        </p:nvSpPr>
        <p:spPr>
          <a:xfrm>
            <a:off x="510453" y="1260307"/>
            <a:ext cx="7623676" cy="3769958"/>
          </a:xfrm>
        </p:spPr>
        <p:txBody>
          <a:bodyPr>
            <a:normAutofit/>
          </a:bodyPr>
          <a:lstStyle/>
          <a:p>
            <a:pPr lvl="0">
              <a:spcAft>
                <a:spcPts val="2000"/>
              </a:spcAft>
            </a:pPr>
            <a:r>
              <a:rPr lang="en-US" altLang="en-US" sz="3200">
                <a:solidFill>
                  <a:prstClr val="black"/>
                </a:solidFill>
              </a:rPr>
              <a:t>26.1 Plant Hormones</a:t>
            </a:r>
          </a:p>
          <a:p>
            <a:pPr lvl="0">
              <a:spcAft>
                <a:spcPts val="2000"/>
              </a:spcAft>
            </a:pPr>
            <a:r>
              <a:rPr lang="en-US" altLang="en-US" sz="3200">
                <a:solidFill>
                  <a:prstClr val="black"/>
                </a:solidFill>
              </a:rPr>
              <a:t>26.2 Plant Growth and Movement Responses</a:t>
            </a:r>
          </a:p>
          <a:p>
            <a:pPr lvl="0">
              <a:spcAft>
                <a:spcPts val="2000"/>
              </a:spcAft>
            </a:pPr>
            <a:r>
              <a:rPr lang="en-US" altLang="en-US" sz="3200">
                <a:solidFill>
                  <a:prstClr val="black"/>
                </a:solidFill>
              </a:rPr>
              <a:t>26.3 Plant Responses to Phytochrome</a:t>
            </a:r>
          </a:p>
        </p:txBody>
      </p:sp>
      <p:sp>
        <p:nvSpPr>
          <p:cNvPr id="4" name="Slide Number Placeholder 3">
            <a:extLst>
              <a:ext uri="{FF2B5EF4-FFF2-40B4-BE49-F238E27FC236}">
                <a16:creationId xmlns:a16="http://schemas.microsoft.com/office/drawing/2014/main" id="{06FD65B7-960F-4FF5-B858-E6E7B20D1CC7}"/>
              </a:ext>
            </a:extLst>
          </p:cNvPr>
          <p:cNvSpPr>
            <a:spLocks noGrp="1"/>
          </p:cNvSpPr>
          <p:nvPr>
            <p:ph type="sldNum" sz="quarter" idx="4"/>
          </p:nvPr>
        </p:nvSpPr>
        <p:spPr/>
        <p:txBody>
          <a:bodyPr/>
          <a:lstStyle/>
          <a:p>
            <a:fld id="{68151E55-6873-49E2-B8D5-2F265E6F1973}" type="slidenum">
              <a:rPr lang="en-US" smtClean="0"/>
              <a:pPr/>
              <a:t>2</a:t>
            </a:fld>
            <a:endParaRPr lang="en-US"/>
          </a:p>
        </p:txBody>
      </p:sp>
    </p:spTree>
    <p:extLst>
      <p:ext uri="{BB962C8B-B14F-4D97-AF65-F5344CB8AC3E}">
        <p14:creationId xmlns:p14="http://schemas.microsoft.com/office/powerpoint/2010/main" val="3381230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4D477E1-B3C8-416C-B529-A9686A173347}"/>
              </a:ext>
            </a:extLst>
          </p:cNvPr>
          <p:cNvSpPr>
            <a:spLocks noGrp="1"/>
          </p:cNvSpPr>
          <p:nvPr>
            <p:ph type="title"/>
          </p:nvPr>
        </p:nvSpPr>
        <p:spPr>
          <a:xfrm>
            <a:off x="0" y="1"/>
            <a:ext cx="9144000" cy="1177178"/>
          </a:xfrm>
        </p:spPr>
        <p:txBody>
          <a:bodyPr/>
          <a:lstStyle/>
          <a:p>
            <a:r>
              <a:rPr lang="en-US" altLang="en-US"/>
              <a:t>26.1 Plant Hormones</a:t>
            </a:r>
            <a:endParaRPr lang="en-IN"/>
          </a:p>
        </p:txBody>
      </p:sp>
      <p:sp>
        <p:nvSpPr>
          <p:cNvPr id="8" name="Text Placeholder 2">
            <a:extLst>
              <a:ext uri="{FF2B5EF4-FFF2-40B4-BE49-F238E27FC236}">
                <a16:creationId xmlns:a16="http://schemas.microsoft.com/office/drawing/2014/main" id="{0A9A0F72-C387-4CCB-B98C-85C115601C59}"/>
              </a:ext>
            </a:extLst>
          </p:cNvPr>
          <p:cNvSpPr>
            <a:spLocks noGrp="1"/>
          </p:cNvSpPr>
          <p:nvPr>
            <p:ph type="body" sz="quarter" idx="19"/>
          </p:nvPr>
        </p:nvSpPr>
        <p:spPr>
          <a:xfrm>
            <a:off x="842963" y="1177179"/>
            <a:ext cx="7623676" cy="2597651"/>
          </a:xfrm>
        </p:spPr>
        <p:txBody>
          <a:bodyPr/>
          <a:lstStyle/>
          <a:p>
            <a:pPr lvl="0">
              <a:lnSpc>
                <a:spcPct val="80000"/>
              </a:lnSpc>
              <a:spcAft>
                <a:spcPts val="1500"/>
              </a:spcAft>
            </a:pPr>
            <a:r>
              <a:rPr lang="en-US" sz="2800">
                <a:solidFill>
                  <a:prstClr val="black"/>
                </a:solidFill>
              </a:rPr>
              <a:t>Flowering plants perceive and react to a variety of environmental stimuli.</a:t>
            </a:r>
          </a:p>
          <a:p>
            <a:pPr marL="363538" lvl="2" indent="-363538">
              <a:lnSpc>
                <a:spcPct val="80000"/>
              </a:lnSpc>
              <a:spcBef>
                <a:spcPts val="0"/>
              </a:spcBef>
            </a:pPr>
            <a:r>
              <a:rPr lang="en-US" sz="2400">
                <a:solidFill>
                  <a:prstClr val="black"/>
                </a:solidFill>
              </a:rPr>
              <a:t>Stimuli include light, gravity, carbon dioxide levels, pathogen infection, drought, and touch.</a:t>
            </a:r>
          </a:p>
          <a:p>
            <a:pPr marL="363538" lvl="2" indent="-363538">
              <a:lnSpc>
                <a:spcPct val="80000"/>
              </a:lnSpc>
              <a:spcBef>
                <a:spcPts val="600"/>
              </a:spcBef>
            </a:pPr>
            <a:r>
              <a:rPr lang="en-US" sz="2400">
                <a:solidFill>
                  <a:prstClr val="black"/>
                </a:solidFill>
              </a:rPr>
              <a:t>Response to stimuli leads to the survival of the species. </a:t>
            </a:r>
          </a:p>
        </p:txBody>
      </p:sp>
      <p:sp>
        <p:nvSpPr>
          <p:cNvPr id="9" name="Text Placeholder 3">
            <a:extLst>
              <a:ext uri="{FF2B5EF4-FFF2-40B4-BE49-F238E27FC236}">
                <a16:creationId xmlns:a16="http://schemas.microsoft.com/office/drawing/2014/main" id="{5124592B-8470-496E-99CA-DB0E682B078E}"/>
              </a:ext>
            </a:extLst>
          </p:cNvPr>
          <p:cNvSpPr>
            <a:spLocks noGrp="1"/>
          </p:cNvSpPr>
          <p:nvPr>
            <p:ph type="body" sz="quarter" idx="20"/>
          </p:nvPr>
        </p:nvSpPr>
        <p:spPr>
          <a:xfrm>
            <a:off x="842963" y="3593123"/>
            <a:ext cx="7515726" cy="2914795"/>
          </a:xfrm>
        </p:spPr>
        <p:txBody>
          <a:bodyPr/>
          <a:lstStyle/>
          <a:p>
            <a:pPr lvl="0">
              <a:lnSpc>
                <a:spcPct val="90000"/>
              </a:lnSpc>
              <a:spcBef>
                <a:spcPct val="0"/>
              </a:spcBef>
              <a:spcAft>
                <a:spcPts val="600"/>
              </a:spcAft>
              <a:defRPr/>
            </a:pPr>
            <a:r>
              <a:rPr lang="en-US" sz="2800">
                <a:solidFill>
                  <a:prstClr val="black"/>
                </a:solidFill>
                <a:latin typeface="Arial" panose="020B0604020202020204" pitchFamily="34" charset="0"/>
                <a:cs typeface="Arial" panose="020B0604020202020204" pitchFamily="34" charset="0"/>
              </a:rPr>
              <a:t>The responses can be:</a:t>
            </a:r>
          </a:p>
          <a:p>
            <a:pPr marL="1588" lvl="1" indent="0">
              <a:lnSpc>
                <a:spcPct val="90000"/>
              </a:lnSpc>
              <a:spcBef>
                <a:spcPct val="0"/>
              </a:spcBef>
              <a:spcAft>
                <a:spcPts val="0"/>
              </a:spcAft>
              <a:buNone/>
              <a:defRPr/>
            </a:pPr>
            <a:r>
              <a:rPr lang="en-US" sz="2400">
                <a:solidFill>
                  <a:prstClr val="black"/>
                </a:solidFill>
                <a:latin typeface="Arial" panose="020B0604020202020204" pitchFamily="34" charset="0"/>
                <a:cs typeface="Arial" panose="020B0604020202020204" pitchFamily="34" charset="0"/>
              </a:rPr>
              <a:t>Short-term</a:t>
            </a:r>
          </a:p>
          <a:p>
            <a:pPr marL="363538" lvl="2" indent="-363538">
              <a:lnSpc>
                <a:spcPct val="90000"/>
              </a:lnSpc>
              <a:spcBef>
                <a:spcPts val="1200"/>
              </a:spcBef>
              <a:spcAft>
                <a:spcPts val="0"/>
              </a:spcAft>
              <a:defRPr/>
            </a:pPr>
            <a:r>
              <a:rPr lang="en-US" sz="2400">
                <a:solidFill>
                  <a:prstClr val="black"/>
                </a:solidFill>
                <a:latin typeface="Arial" panose="020B0604020202020204" pitchFamily="34" charset="0"/>
                <a:cs typeface="Arial" panose="020B0604020202020204" pitchFamily="34" charset="0"/>
              </a:rPr>
              <a:t>Stomata open and close in response to light levels.</a:t>
            </a:r>
          </a:p>
          <a:p>
            <a:pPr marL="1588" lvl="1" indent="0">
              <a:lnSpc>
                <a:spcPct val="90000"/>
              </a:lnSpc>
              <a:spcBef>
                <a:spcPct val="0"/>
              </a:spcBef>
              <a:spcAft>
                <a:spcPts val="0"/>
              </a:spcAft>
              <a:buNone/>
              <a:defRPr/>
            </a:pPr>
            <a:r>
              <a:rPr lang="en-US" sz="2400">
                <a:solidFill>
                  <a:prstClr val="black"/>
                </a:solidFill>
                <a:latin typeface="Arial" panose="020B0604020202020204" pitchFamily="34" charset="0"/>
                <a:cs typeface="Arial" panose="020B0604020202020204" pitchFamily="34" charset="0"/>
              </a:rPr>
              <a:t>Long-term</a:t>
            </a:r>
          </a:p>
          <a:p>
            <a:pPr marL="363538" lvl="2" indent="-363538">
              <a:lnSpc>
                <a:spcPct val="90000"/>
              </a:lnSpc>
              <a:spcBef>
                <a:spcPts val="1200"/>
              </a:spcBef>
              <a:spcAft>
                <a:spcPts val="0"/>
              </a:spcAft>
              <a:defRPr/>
            </a:pPr>
            <a:r>
              <a:rPr lang="en-US" sz="2400">
                <a:solidFill>
                  <a:prstClr val="black"/>
                </a:solidFill>
                <a:latin typeface="Arial" panose="020B0604020202020204" pitchFamily="34" charset="0"/>
                <a:cs typeface="Arial" panose="020B0604020202020204" pitchFamily="34" charset="0"/>
              </a:rPr>
              <a:t>The response to gravity causes downward growth of the root and the upward growth of the stem.</a:t>
            </a:r>
          </a:p>
        </p:txBody>
      </p:sp>
      <p:sp>
        <p:nvSpPr>
          <p:cNvPr id="4" name="Slide Number Placeholder 4">
            <a:extLst>
              <a:ext uri="{FF2B5EF4-FFF2-40B4-BE49-F238E27FC236}">
                <a16:creationId xmlns:a16="http://schemas.microsoft.com/office/drawing/2014/main" id="{AD9D0EF6-80F7-49A7-8805-6D2418433608}"/>
              </a:ext>
            </a:extLst>
          </p:cNvPr>
          <p:cNvSpPr>
            <a:spLocks noGrp="1"/>
          </p:cNvSpPr>
          <p:nvPr>
            <p:ph type="sldNum" sz="quarter" idx="4"/>
          </p:nvPr>
        </p:nvSpPr>
        <p:spPr/>
        <p:txBody>
          <a:bodyPr/>
          <a:lstStyle/>
          <a:p>
            <a:fld id="{68151E55-6873-49E2-B8D5-2F265E6F1973}" type="slidenum">
              <a:rPr lang="en-US" smtClean="0"/>
              <a:pPr/>
              <a:t>3</a:t>
            </a:fld>
            <a:endParaRPr lang="en-US"/>
          </a:p>
        </p:txBody>
      </p:sp>
    </p:spTree>
    <p:extLst>
      <p:ext uri="{BB962C8B-B14F-4D97-AF65-F5344CB8AC3E}">
        <p14:creationId xmlns:p14="http://schemas.microsoft.com/office/powerpoint/2010/main" val="223148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DA6B902-FCEA-4734-91A4-410C23A5304B}"/>
              </a:ext>
            </a:extLst>
          </p:cNvPr>
          <p:cNvSpPr>
            <a:spLocks noGrp="1"/>
          </p:cNvSpPr>
          <p:nvPr>
            <p:ph type="title"/>
          </p:nvPr>
        </p:nvSpPr>
        <p:spPr>
          <a:xfrm>
            <a:off x="0" y="1"/>
            <a:ext cx="9144000" cy="1031630"/>
          </a:xfrm>
        </p:spPr>
        <p:txBody>
          <a:bodyPr/>
          <a:lstStyle/>
          <a:p>
            <a:r>
              <a:rPr lang="en-US" altLang="en-US"/>
              <a:t>Signal Transduction</a:t>
            </a:r>
            <a:endParaRPr lang="en-IN"/>
          </a:p>
        </p:txBody>
      </p:sp>
      <p:sp>
        <p:nvSpPr>
          <p:cNvPr id="7" name="Text Placeholder 2">
            <a:extLst>
              <a:ext uri="{FF2B5EF4-FFF2-40B4-BE49-F238E27FC236}">
                <a16:creationId xmlns:a16="http://schemas.microsoft.com/office/drawing/2014/main" id="{8952FD13-D016-4B34-9816-A8ED544280A4}"/>
              </a:ext>
            </a:extLst>
          </p:cNvPr>
          <p:cNvSpPr>
            <a:spLocks noGrp="1"/>
          </p:cNvSpPr>
          <p:nvPr>
            <p:ph type="body" sz="quarter" idx="19"/>
          </p:nvPr>
        </p:nvSpPr>
        <p:spPr>
          <a:xfrm>
            <a:off x="842963" y="1177179"/>
            <a:ext cx="7623676" cy="5330739"/>
          </a:xfrm>
        </p:spPr>
        <p:txBody>
          <a:bodyPr/>
          <a:lstStyle/>
          <a:p>
            <a:pPr lvl="0">
              <a:lnSpc>
                <a:spcPct val="90000"/>
              </a:lnSpc>
              <a:spcAft>
                <a:spcPts val="2000"/>
              </a:spcAft>
            </a:pPr>
            <a:r>
              <a:rPr lang="en-US" sz="3000">
                <a:solidFill>
                  <a:prstClr val="black"/>
                </a:solidFill>
              </a:rPr>
              <a:t>Response of plants to environmental stimuli involves </a:t>
            </a:r>
            <a:r>
              <a:rPr lang="en-US" sz="3000" b="1">
                <a:solidFill>
                  <a:srgbClr val="D90000"/>
                </a:solidFill>
              </a:rPr>
              <a:t>signal transduction</a:t>
            </a:r>
            <a:r>
              <a:rPr lang="en-US" sz="3000">
                <a:solidFill>
                  <a:prstClr val="black"/>
                </a:solidFill>
              </a:rPr>
              <a:t>.</a:t>
            </a:r>
          </a:p>
          <a:p>
            <a:pPr marL="0" lvl="1" indent="0">
              <a:lnSpc>
                <a:spcPct val="90000"/>
              </a:lnSpc>
              <a:spcBef>
                <a:spcPts val="0"/>
              </a:spcBef>
              <a:buNone/>
            </a:pPr>
            <a:r>
              <a:rPr lang="en-US" sz="2600">
                <a:solidFill>
                  <a:prstClr val="black"/>
                </a:solidFill>
              </a:rPr>
              <a:t>The binding of a molecular “signal” that initiates and amplifies a response.</a:t>
            </a:r>
          </a:p>
          <a:p>
            <a:pPr marL="0" lvl="1" indent="0">
              <a:lnSpc>
                <a:spcPct val="90000"/>
              </a:lnSpc>
              <a:buNone/>
            </a:pPr>
            <a:r>
              <a:rPr lang="en-US" sz="2600">
                <a:solidFill>
                  <a:prstClr val="black"/>
                </a:solidFill>
              </a:rPr>
              <a:t>Signal transduction involves the following:</a:t>
            </a:r>
          </a:p>
          <a:p>
            <a:pPr marL="269875" lvl="2" indent="-269875">
              <a:lnSpc>
                <a:spcPct val="90000"/>
              </a:lnSpc>
            </a:pPr>
            <a:r>
              <a:rPr lang="en-US" sz="2200" b="1">
                <a:solidFill>
                  <a:srgbClr val="D90000"/>
                </a:solidFill>
              </a:rPr>
              <a:t>Receptors</a:t>
            </a:r>
            <a:r>
              <a:rPr lang="en-US" sz="2200">
                <a:solidFill>
                  <a:prstClr val="black"/>
                </a:solidFill>
              </a:rPr>
              <a:t> – Proteins activated by a specific signal</a:t>
            </a:r>
          </a:p>
          <a:p>
            <a:pPr marL="269875" lvl="2" indent="-269875">
              <a:lnSpc>
                <a:spcPct val="90000"/>
              </a:lnSpc>
            </a:pPr>
            <a:r>
              <a:rPr lang="en-US" sz="2200" b="1">
                <a:solidFill>
                  <a:srgbClr val="D90000"/>
                </a:solidFill>
              </a:rPr>
              <a:t>Transduction pathway </a:t>
            </a:r>
            <a:r>
              <a:rPr lang="en-US" sz="2200">
                <a:solidFill>
                  <a:prstClr val="black"/>
                </a:solidFill>
              </a:rPr>
              <a:t>– A series of relay proteins or enzymes that amplify and transform the signal to one understood by the machinery of the cell</a:t>
            </a:r>
          </a:p>
          <a:p>
            <a:pPr marL="269875" lvl="2" indent="-269875">
              <a:lnSpc>
                <a:spcPct val="90000"/>
              </a:lnSpc>
            </a:pPr>
            <a:r>
              <a:rPr lang="en-US" sz="2200" b="1">
                <a:solidFill>
                  <a:srgbClr val="D90000"/>
                </a:solidFill>
              </a:rPr>
              <a:t>Cellular response </a:t>
            </a:r>
            <a:r>
              <a:rPr lang="en-US" sz="2200">
                <a:solidFill>
                  <a:prstClr val="black"/>
                </a:solidFill>
              </a:rPr>
              <a:t>– The result of the transduction pathway</a:t>
            </a:r>
          </a:p>
        </p:txBody>
      </p:sp>
      <p:sp>
        <p:nvSpPr>
          <p:cNvPr id="5" name="Slide Number Placeholder 3">
            <a:extLst>
              <a:ext uri="{FF2B5EF4-FFF2-40B4-BE49-F238E27FC236}">
                <a16:creationId xmlns:a16="http://schemas.microsoft.com/office/drawing/2014/main" id="{B76F918E-823F-4998-94F2-9E911D50CD6E}"/>
              </a:ext>
            </a:extLst>
          </p:cNvPr>
          <p:cNvSpPr>
            <a:spLocks noGrp="1"/>
          </p:cNvSpPr>
          <p:nvPr>
            <p:ph type="sldNum" sz="quarter" idx="4"/>
          </p:nvPr>
        </p:nvSpPr>
        <p:spPr/>
        <p:txBody>
          <a:bodyPr/>
          <a:lstStyle/>
          <a:p>
            <a:fld id="{68151E55-6873-49E2-B8D5-2F265E6F1973}" type="slidenum">
              <a:rPr lang="en-US" smtClean="0"/>
              <a:pPr/>
              <a:t>4</a:t>
            </a:fld>
            <a:endParaRPr lang="en-US"/>
          </a:p>
        </p:txBody>
      </p:sp>
    </p:spTree>
    <p:extLst>
      <p:ext uri="{BB962C8B-B14F-4D97-AF65-F5344CB8AC3E}">
        <p14:creationId xmlns:p14="http://schemas.microsoft.com/office/powerpoint/2010/main" val="34603455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F3CB-401F-4C66-9F44-1A3419109491}"/>
              </a:ext>
            </a:extLst>
          </p:cNvPr>
          <p:cNvSpPr>
            <a:spLocks noGrp="1"/>
          </p:cNvSpPr>
          <p:nvPr>
            <p:ph type="title"/>
          </p:nvPr>
        </p:nvSpPr>
        <p:spPr/>
        <p:txBody>
          <a:bodyPr/>
          <a:lstStyle/>
          <a:p>
            <a:r>
              <a:rPr lang="en-US" altLang="en-US"/>
              <a:t>Signal Transduction in Plants</a:t>
            </a:r>
            <a:endParaRPr lang="en-IN"/>
          </a:p>
        </p:txBody>
      </p:sp>
      <p:pic>
        <p:nvPicPr>
          <p:cNvPr id="7" name="Picture 2" descr="Diagram shows hormones are received by receptor resulting in activation of a response to environment; pathway results in gene expression.">
            <a:extLst>
              <a:ext uri="{FF2B5EF4-FFF2-40B4-BE49-F238E27FC236}">
                <a16:creationId xmlns:a16="http://schemas.microsoft.com/office/drawing/2014/main" id="{BD01D6E9-43FD-4647-BCEA-5702E803A5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2628" y="803175"/>
            <a:ext cx="3218742" cy="5263662"/>
          </a:xfrm>
          <a:prstGeom prst="rect">
            <a:avLst/>
          </a:prstGeom>
        </p:spPr>
      </p:pic>
      <p:sp>
        <p:nvSpPr>
          <p:cNvPr id="5" name="Text Placeholder 3">
            <a:extLst>
              <a:ext uri="{FF2B5EF4-FFF2-40B4-BE49-F238E27FC236}">
                <a16:creationId xmlns:a16="http://schemas.microsoft.com/office/drawing/2014/main" id="{6A37B4D4-4090-47D0-9806-B7D7984CE125}"/>
              </a:ext>
            </a:extLst>
          </p:cNvPr>
          <p:cNvSpPr>
            <a:spLocks noGrp="1"/>
          </p:cNvSpPr>
          <p:nvPr>
            <p:ph type="body" sz="quarter" idx="18"/>
          </p:nvPr>
        </p:nvSpPr>
        <p:spPr>
          <a:xfrm>
            <a:off x="3883060" y="6066837"/>
            <a:ext cx="1377879" cy="314325"/>
          </a:xfrm>
        </p:spPr>
        <p:txBody>
          <a:bodyPr>
            <a:normAutofit/>
          </a:bodyPr>
          <a:lstStyle/>
          <a:p>
            <a:r>
              <a:rPr lang="en-US" sz="1200">
                <a:solidFill>
                  <a:schemeClr val="tx1"/>
                </a:solidFill>
              </a:rPr>
              <a:t>Figure </a:t>
            </a:r>
            <a:r>
              <a:rPr lang="en-US" sz="1200"/>
              <a:t>26</a:t>
            </a:r>
            <a:r>
              <a:rPr lang="en-US" sz="1200">
                <a:solidFill>
                  <a:schemeClr val="tx1"/>
                </a:solidFill>
              </a:rPr>
              <a:t>.1</a:t>
            </a:r>
          </a:p>
        </p:txBody>
      </p:sp>
      <p:sp>
        <p:nvSpPr>
          <p:cNvPr id="6" name="Text Placeholder 4">
            <a:extLst>
              <a:ext uri="{FF2B5EF4-FFF2-40B4-BE49-F238E27FC236}">
                <a16:creationId xmlns:a16="http://schemas.microsoft.com/office/drawing/2014/main" id="{982B8870-CD1F-46D5-9CDC-AD87D0377932}"/>
              </a:ext>
            </a:extLst>
          </p:cNvPr>
          <p:cNvSpPr>
            <a:spLocks noGrp="1"/>
          </p:cNvSpPr>
          <p:nvPr>
            <p:ph type="body" sz="quarter" idx="19"/>
          </p:nvPr>
        </p:nvSpPr>
        <p:spPr>
          <a:xfrm>
            <a:off x="3006420" y="6310824"/>
            <a:ext cx="3131160" cy="314325"/>
          </a:xfrm>
        </p:spPr>
        <p:txBody>
          <a:bodyPr>
            <a:normAutofit/>
          </a:bodyPr>
          <a:lstStyle/>
          <a:p>
            <a:r>
              <a:rPr lang="en-US" sz="1200">
                <a:hlinkClick r:id="rId3" action="ppaction://hlinksldjump"/>
              </a:rPr>
              <a:t>Access the text alternative for slide images.</a:t>
            </a:r>
            <a:endParaRPr lang="en-US" sz="1200"/>
          </a:p>
        </p:txBody>
      </p:sp>
      <p:sp>
        <p:nvSpPr>
          <p:cNvPr id="4" name="Slide Number Placeholder 5">
            <a:extLst>
              <a:ext uri="{FF2B5EF4-FFF2-40B4-BE49-F238E27FC236}">
                <a16:creationId xmlns:a16="http://schemas.microsoft.com/office/drawing/2014/main" id="{F636420C-CDA4-4D2A-B972-B9DFA8006D22}"/>
              </a:ext>
            </a:extLst>
          </p:cNvPr>
          <p:cNvSpPr>
            <a:spLocks noGrp="1"/>
          </p:cNvSpPr>
          <p:nvPr>
            <p:ph type="sldNum" sz="quarter" idx="4"/>
          </p:nvPr>
        </p:nvSpPr>
        <p:spPr/>
        <p:txBody>
          <a:bodyPr/>
          <a:lstStyle/>
          <a:p>
            <a:fld id="{68151E55-6873-49E2-B8D5-2F265E6F1973}" type="slidenum">
              <a:rPr lang="en-US" smtClean="0"/>
              <a:pPr/>
              <a:t>5</a:t>
            </a:fld>
            <a:endParaRPr lang="en-US"/>
          </a:p>
        </p:txBody>
      </p:sp>
    </p:spTree>
    <p:extLst>
      <p:ext uri="{BB962C8B-B14F-4D97-AF65-F5344CB8AC3E}">
        <p14:creationId xmlns:p14="http://schemas.microsoft.com/office/powerpoint/2010/main" val="114373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0E30-A8FC-479D-BC3B-4D49F9D8AF3A}"/>
              </a:ext>
            </a:extLst>
          </p:cNvPr>
          <p:cNvSpPr>
            <a:spLocks noGrp="1"/>
          </p:cNvSpPr>
          <p:nvPr>
            <p:ph type="title"/>
          </p:nvPr>
        </p:nvSpPr>
        <p:spPr/>
        <p:txBody>
          <a:bodyPr/>
          <a:lstStyle/>
          <a:p>
            <a:r>
              <a:rPr lang="en-US" altLang="en-US"/>
              <a:t>Hormones</a:t>
            </a:r>
            <a:endParaRPr lang="en-IN"/>
          </a:p>
        </p:txBody>
      </p:sp>
      <p:sp>
        <p:nvSpPr>
          <p:cNvPr id="3" name="Text Placeholder 2">
            <a:extLst>
              <a:ext uri="{FF2B5EF4-FFF2-40B4-BE49-F238E27FC236}">
                <a16:creationId xmlns:a16="http://schemas.microsoft.com/office/drawing/2014/main" id="{ECD06D4B-9CBD-4832-ADF1-BE0F1E482F68}"/>
              </a:ext>
            </a:extLst>
          </p:cNvPr>
          <p:cNvSpPr>
            <a:spLocks noGrp="1"/>
          </p:cNvSpPr>
          <p:nvPr>
            <p:ph type="body" sz="quarter" idx="19"/>
          </p:nvPr>
        </p:nvSpPr>
        <p:spPr>
          <a:xfrm>
            <a:off x="842963" y="1177179"/>
            <a:ext cx="7623676" cy="4930543"/>
          </a:xfrm>
        </p:spPr>
        <p:txBody>
          <a:bodyPr>
            <a:normAutofit/>
          </a:bodyPr>
          <a:lstStyle/>
          <a:p>
            <a:pPr marL="285750" lvl="1" indent="-285750">
              <a:spcBef>
                <a:spcPts val="0"/>
              </a:spcBef>
            </a:pPr>
            <a:r>
              <a:rPr lang="en-US" sz="2800">
                <a:solidFill>
                  <a:prstClr val="black"/>
                </a:solidFill>
              </a:rPr>
              <a:t>Chemical signals that coordinate cell responses</a:t>
            </a:r>
          </a:p>
          <a:p>
            <a:pPr marL="285750" lvl="1" indent="-285750"/>
            <a:r>
              <a:rPr lang="en-US" sz="2800">
                <a:solidFill>
                  <a:prstClr val="black"/>
                </a:solidFill>
              </a:rPr>
              <a:t>Enable plant cells to communicate</a:t>
            </a:r>
          </a:p>
          <a:p>
            <a:pPr marL="285750" lvl="1" indent="-285750"/>
            <a:r>
              <a:rPr lang="en-US" sz="2800">
                <a:solidFill>
                  <a:prstClr val="black"/>
                </a:solidFill>
              </a:rPr>
              <a:t>Are synthesized in one part of the plant</a:t>
            </a:r>
          </a:p>
          <a:p>
            <a:pPr marL="285750" lvl="1" indent="-285750"/>
            <a:r>
              <a:rPr lang="en-US" sz="2800">
                <a:solidFill>
                  <a:prstClr val="black"/>
                </a:solidFill>
              </a:rPr>
              <a:t>Travel within phloem or from cell to cell in response to the appropriate stimulus</a:t>
            </a:r>
          </a:p>
        </p:txBody>
      </p:sp>
      <p:sp>
        <p:nvSpPr>
          <p:cNvPr id="4" name="Slide Number Placeholder 3">
            <a:extLst>
              <a:ext uri="{FF2B5EF4-FFF2-40B4-BE49-F238E27FC236}">
                <a16:creationId xmlns:a16="http://schemas.microsoft.com/office/drawing/2014/main" id="{82507DE0-AB76-4E9D-AE7A-587FDE11F942}"/>
              </a:ext>
            </a:extLst>
          </p:cNvPr>
          <p:cNvSpPr>
            <a:spLocks noGrp="1"/>
          </p:cNvSpPr>
          <p:nvPr>
            <p:ph type="sldNum" sz="quarter" idx="4"/>
          </p:nvPr>
        </p:nvSpPr>
        <p:spPr/>
        <p:txBody>
          <a:bodyPr/>
          <a:lstStyle/>
          <a:p>
            <a:fld id="{68151E55-6873-49E2-B8D5-2F265E6F1973}" type="slidenum">
              <a:rPr lang="en-US" smtClean="0"/>
              <a:pPr/>
              <a:t>6</a:t>
            </a:fld>
            <a:endParaRPr lang="en-US"/>
          </a:p>
        </p:txBody>
      </p:sp>
    </p:spTree>
    <p:extLst>
      <p:ext uri="{BB962C8B-B14F-4D97-AF65-F5344CB8AC3E}">
        <p14:creationId xmlns:p14="http://schemas.microsoft.com/office/powerpoint/2010/main" val="26568357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F3CB-401F-4C66-9F44-1A3419109491}"/>
              </a:ext>
            </a:extLst>
          </p:cNvPr>
          <p:cNvSpPr>
            <a:spLocks noGrp="1"/>
          </p:cNvSpPr>
          <p:nvPr>
            <p:ph type="title"/>
          </p:nvPr>
        </p:nvSpPr>
        <p:spPr>
          <a:xfrm>
            <a:off x="0" y="1"/>
            <a:ext cx="9144000" cy="505971"/>
          </a:xfrm>
        </p:spPr>
        <p:txBody>
          <a:bodyPr/>
          <a:lstStyle/>
          <a:p>
            <a:r>
              <a:rPr kumimoji="0" lang="en-US" sz="4000" b="1" i="0" u="none" strike="noStrike" kern="1200" cap="none" spc="0" normalizeH="0" baseline="0" noProof="0" dirty="0">
                <a:ln>
                  <a:noFill/>
                </a:ln>
                <a:solidFill>
                  <a:srgbClr val="002060"/>
                </a:solidFill>
                <a:effectLst/>
                <a:uLnTx/>
                <a:uFillTx/>
                <a:latin typeface="Arial"/>
                <a:ea typeface="+mj-ea"/>
                <a:cs typeface="+mj-cs"/>
              </a:rPr>
              <a:t>Plant Hormones</a:t>
            </a:r>
            <a:endParaRPr lang="en-IN" dirty="0"/>
          </a:p>
        </p:txBody>
      </p:sp>
      <p:sp>
        <p:nvSpPr>
          <p:cNvPr id="5" name="Text Placeholder 3">
            <a:extLst>
              <a:ext uri="{FF2B5EF4-FFF2-40B4-BE49-F238E27FC236}">
                <a16:creationId xmlns:a16="http://schemas.microsoft.com/office/drawing/2014/main" id="{6A37B4D4-4090-47D0-9806-B7D7984CE125}"/>
              </a:ext>
            </a:extLst>
          </p:cNvPr>
          <p:cNvSpPr>
            <a:spLocks noGrp="1"/>
          </p:cNvSpPr>
          <p:nvPr>
            <p:ph type="body" sz="quarter" idx="18"/>
          </p:nvPr>
        </p:nvSpPr>
        <p:spPr>
          <a:xfrm>
            <a:off x="233106" y="460707"/>
            <a:ext cx="5595249" cy="362650"/>
          </a:xfrm>
        </p:spPr>
        <p:txBody>
          <a:bodyPr>
            <a:normAutofit/>
          </a:bodyPr>
          <a:lstStyle/>
          <a:p>
            <a:pPr marL="0" marR="0" lvl="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D5294"/>
                </a:solidFill>
                <a:effectLst/>
                <a:uLnTx/>
                <a:uFillTx/>
                <a:latin typeface="Arial"/>
                <a:ea typeface="+mn-ea"/>
                <a:cs typeface="Calibri" panose="020F0502020204030204" pitchFamily="34" charset="0"/>
              </a:rPr>
              <a:t>Table 26.1 </a:t>
            </a:r>
            <a:r>
              <a:rPr kumimoji="0" lang="en-US" sz="1600" b="1" i="0" u="none" strike="noStrike" kern="1200" cap="none" spc="0" normalizeH="0" baseline="0" noProof="0" dirty="0">
                <a:ln>
                  <a:noFill/>
                </a:ln>
                <a:solidFill>
                  <a:srgbClr val="000000"/>
                </a:solidFill>
                <a:effectLst/>
                <a:uLnTx/>
                <a:uFillTx/>
                <a:latin typeface="Arial"/>
                <a:ea typeface="+mn-ea"/>
                <a:cs typeface="Calibri" panose="020F0502020204030204" pitchFamily="34" charset="0"/>
              </a:rPr>
              <a:t>Plant Hormones</a:t>
            </a:r>
          </a:p>
        </p:txBody>
      </p:sp>
      <p:pic>
        <p:nvPicPr>
          <p:cNvPr id="3" name="Picture 2" descr="Table divided into three columns summarizes role of a list of plant hormones. The column headers are: Hormone, plant use, and commercial use.">
            <a:extLst>
              <a:ext uri="{FF2B5EF4-FFF2-40B4-BE49-F238E27FC236}">
                <a16:creationId xmlns:a16="http://schemas.microsoft.com/office/drawing/2014/main" id="{B25027FE-4F85-43CB-8A3E-7FC7FE9BEFC3}"/>
              </a:ext>
            </a:extLst>
          </p:cNvPr>
          <p:cNvPicPr>
            <a:picLocks noChangeAspect="1"/>
          </p:cNvPicPr>
          <p:nvPr/>
        </p:nvPicPr>
        <p:blipFill>
          <a:blip r:embed="rId2"/>
          <a:stretch>
            <a:fillRect/>
          </a:stretch>
        </p:blipFill>
        <p:spPr>
          <a:xfrm>
            <a:off x="233106" y="814250"/>
            <a:ext cx="8718036" cy="5688061"/>
          </a:xfrm>
          <a:prstGeom prst="rect">
            <a:avLst/>
          </a:prstGeom>
        </p:spPr>
      </p:pic>
      <p:sp>
        <p:nvSpPr>
          <p:cNvPr id="6" name="Text Placeholder 4">
            <a:extLst>
              <a:ext uri="{FF2B5EF4-FFF2-40B4-BE49-F238E27FC236}">
                <a16:creationId xmlns:a16="http://schemas.microsoft.com/office/drawing/2014/main" id="{982B8870-CD1F-46D5-9CDC-AD87D0377932}"/>
              </a:ext>
            </a:extLst>
          </p:cNvPr>
          <p:cNvSpPr>
            <a:spLocks noGrp="1"/>
          </p:cNvSpPr>
          <p:nvPr>
            <p:ph type="body" sz="quarter" idx="19"/>
          </p:nvPr>
        </p:nvSpPr>
        <p:spPr>
          <a:xfrm>
            <a:off x="3006420" y="6502311"/>
            <a:ext cx="3131160" cy="264720"/>
          </a:xfrm>
        </p:spPr>
        <p:txBody>
          <a:bodyPr>
            <a:normAutofit lnSpcReduction="10000"/>
          </a:bodyPr>
          <a:lstStyle/>
          <a:p>
            <a:r>
              <a:rPr lang="en-US" sz="1200" dirty="0">
                <a:hlinkClick r:id="rId3" action="ppaction://hlinksldjump"/>
              </a:rPr>
              <a:t>Access the text alternative for slide images.</a:t>
            </a:r>
            <a:endParaRPr lang="en-US" sz="1200" dirty="0"/>
          </a:p>
        </p:txBody>
      </p:sp>
      <p:sp>
        <p:nvSpPr>
          <p:cNvPr id="4" name="Slide Number Placeholder 5">
            <a:extLst>
              <a:ext uri="{FF2B5EF4-FFF2-40B4-BE49-F238E27FC236}">
                <a16:creationId xmlns:a16="http://schemas.microsoft.com/office/drawing/2014/main" id="{F636420C-CDA4-4D2A-B972-B9DFA8006D22}"/>
              </a:ext>
            </a:extLst>
          </p:cNvPr>
          <p:cNvSpPr>
            <a:spLocks noGrp="1"/>
          </p:cNvSpPr>
          <p:nvPr>
            <p:ph type="sldNum" sz="quarter" idx="4"/>
          </p:nvPr>
        </p:nvSpPr>
        <p:spPr/>
        <p:txBody>
          <a:bodyPr/>
          <a:lstStyle/>
          <a:p>
            <a:fld id="{68151E55-6873-49E2-B8D5-2F265E6F1973}" type="slidenum">
              <a:rPr lang="en-US" smtClean="0"/>
              <a:pPr/>
              <a:t>7</a:t>
            </a:fld>
            <a:endParaRPr lang="en-US"/>
          </a:p>
        </p:txBody>
      </p:sp>
    </p:spTree>
    <p:extLst>
      <p:ext uri="{BB962C8B-B14F-4D97-AF65-F5344CB8AC3E}">
        <p14:creationId xmlns:p14="http://schemas.microsoft.com/office/powerpoint/2010/main" val="663144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171339" y="351162"/>
            <a:ext cx="6801323" cy="440677"/>
          </a:xfrm>
        </p:spPr>
        <p:txBody>
          <a:bodyPr>
            <a:noAutofit/>
          </a:bodyPr>
          <a:lstStyle/>
          <a:p>
            <a:pPr algn="ctr"/>
            <a:r>
              <a:rPr lang="en-US">
                <a:solidFill>
                  <a:srgbClr val="242852"/>
                </a:solidFill>
                <a:latin typeface="+mn-lt"/>
              </a:rPr>
              <a:t>Auxins Affect Growth and Development</a:t>
            </a:r>
            <a:endParaRPr lang="en-US">
              <a:latin typeface="+mn-lt"/>
            </a:endParaRPr>
          </a:p>
        </p:txBody>
      </p:sp>
      <p:sp>
        <p:nvSpPr>
          <p:cNvPr id="6" name="Content Placeholder 2"/>
          <p:cNvSpPr>
            <a:spLocks noGrp="1"/>
          </p:cNvSpPr>
          <p:nvPr>
            <p:ph sz="quarter" idx="13"/>
          </p:nvPr>
        </p:nvSpPr>
        <p:spPr>
          <a:xfrm>
            <a:off x="457201" y="1296186"/>
            <a:ext cx="6825915" cy="1236130"/>
          </a:xfrm>
        </p:spPr>
        <p:txBody>
          <a:bodyPr/>
          <a:lstStyle/>
          <a:p>
            <a:pPr marL="285750" lvl="1">
              <a:lnSpc>
                <a:spcPct val="90000"/>
              </a:lnSpc>
              <a:spcBef>
                <a:spcPts val="0"/>
              </a:spcBef>
              <a:buFont typeface="Arial" panose="020B0604020202020204" pitchFamily="34" charset="0"/>
              <a:buChar char="•"/>
            </a:pPr>
            <a:r>
              <a:rPr lang="en-US" sz="2600">
                <a:solidFill>
                  <a:prstClr val="black"/>
                </a:solidFill>
                <a:latin typeface="+mn-lt"/>
              </a:rPr>
              <a:t>Produced in shoot apical meristem</a:t>
            </a:r>
          </a:p>
          <a:p>
            <a:pPr marL="285750" lvl="1">
              <a:lnSpc>
                <a:spcPct val="90000"/>
              </a:lnSpc>
              <a:spcBef>
                <a:spcPts val="1200"/>
              </a:spcBef>
              <a:buFont typeface="Arial" panose="020B0604020202020204" pitchFamily="34" charset="0"/>
              <a:buChar char="•"/>
            </a:pPr>
            <a:r>
              <a:rPr lang="en-US" sz="2600">
                <a:solidFill>
                  <a:prstClr val="black"/>
                </a:solidFill>
                <a:latin typeface="+mn-lt"/>
              </a:rPr>
              <a:t>Found in young leaves, flowers, and fruits</a:t>
            </a:r>
          </a:p>
        </p:txBody>
      </p:sp>
      <p:sp>
        <p:nvSpPr>
          <p:cNvPr id="3" name="Content Placeholder 3"/>
          <p:cNvSpPr>
            <a:spLocks noGrp="1"/>
          </p:cNvSpPr>
          <p:nvPr>
            <p:ph idx="1"/>
          </p:nvPr>
        </p:nvSpPr>
        <p:spPr>
          <a:xfrm>
            <a:off x="457201" y="2532316"/>
            <a:ext cx="7820526" cy="3845038"/>
          </a:xfrm>
        </p:spPr>
        <p:txBody>
          <a:bodyPr>
            <a:normAutofit fontScale="92500"/>
          </a:bodyPr>
          <a:lstStyle/>
          <a:p>
            <a:pPr marL="0" lvl="0" indent="0">
              <a:lnSpc>
                <a:spcPct val="90000"/>
              </a:lnSpc>
              <a:spcBef>
                <a:spcPts val="0"/>
              </a:spcBef>
              <a:spcAft>
                <a:spcPts val="1500"/>
              </a:spcAft>
              <a:buNone/>
            </a:pPr>
            <a:r>
              <a:rPr lang="en-US" sz="3200">
                <a:solidFill>
                  <a:prstClr val="black"/>
                </a:solidFill>
                <a:latin typeface="+mn-lt"/>
              </a:rPr>
              <a:t>Effects of </a:t>
            </a:r>
            <a:r>
              <a:rPr lang="en-US" sz="3200" b="1">
                <a:solidFill>
                  <a:srgbClr val="D90000"/>
                </a:solidFill>
                <a:latin typeface="+mn-lt"/>
              </a:rPr>
              <a:t>auxin</a:t>
            </a:r>
            <a:r>
              <a:rPr lang="en-US" sz="3200">
                <a:solidFill>
                  <a:prstClr val="black"/>
                </a:solidFill>
                <a:latin typeface="+mn-lt"/>
              </a:rPr>
              <a:t> on growth and development:</a:t>
            </a:r>
          </a:p>
          <a:p>
            <a:pPr marL="0" lvl="1" indent="0">
              <a:lnSpc>
                <a:spcPct val="90000"/>
              </a:lnSpc>
              <a:spcBef>
                <a:spcPts val="0"/>
              </a:spcBef>
              <a:buNone/>
            </a:pPr>
            <a:r>
              <a:rPr lang="en-US" sz="2800">
                <a:solidFill>
                  <a:prstClr val="black"/>
                </a:solidFill>
                <a:latin typeface="+mn-lt"/>
              </a:rPr>
              <a:t>Apically produced auxin prevents the growth of axillary buds.</a:t>
            </a:r>
          </a:p>
          <a:p>
            <a:pPr marL="363538" lvl="2" indent="-363538">
              <a:lnSpc>
                <a:spcPct val="90000"/>
              </a:lnSpc>
              <a:spcBef>
                <a:spcPts val="1200"/>
              </a:spcBef>
            </a:pPr>
            <a:r>
              <a:rPr lang="en-US" sz="2400" b="1">
                <a:solidFill>
                  <a:srgbClr val="D90000"/>
                </a:solidFill>
                <a:latin typeface="+mn-lt"/>
              </a:rPr>
              <a:t>Apical dominance</a:t>
            </a:r>
          </a:p>
          <a:p>
            <a:pPr marL="0" lvl="1" indent="0">
              <a:lnSpc>
                <a:spcPct val="90000"/>
              </a:lnSpc>
              <a:spcBef>
                <a:spcPts val="1200"/>
              </a:spcBef>
              <a:buNone/>
            </a:pPr>
            <a:r>
              <a:rPr lang="en-US" sz="2800">
                <a:solidFill>
                  <a:prstClr val="black"/>
                </a:solidFill>
                <a:latin typeface="+mn-lt"/>
              </a:rPr>
              <a:t>Promotes growth of roots and fruit</a:t>
            </a:r>
          </a:p>
          <a:p>
            <a:pPr marL="0" lvl="1" indent="0">
              <a:lnSpc>
                <a:spcPct val="90000"/>
              </a:lnSpc>
              <a:spcBef>
                <a:spcPts val="1200"/>
              </a:spcBef>
              <a:buNone/>
            </a:pPr>
            <a:r>
              <a:rPr lang="en-US" sz="2800">
                <a:solidFill>
                  <a:prstClr val="black"/>
                </a:solidFill>
                <a:latin typeface="+mn-lt"/>
              </a:rPr>
              <a:t>Prevents loss of leaves and fruit</a:t>
            </a:r>
          </a:p>
          <a:p>
            <a:pPr marL="0" lvl="1" indent="0">
              <a:lnSpc>
                <a:spcPct val="90000"/>
              </a:lnSpc>
              <a:spcBef>
                <a:spcPts val="1200"/>
              </a:spcBef>
              <a:buNone/>
            </a:pPr>
            <a:r>
              <a:rPr lang="en-US" sz="2800">
                <a:solidFill>
                  <a:prstClr val="black"/>
                </a:solidFill>
                <a:latin typeface="+mn-lt"/>
              </a:rPr>
              <a:t>Promotes positive phototropism of stems</a:t>
            </a:r>
          </a:p>
        </p:txBody>
      </p:sp>
      <p:sp>
        <p:nvSpPr>
          <p:cNvPr id="7" name="Slide Number Placeholder 4">
            <a:extLst>
              <a:ext uri="{FF2B5EF4-FFF2-40B4-BE49-F238E27FC236}">
                <a16:creationId xmlns:a16="http://schemas.microsoft.com/office/drawing/2014/main" id="{506CF9E1-079D-44DE-A68A-974D62DF4442}"/>
              </a:ext>
            </a:extLst>
          </p:cNvPr>
          <p:cNvSpPr txBox="1">
            <a:spLocks/>
          </p:cNvSpPr>
          <p:nvPr/>
        </p:nvSpPr>
        <p:spPr>
          <a:xfrm>
            <a:off x="8466639" y="6519642"/>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8</a:t>
            </a:fld>
            <a:endParaRPr lang="en-US" sz="80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algn="ctr"/>
            <a:r>
              <a:rPr lang="en-US" altLang="en-US">
                <a:solidFill>
                  <a:srgbClr val="002060"/>
                </a:solidFill>
                <a:latin typeface="+mn-lt"/>
              </a:rPr>
              <a:t>Auxin and Phototropism</a:t>
            </a:r>
          </a:p>
        </p:txBody>
      </p:sp>
      <p:pic>
        <p:nvPicPr>
          <p:cNvPr id="22" name="Picture 2" descr="Details the steps of an experiment to show the relationship between auxin and coleoptile growth curvature">
            <a:extLst>
              <a:ext uri="{FF2B5EF4-FFF2-40B4-BE49-F238E27FC236}">
                <a16:creationId xmlns:a16="http://schemas.microsoft.com/office/drawing/2014/main" id="{37403763-EB43-43DC-88F0-25DA487656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60" y="957460"/>
            <a:ext cx="8080913" cy="5136245"/>
          </a:xfrm>
          <a:prstGeom prst="rect">
            <a:avLst/>
          </a:prstGeom>
        </p:spPr>
      </p:pic>
      <p:sp>
        <p:nvSpPr>
          <p:cNvPr id="11" name="Content Placeholder 3"/>
          <p:cNvSpPr>
            <a:spLocks noGrp="1"/>
          </p:cNvSpPr>
          <p:nvPr>
            <p:ph type="body" sz="quarter" idx="19"/>
          </p:nvPr>
        </p:nvSpPr>
        <p:spPr>
          <a:xfrm>
            <a:off x="4278372" y="6093705"/>
            <a:ext cx="977291" cy="292697"/>
          </a:xfrm>
        </p:spPr>
        <p:txBody>
          <a:bodyPr>
            <a:normAutofit/>
          </a:bodyPr>
          <a:lstStyle/>
          <a:p>
            <a:pPr algn="ctr"/>
            <a:r>
              <a:rPr lang="en-US" sz="1200" b="0">
                <a:solidFill>
                  <a:schemeClr val="tx1"/>
                </a:solidFill>
              </a:rPr>
              <a:t>Figure </a:t>
            </a:r>
            <a:r>
              <a:rPr lang="en-US" sz="1200"/>
              <a:t>26</a:t>
            </a:r>
            <a:r>
              <a:rPr lang="en-US" sz="1200" b="0">
                <a:solidFill>
                  <a:schemeClr val="tx1"/>
                </a:solidFill>
              </a:rPr>
              <a:t>.2</a:t>
            </a:r>
          </a:p>
        </p:txBody>
      </p:sp>
      <p:sp>
        <p:nvSpPr>
          <p:cNvPr id="23" name="Text Placeholder 4">
            <a:extLst>
              <a:ext uri="{FF2B5EF4-FFF2-40B4-BE49-F238E27FC236}">
                <a16:creationId xmlns:a16="http://schemas.microsoft.com/office/drawing/2014/main" id="{1C91B5E8-0FA1-4086-85D4-B52977EE734F}"/>
              </a:ext>
            </a:extLst>
          </p:cNvPr>
          <p:cNvSpPr>
            <a:spLocks noGrp="1"/>
          </p:cNvSpPr>
          <p:nvPr>
            <p:ph type="body" sz="quarter" idx="20"/>
          </p:nvPr>
        </p:nvSpPr>
        <p:spPr>
          <a:xfrm>
            <a:off x="3044632" y="6361570"/>
            <a:ext cx="3193797" cy="292697"/>
          </a:xfrm>
        </p:spPr>
        <p:txBody>
          <a:bodyPr>
            <a:normAutofit/>
          </a:bodyPr>
          <a:lstStyle/>
          <a:p>
            <a:pPr algn="ctr"/>
            <a:r>
              <a:rPr lang="en-US" sz="1200">
                <a:latin typeface="+mn-lt"/>
                <a:hlinkClick r:id="rId4" action="ppaction://hlinksldjump"/>
              </a:rPr>
              <a:t>Access the text alternative for slide images.</a:t>
            </a:r>
            <a:endParaRPr lang="en-US" sz="1200">
              <a:latin typeface="+mn-lt"/>
            </a:endParaRPr>
          </a:p>
        </p:txBody>
      </p:sp>
      <p:sp>
        <p:nvSpPr>
          <p:cNvPr id="12" name="Slide Number Placeholder 5">
            <a:extLst>
              <a:ext uri="{FF2B5EF4-FFF2-40B4-BE49-F238E27FC236}">
                <a16:creationId xmlns:a16="http://schemas.microsoft.com/office/drawing/2014/main" id="{6511E6F6-F932-4DAD-A951-07160F310563}"/>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9</a:t>
            </a:fld>
            <a:endParaRPr lang="en-US" sz="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0" y="0"/>
            <a:ext cx="9144000" cy="1143000"/>
          </a:xfrm>
        </p:spPr>
        <p:txBody>
          <a:bodyPr/>
          <a:lstStyle/>
          <a:p>
            <a:pPr algn="ctr"/>
            <a:r>
              <a:rPr lang="en-US" altLang="en-US">
                <a:solidFill>
                  <a:srgbClr val="242852"/>
                </a:solidFill>
                <a:latin typeface="+mn-lt"/>
              </a:rPr>
              <a:t>How Auxins Cause Stems to Bend</a:t>
            </a:r>
            <a:endParaRPr lang="en-US">
              <a:latin typeface="+mn-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300158"/>
                <a:ext cx="7971692" cy="3238499"/>
              </a:xfrm>
            </p:spPr>
            <p:txBody>
              <a:bodyPr>
                <a:normAutofit/>
              </a:bodyPr>
              <a:lstStyle/>
              <a:p>
                <a:pPr marL="0" lvl="1" indent="0">
                  <a:lnSpc>
                    <a:spcPct val="80000"/>
                  </a:lnSpc>
                  <a:spcBef>
                    <a:spcPts val="0"/>
                  </a:spcBef>
                  <a:buNone/>
                </a:pPr>
                <a:r>
                  <a:rPr lang="en-US" sz="2200">
                    <a:solidFill>
                      <a:prstClr val="black"/>
                    </a:solidFill>
                    <a:latin typeface="+mn-lt"/>
                  </a:rPr>
                  <a:t>When a stem is exposed to unidirectional light, auxin moves to the shady sides.</a:t>
                </a:r>
              </a:p>
              <a:p>
                <a:pPr marL="0" lvl="1" indent="0">
                  <a:lnSpc>
                    <a:spcPct val="80000"/>
                  </a:lnSpc>
                  <a:spcBef>
                    <a:spcPts val="1200"/>
                  </a:spcBef>
                  <a:buNone/>
                </a:pPr>
                <a:r>
                  <a:rPr lang="en-US" sz="2200">
                    <a:solidFill>
                      <a:prstClr val="black"/>
                    </a:solidFill>
                    <a:latin typeface="+mn-lt"/>
                  </a:rPr>
                  <a:t>Auxin binds to plasma membrane receptors; the complex leads to the activation of a proton pump.</a:t>
                </a:r>
              </a:p>
              <a:p>
                <a:pPr marL="0" lvl="1" indent="0">
                  <a:lnSpc>
                    <a:spcPct val="80000"/>
                  </a:lnSpc>
                  <a:spcBef>
                    <a:spcPts val="1200"/>
                  </a:spcBef>
                  <a:buNone/>
                </a:pPr>
                <a:r>
                  <a:rPr lang="en-US" sz="2200">
                    <a:solidFill>
                      <a:prstClr val="black"/>
                    </a:solidFill>
                    <a:latin typeface="+mn-lt"/>
                  </a:rPr>
                  <a:t>Activated proton pumps </a:t>
                </a:r>
                <a14:m>
                  <m:oMath xmlns:m="http://schemas.openxmlformats.org/officeDocument/2006/math">
                    <m:sSup>
                      <m:sSupPr>
                        <m:ctrlPr>
                          <a:rPr lang="en-US" sz="2200" i="1">
                            <a:solidFill>
                              <a:prstClr val="black"/>
                            </a:solidFill>
                            <a:latin typeface="Cambria Math" panose="02040503050406030204" pitchFamily="18" charset="0"/>
                          </a:rPr>
                        </m:ctrlPr>
                      </m:sSupPr>
                      <m:e>
                        <m:r>
                          <m:rPr>
                            <m:sty m:val="p"/>
                          </m:rPr>
                          <a:rPr lang="en-US" sz="2200">
                            <a:solidFill>
                              <a:prstClr val="black"/>
                            </a:solidFill>
                            <a:latin typeface="Cambria Math" panose="02040503050406030204" pitchFamily="18" charset="0"/>
                          </a:rPr>
                          <m:t>H</m:t>
                        </m:r>
                      </m:e>
                      <m:sup>
                        <m:r>
                          <a:rPr lang="en-US" sz="2200">
                            <a:solidFill>
                              <a:prstClr val="black"/>
                            </a:solidFill>
                            <a:latin typeface="Cambria Math" panose="02040503050406030204" pitchFamily="18" charset="0"/>
                          </a:rPr>
                          <m:t>+</m:t>
                        </m:r>
                      </m:sup>
                    </m:sSup>
                  </m:oMath>
                </a14:m>
                <a:r>
                  <a:rPr lang="en-US" sz="2200">
                    <a:solidFill>
                      <a:prstClr val="black"/>
                    </a:solidFill>
                    <a:latin typeface="+mn-lt"/>
                  </a:rPr>
                  <a:t> out of cell.</a:t>
                </a:r>
              </a:p>
              <a:p>
                <a:pPr marL="269875" lvl="2" indent="-269875">
                  <a:lnSpc>
                    <a:spcPct val="80000"/>
                  </a:lnSpc>
                  <a:spcBef>
                    <a:spcPts val="1200"/>
                  </a:spcBef>
                  <a:spcAft>
                    <a:spcPts val="0"/>
                  </a:spcAft>
                </a:pPr>
                <a:r>
                  <a:rPr lang="en-US" sz="1900">
                    <a:solidFill>
                      <a:prstClr val="black"/>
                    </a:solidFill>
                    <a:latin typeface="+mn-lt"/>
                  </a:rPr>
                  <a:t>The cell wall loosens.</a:t>
                </a:r>
              </a:p>
              <a:p>
                <a:pPr marL="269875" lvl="2" indent="-269875">
                  <a:lnSpc>
                    <a:spcPct val="80000"/>
                  </a:lnSpc>
                  <a:spcBef>
                    <a:spcPts val="1200"/>
                  </a:spcBef>
                  <a:spcAft>
                    <a:spcPts val="0"/>
                  </a:spcAft>
                </a:pPr>
                <a:r>
                  <a:rPr lang="en-US" sz="1900">
                    <a:solidFill>
                      <a:prstClr val="black"/>
                    </a:solidFill>
                    <a:latin typeface="+mn-lt"/>
                  </a:rPr>
                  <a:t>Turgor pressure increases due to the entry of water.</a:t>
                </a:r>
              </a:p>
              <a:p>
                <a:pPr marL="269875" lvl="2" indent="-269875">
                  <a:lnSpc>
                    <a:spcPct val="80000"/>
                  </a:lnSpc>
                  <a:spcBef>
                    <a:spcPts val="1200"/>
                  </a:spcBef>
                  <a:spcAft>
                    <a:spcPts val="0"/>
                  </a:spcAft>
                </a:pPr>
                <a:r>
                  <a:rPr lang="en-US" sz="1900">
                    <a:solidFill>
                      <a:prstClr val="black"/>
                    </a:solidFill>
                    <a:latin typeface="+mn-lt"/>
                  </a:rPr>
                  <a:t>The cell enlarges.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300158"/>
                <a:ext cx="7971692" cy="3238499"/>
              </a:xfrm>
              <a:blipFill>
                <a:blip r:embed="rId3"/>
                <a:stretch>
                  <a:fillRect l="-994" t="-3008" r="-1147" b="-1692"/>
                </a:stretch>
              </a:blipFill>
            </p:spPr>
            <p:txBody>
              <a:bodyPr/>
              <a:lstStyle/>
              <a:p>
                <a:r>
                  <a:rPr lang="en-IN">
                    <a:noFill/>
                  </a:rPr>
                  <a:t> </a:t>
                </a:r>
              </a:p>
            </p:txBody>
          </p:sp>
        </mc:Fallback>
      </mc:AlternateContent>
      <p:sp>
        <p:nvSpPr>
          <p:cNvPr id="6" name="Content Placeholder 3"/>
          <p:cNvSpPr>
            <a:spLocks noGrp="1"/>
          </p:cNvSpPr>
          <p:nvPr>
            <p:ph sz="quarter" idx="14"/>
          </p:nvPr>
        </p:nvSpPr>
        <p:spPr>
          <a:xfrm>
            <a:off x="457200" y="4695815"/>
            <a:ext cx="7829550" cy="1593896"/>
          </a:xfrm>
        </p:spPr>
        <p:txBody>
          <a:bodyPr/>
          <a:lstStyle/>
          <a:p>
            <a:pPr marL="0" lvl="0" indent="0">
              <a:lnSpc>
                <a:spcPct val="80000"/>
              </a:lnSpc>
              <a:spcBef>
                <a:spcPts val="0"/>
              </a:spcBef>
              <a:spcAft>
                <a:spcPts val="1500"/>
              </a:spcAft>
              <a:buNone/>
            </a:pPr>
            <a:r>
              <a:rPr lang="en-US" sz="2500">
                <a:solidFill>
                  <a:prstClr val="black"/>
                </a:solidFill>
                <a:latin typeface="+mn-lt"/>
              </a:rPr>
              <a:t>Synthetic auxins have been used as herbicides to control weeds.</a:t>
            </a:r>
          </a:p>
          <a:p>
            <a:pPr marL="0" lvl="0" indent="0">
              <a:lnSpc>
                <a:spcPct val="80000"/>
              </a:lnSpc>
              <a:spcBef>
                <a:spcPts val="0"/>
              </a:spcBef>
              <a:spcAft>
                <a:spcPts val="1500"/>
              </a:spcAft>
              <a:buNone/>
            </a:pPr>
            <a:r>
              <a:rPr lang="en-US" sz="2500">
                <a:solidFill>
                  <a:prstClr val="black"/>
                </a:solidFill>
                <a:latin typeface="+mn-lt"/>
              </a:rPr>
              <a:t>Agent Orange is a synthetic auxin used to defoliate forests in Vietnam during the war.</a:t>
            </a:r>
          </a:p>
        </p:txBody>
      </p:sp>
      <p:sp>
        <p:nvSpPr>
          <p:cNvPr id="7" name="Slide Number Placeholder 4">
            <a:extLst>
              <a:ext uri="{FF2B5EF4-FFF2-40B4-BE49-F238E27FC236}">
                <a16:creationId xmlns:a16="http://schemas.microsoft.com/office/drawing/2014/main" id="{273E8D15-D8F5-4B28-AA18-ACB293B21DB2}"/>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10</a:t>
            </a:fld>
            <a:endParaRPr lang="en-US" sz="80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noAutofit/>
          </a:bodyPr>
          <a:lstStyle/>
          <a:p>
            <a:pPr algn="ctr"/>
            <a:r>
              <a:rPr lang="en-US" altLang="en-US">
                <a:solidFill>
                  <a:srgbClr val="002060"/>
                </a:solidFill>
                <a:latin typeface="+mn-lt"/>
              </a:rPr>
              <a:t>Expansion of the Cell Wall on the Shady Side of a Plant</a:t>
            </a:r>
          </a:p>
        </p:txBody>
      </p:sp>
      <p:pic>
        <p:nvPicPr>
          <p:cNvPr id="4" name="Picture 2" descr="Set of two illustrations marked a and b represents expansion of the cell wall on a shady plant.">
            <a:extLst>
              <a:ext uri="{FF2B5EF4-FFF2-40B4-BE49-F238E27FC236}">
                <a16:creationId xmlns:a16="http://schemas.microsoft.com/office/drawing/2014/main" id="{5D67E073-72DE-457F-B7A9-577A07126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1758" y="1233995"/>
            <a:ext cx="2740484" cy="4727300"/>
          </a:xfrm>
          <a:prstGeom prst="rect">
            <a:avLst/>
          </a:prstGeom>
        </p:spPr>
      </p:pic>
      <p:sp>
        <p:nvSpPr>
          <p:cNvPr id="5" name="Content Placeholder 3"/>
          <p:cNvSpPr>
            <a:spLocks noGrp="1"/>
          </p:cNvSpPr>
          <p:nvPr>
            <p:ph type="body" sz="quarter" idx="19"/>
          </p:nvPr>
        </p:nvSpPr>
        <p:spPr>
          <a:xfrm>
            <a:off x="4061990" y="6113546"/>
            <a:ext cx="1020020" cy="267059"/>
          </a:xfrm>
        </p:spPr>
        <p:txBody>
          <a:bodyPr>
            <a:normAutofit lnSpcReduction="10000"/>
          </a:bodyPr>
          <a:lstStyle/>
          <a:p>
            <a:pPr algn="ctr"/>
            <a:r>
              <a:rPr lang="en-US" sz="1200" b="0">
                <a:solidFill>
                  <a:schemeClr val="tx1"/>
                </a:solidFill>
              </a:rPr>
              <a:t>Figure </a:t>
            </a:r>
            <a:r>
              <a:rPr lang="en-US" sz="1200"/>
              <a:t>26</a:t>
            </a:r>
            <a:r>
              <a:rPr lang="en-US" sz="1200" b="0">
                <a:solidFill>
                  <a:schemeClr val="tx1"/>
                </a:solidFill>
              </a:rPr>
              <a:t>.3</a:t>
            </a:r>
          </a:p>
        </p:txBody>
      </p:sp>
      <p:sp>
        <p:nvSpPr>
          <p:cNvPr id="6" name="Text Placeholder 4">
            <a:extLst>
              <a:ext uri="{FF2B5EF4-FFF2-40B4-BE49-F238E27FC236}">
                <a16:creationId xmlns:a16="http://schemas.microsoft.com/office/drawing/2014/main" id="{FABF7A9B-4C34-4188-8B3A-BDF3A5157DAE}"/>
              </a:ext>
            </a:extLst>
          </p:cNvPr>
          <p:cNvSpPr>
            <a:spLocks noGrp="1"/>
          </p:cNvSpPr>
          <p:nvPr>
            <p:ph type="body" sz="quarter" idx="20"/>
          </p:nvPr>
        </p:nvSpPr>
        <p:spPr>
          <a:xfrm>
            <a:off x="2940918" y="6370251"/>
            <a:ext cx="3262164" cy="305512"/>
          </a:xfrm>
        </p:spPr>
        <p:txBody>
          <a:bodyPr>
            <a:normAutofit/>
          </a:bodyPr>
          <a:lstStyle/>
          <a:p>
            <a:pPr algn="ctr"/>
            <a:r>
              <a:rPr lang="en-US" sz="1200">
                <a:latin typeface="+mn-lt"/>
                <a:hlinkClick r:id="rId4" action="ppaction://hlinksldjump"/>
              </a:rPr>
              <a:t>Access the text alternative for slide images.</a:t>
            </a:r>
            <a:endParaRPr lang="en-US" sz="1200">
              <a:latin typeface="+mn-lt"/>
            </a:endParaRPr>
          </a:p>
        </p:txBody>
      </p:sp>
      <p:sp>
        <p:nvSpPr>
          <p:cNvPr id="8" name="Slide Number Placeholder 5">
            <a:extLst>
              <a:ext uri="{FF2B5EF4-FFF2-40B4-BE49-F238E27FC236}">
                <a16:creationId xmlns:a16="http://schemas.microsoft.com/office/drawing/2014/main" id="{52D0098B-6EFA-4DAA-9C81-DA5ECF3B9287}"/>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11</a:t>
            </a:fld>
            <a:endParaRPr lang="en-US" sz="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pPr algn="ctr"/>
            <a:r>
              <a:rPr lang="en-US" altLang="en-US">
                <a:solidFill>
                  <a:srgbClr val="242852"/>
                </a:solidFill>
                <a:latin typeface="+mj-lt"/>
              </a:rPr>
              <a:t>Gibberellins</a:t>
            </a:r>
            <a:endParaRPr lang="en-US">
              <a:latin typeface="+mj-lt"/>
            </a:endParaRPr>
          </a:p>
        </p:txBody>
      </p:sp>
      <p:sp>
        <p:nvSpPr>
          <p:cNvPr id="3" name="Content Placeholder 2"/>
          <p:cNvSpPr>
            <a:spLocks noGrp="1"/>
          </p:cNvSpPr>
          <p:nvPr>
            <p:ph idx="1"/>
          </p:nvPr>
        </p:nvSpPr>
        <p:spPr>
          <a:xfrm>
            <a:off x="875683" y="914400"/>
            <a:ext cx="7392634" cy="5627077"/>
          </a:xfrm>
        </p:spPr>
        <p:txBody>
          <a:bodyPr>
            <a:normAutofit/>
          </a:bodyPr>
          <a:lstStyle/>
          <a:p>
            <a:pPr marL="0" lvl="0" indent="0">
              <a:lnSpc>
                <a:spcPct val="80000"/>
              </a:lnSpc>
              <a:spcBef>
                <a:spcPts val="0"/>
              </a:spcBef>
              <a:spcAft>
                <a:spcPts val="1500"/>
              </a:spcAft>
              <a:buNone/>
            </a:pPr>
            <a:r>
              <a:rPr lang="en-US" sz="3000" b="1">
                <a:solidFill>
                  <a:srgbClr val="D90000"/>
                </a:solidFill>
                <a:latin typeface="+mn-lt"/>
              </a:rPr>
              <a:t>Gibberellins</a:t>
            </a:r>
            <a:r>
              <a:rPr lang="en-US" sz="3000">
                <a:solidFill>
                  <a:prstClr val="black"/>
                </a:solidFill>
                <a:latin typeface="+mn-lt"/>
              </a:rPr>
              <a:t> are growth-promoting hormones. </a:t>
            </a:r>
          </a:p>
          <a:p>
            <a:pPr marL="0" lvl="1" indent="0">
              <a:lnSpc>
                <a:spcPct val="80000"/>
              </a:lnSpc>
              <a:spcBef>
                <a:spcPts val="0"/>
              </a:spcBef>
              <a:buNone/>
            </a:pPr>
            <a:r>
              <a:rPr lang="en-US" sz="2600">
                <a:solidFill>
                  <a:prstClr val="black"/>
                </a:solidFill>
                <a:latin typeface="+mn-lt"/>
              </a:rPr>
              <a:t>Gibberellins cause stem elongation.</a:t>
            </a:r>
          </a:p>
          <a:p>
            <a:pPr marL="0" lvl="1" indent="0">
              <a:lnSpc>
                <a:spcPct val="80000"/>
              </a:lnSpc>
              <a:spcBef>
                <a:spcPts val="1200"/>
              </a:spcBef>
              <a:buNone/>
            </a:pPr>
            <a:r>
              <a:rPr lang="en-US" sz="2600">
                <a:solidFill>
                  <a:prstClr val="black"/>
                </a:solidFill>
                <a:latin typeface="+mn-lt"/>
              </a:rPr>
              <a:t>There are about 136 gibberellins.</a:t>
            </a:r>
          </a:p>
          <a:p>
            <a:pPr marL="269875" lvl="2" indent="-269875">
              <a:lnSpc>
                <a:spcPct val="80000"/>
              </a:lnSpc>
              <a:spcBef>
                <a:spcPts val="1200"/>
              </a:spcBef>
            </a:pPr>
            <a:r>
              <a:rPr lang="en-US" sz="2200">
                <a:solidFill>
                  <a:prstClr val="black"/>
                </a:solidFill>
                <a:latin typeface="+mn-lt"/>
              </a:rPr>
              <a:t>Each differ slightly chemically. </a:t>
            </a:r>
          </a:p>
          <a:p>
            <a:pPr marL="269875" lvl="2" indent="-269875">
              <a:lnSpc>
                <a:spcPct val="80000"/>
              </a:lnSpc>
              <a:spcBef>
                <a:spcPts val="1200"/>
              </a:spcBef>
            </a:pPr>
            <a:r>
              <a:rPr lang="en-US" sz="2200">
                <a:solidFill>
                  <a:prstClr val="black"/>
                </a:solidFill>
                <a:latin typeface="+mn-lt"/>
              </a:rPr>
              <a:t>The most common is gibberellic acid.</a:t>
            </a:r>
          </a:p>
          <a:p>
            <a:pPr marL="0" lvl="1" indent="0">
              <a:lnSpc>
                <a:spcPct val="80000"/>
              </a:lnSpc>
              <a:spcBef>
                <a:spcPts val="1200"/>
              </a:spcBef>
              <a:buNone/>
            </a:pPr>
            <a:r>
              <a:rPr lang="en-US" sz="2600">
                <a:solidFill>
                  <a:prstClr val="black"/>
                </a:solidFill>
                <a:latin typeface="+mn-lt"/>
              </a:rPr>
              <a:t>Gibberellins are used commercially to induce growth in crops.</a:t>
            </a:r>
          </a:p>
          <a:p>
            <a:pPr marL="0" lvl="1" indent="0">
              <a:lnSpc>
                <a:spcPct val="80000"/>
              </a:lnSpc>
              <a:spcBef>
                <a:spcPts val="1200"/>
              </a:spcBef>
              <a:buNone/>
            </a:pPr>
            <a:r>
              <a:rPr lang="en-US" sz="2600" b="1">
                <a:solidFill>
                  <a:srgbClr val="D90000"/>
                </a:solidFill>
                <a:latin typeface="+mn-lt"/>
              </a:rPr>
              <a:t>Dormancy</a:t>
            </a:r>
            <a:r>
              <a:rPr lang="en-US" sz="2600">
                <a:solidFill>
                  <a:prstClr val="black"/>
                </a:solidFill>
                <a:latin typeface="+mn-lt"/>
              </a:rPr>
              <a:t> is a period of time when plant growth is suspended.</a:t>
            </a:r>
          </a:p>
          <a:p>
            <a:pPr marL="269875" lvl="2" indent="-269875">
              <a:lnSpc>
                <a:spcPct val="80000"/>
              </a:lnSpc>
              <a:spcBef>
                <a:spcPts val="1200"/>
              </a:spcBef>
            </a:pPr>
            <a:r>
              <a:rPr lang="en-US" sz="2200">
                <a:solidFill>
                  <a:prstClr val="black"/>
                </a:solidFill>
                <a:latin typeface="+mn-lt"/>
              </a:rPr>
              <a:t>Gibberellins can break the dormancy of buds and seeds.</a:t>
            </a:r>
          </a:p>
        </p:txBody>
      </p:sp>
      <p:sp>
        <p:nvSpPr>
          <p:cNvPr id="5" name="Slide Number Placeholder 3">
            <a:extLst>
              <a:ext uri="{FF2B5EF4-FFF2-40B4-BE49-F238E27FC236}">
                <a16:creationId xmlns:a16="http://schemas.microsoft.com/office/drawing/2014/main" id="{A86402CE-9A47-4F3A-87F1-A262078F90E8}"/>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12</a:t>
            </a:fld>
            <a:endParaRPr lang="en-US" sz="80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noAutofit/>
          </a:bodyPr>
          <a:lstStyle/>
          <a:p>
            <a:pPr algn="ctr"/>
            <a:r>
              <a:rPr lang="en-US" altLang="en-US">
                <a:solidFill>
                  <a:srgbClr val="002060"/>
                </a:solidFill>
                <a:latin typeface="+mj-lt"/>
              </a:rPr>
              <a:t>Gibberellins Cause Stem Elongation</a:t>
            </a:r>
          </a:p>
        </p:txBody>
      </p:sp>
      <p:pic>
        <p:nvPicPr>
          <p:cNvPr id="4" name="Picture 2" descr="a) 2 set of plants with taller plant on right treated with gibberellins.&#10;B)2 bunches of grapes, with right one showing longer grapes due to gibberellins."/>
          <p:cNvPicPr>
            <a:picLocks noChangeAspect="1"/>
          </p:cNvPicPr>
          <p:nvPr/>
        </p:nvPicPr>
        <p:blipFill rotWithShape="1">
          <a:blip r:embed="rId3" cstate="print">
            <a:extLst>
              <a:ext uri="{28A0092B-C50C-407E-A947-70E740481C1C}">
                <a14:useLocalDpi xmlns:a14="http://schemas.microsoft.com/office/drawing/2010/main" val="0"/>
              </a:ext>
            </a:extLst>
          </a:blip>
          <a:srcRect t="6138" b="5296"/>
          <a:stretch/>
        </p:blipFill>
        <p:spPr>
          <a:xfrm>
            <a:off x="1094100" y="1474222"/>
            <a:ext cx="6955793" cy="3428023"/>
          </a:xfrm>
          <a:prstGeom prst="rect">
            <a:avLst/>
          </a:prstGeom>
        </p:spPr>
      </p:pic>
      <p:sp>
        <p:nvSpPr>
          <p:cNvPr id="8" name="Content Placeholder 3"/>
          <p:cNvSpPr>
            <a:spLocks noGrp="1"/>
          </p:cNvSpPr>
          <p:nvPr>
            <p:ph type="body" sz="quarter" idx="19"/>
          </p:nvPr>
        </p:nvSpPr>
        <p:spPr>
          <a:xfrm>
            <a:off x="4049168" y="4939571"/>
            <a:ext cx="1045658" cy="275605"/>
          </a:xfrm>
        </p:spPr>
        <p:txBody>
          <a:bodyPr>
            <a:normAutofit/>
          </a:bodyPr>
          <a:lstStyle/>
          <a:p>
            <a:pPr algn="ctr"/>
            <a:r>
              <a:rPr lang="en-US" sz="1200" b="0">
                <a:solidFill>
                  <a:schemeClr val="tx1"/>
                </a:solidFill>
              </a:rPr>
              <a:t>Figure </a:t>
            </a:r>
            <a:r>
              <a:rPr lang="en-US" sz="1200"/>
              <a:t>26</a:t>
            </a:r>
            <a:r>
              <a:rPr lang="en-US" sz="1200" b="0">
                <a:solidFill>
                  <a:schemeClr val="tx1"/>
                </a:solidFill>
              </a:rPr>
              <a:t>.4</a:t>
            </a:r>
          </a:p>
        </p:txBody>
      </p:sp>
      <p:sp>
        <p:nvSpPr>
          <p:cNvPr id="9" name="Text Placeholder 4">
            <a:extLst>
              <a:ext uri="{FF2B5EF4-FFF2-40B4-BE49-F238E27FC236}">
                <a16:creationId xmlns:a16="http://schemas.microsoft.com/office/drawing/2014/main" id="{A551755B-2F77-4CAD-86CD-26B65F26C0AA}"/>
              </a:ext>
            </a:extLst>
          </p:cNvPr>
          <p:cNvSpPr>
            <a:spLocks noGrp="1"/>
          </p:cNvSpPr>
          <p:nvPr>
            <p:ph type="body" sz="quarter" idx="20"/>
          </p:nvPr>
        </p:nvSpPr>
        <p:spPr>
          <a:xfrm>
            <a:off x="5042105" y="6507919"/>
            <a:ext cx="3424534" cy="276999"/>
          </a:xfrm>
        </p:spPr>
        <p:txBody>
          <a:bodyPr>
            <a:normAutofit/>
          </a:bodyPr>
          <a:lstStyle/>
          <a:p>
            <a:pPr marL="0" lvl="0" indent="0" algn="r">
              <a:buNone/>
            </a:pPr>
            <a:r>
              <a:rPr lang="en-US" sz="800">
                <a:latin typeface="+mn-lt"/>
              </a:rPr>
              <a:t>(a): </a:t>
            </a:r>
            <a:r>
              <a:rPr lang="en-US" sz="800" err="1">
                <a:latin typeface="+mn-lt"/>
              </a:rPr>
              <a:t>OmikronScience</a:t>
            </a:r>
            <a:r>
              <a:rPr lang="en-US" sz="800">
                <a:latin typeface="+mn-lt"/>
              </a:rPr>
              <a:t> Source; (b): ©Amnon </a:t>
            </a:r>
            <a:r>
              <a:rPr lang="en-US" sz="800" err="1">
                <a:latin typeface="+mn-lt"/>
              </a:rPr>
              <a:t>Lichter</a:t>
            </a:r>
            <a:r>
              <a:rPr lang="en-US" sz="800">
                <a:latin typeface="+mn-lt"/>
              </a:rPr>
              <a:t>, The </a:t>
            </a:r>
            <a:r>
              <a:rPr lang="en-US" sz="800" err="1">
                <a:latin typeface="+mn-lt"/>
              </a:rPr>
              <a:t>Volcani</a:t>
            </a:r>
            <a:r>
              <a:rPr lang="en-US" sz="800">
                <a:latin typeface="+mn-lt"/>
              </a:rPr>
              <a:t> Center</a:t>
            </a:r>
          </a:p>
        </p:txBody>
      </p:sp>
      <p:sp>
        <p:nvSpPr>
          <p:cNvPr id="7" name="Slide Number Placeholder 5">
            <a:extLst>
              <a:ext uri="{FF2B5EF4-FFF2-40B4-BE49-F238E27FC236}">
                <a16:creationId xmlns:a16="http://schemas.microsoft.com/office/drawing/2014/main" id="{1470860B-13C2-430B-8536-5D37D443F81C}"/>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13</a:t>
            </a:fld>
            <a:endParaRPr lang="en-US" sz="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lstStyle/>
          <a:p>
            <a:pPr algn="ctr"/>
            <a:r>
              <a:rPr lang="en-US" altLang="en-US" err="1">
                <a:solidFill>
                  <a:srgbClr val="242852"/>
                </a:solidFill>
                <a:latin typeface="+mj-lt"/>
              </a:rPr>
              <a:t>Cytokinins</a:t>
            </a:r>
            <a:endParaRPr lang="en-US">
              <a:latin typeface="+mj-lt"/>
            </a:endParaRPr>
          </a:p>
        </p:txBody>
      </p:sp>
      <p:sp>
        <p:nvSpPr>
          <p:cNvPr id="5" name="Content Placeholder 2"/>
          <p:cNvSpPr>
            <a:spLocks noGrp="1"/>
          </p:cNvSpPr>
          <p:nvPr>
            <p:ph idx="1"/>
          </p:nvPr>
        </p:nvSpPr>
        <p:spPr>
          <a:xfrm>
            <a:off x="457200" y="1295400"/>
            <a:ext cx="7884695" cy="5212519"/>
          </a:xfrm>
        </p:spPr>
        <p:txBody>
          <a:bodyPr>
            <a:normAutofit lnSpcReduction="10000"/>
          </a:bodyPr>
          <a:lstStyle/>
          <a:p>
            <a:pPr marL="0" lvl="0" indent="0">
              <a:lnSpc>
                <a:spcPct val="80000"/>
              </a:lnSpc>
              <a:spcBef>
                <a:spcPts val="0"/>
              </a:spcBef>
              <a:spcAft>
                <a:spcPts val="2000"/>
              </a:spcAft>
              <a:buNone/>
            </a:pPr>
            <a:r>
              <a:rPr lang="en-US" sz="2700">
                <a:solidFill>
                  <a:prstClr val="black"/>
                </a:solidFill>
                <a:latin typeface="+mn-lt"/>
              </a:rPr>
              <a:t>The </a:t>
            </a:r>
            <a:r>
              <a:rPr lang="en-US" sz="2700" b="1" err="1">
                <a:solidFill>
                  <a:srgbClr val="D90000"/>
                </a:solidFill>
                <a:latin typeface="+mn-lt"/>
              </a:rPr>
              <a:t>cytokinins</a:t>
            </a:r>
            <a:r>
              <a:rPr lang="en-US" sz="2700">
                <a:solidFill>
                  <a:prstClr val="black"/>
                </a:solidFill>
                <a:latin typeface="+mn-lt"/>
              </a:rPr>
              <a:t> are a class of hormones that promote cell division and organ formation.</a:t>
            </a:r>
          </a:p>
          <a:p>
            <a:pPr marL="285750" lvl="1" indent="-285750">
              <a:lnSpc>
                <a:spcPct val="80000"/>
              </a:lnSpc>
              <a:spcBef>
                <a:spcPts val="0"/>
              </a:spcBef>
              <a:buFont typeface="Arial" panose="020B0604020202020204" pitchFamily="34" charset="0"/>
              <a:buChar char="•"/>
            </a:pPr>
            <a:r>
              <a:rPr lang="en-US" sz="2400">
                <a:solidFill>
                  <a:prstClr val="black"/>
                </a:solidFill>
                <a:latin typeface="+mn-lt"/>
              </a:rPr>
              <a:t>Found in dividing tissues of roots, in seeds, and in fruits</a:t>
            </a:r>
          </a:p>
          <a:p>
            <a:pPr marL="285750" lvl="1" indent="-285750">
              <a:lnSpc>
                <a:spcPct val="80000"/>
              </a:lnSpc>
              <a:buFont typeface="Arial" panose="020B0604020202020204" pitchFamily="34" charset="0"/>
              <a:buChar char="•"/>
            </a:pPr>
            <a:r>
              <a:rPr lang="en-US" sz="2400">
                <a:solidFill>
                  <a:prstClr val="black"/>
                </a:solidFill>
                <a:latin typeface="+mn-lt"/>
              </a:rPr>
              <a:t>Responsible for root nodule formation (house nitrogen-fixing bacteria) and gall formation on wounded trees</a:t>
            </a:r>
          </a:p>
          <a:p>
            <a:pPr marL="285750" lvl="1" indent="-285750">
              <a:lnSpc>
                <a:spcPct val="80000"/>
              </a:lnSpc>
              <a:buFont typeface="Arial" panose="020B0604020202020204" pitchFamily="34" charset="0"/>
              <a:buChar char="•"/>
            </a:pPr>
            <a:r>
              <a:rPr lang="en-US" sz="2400">
                <a:solidFill>
                  <a:prstClr val="black"/>
                </a:solidFill>
                <a:latin typeface="+mn-lt"/>
              </a:rPr>
              <a:t>Have been used to prolong the life of flower cuttings as well as vegetables in storage</a:t>
            </a:r>
          </a:p>
          <a:p>
            <a:pPr marL="285750" lvl="1" indent="-285750">
              <a:lnSpc>
                <a:spcPct val="80000"/>
              </a:lnSpc>
              <a:buFont typeface="Arial" panose="020B0604020202020204" pitchFamily="34" charset="0"/>
              <a:buChar char="•"/>
            </a:pPr>
            <a:r>
              <a:rPr lang="en-US" sz="2400">
                <a:solidFill>
                  <a:prstClr val="black"/>
                </a:solidFill>
                <a:latin typeface="+mn-lt"/>
              </a:rPr>
              <a:t>Interaction between auxin and </a:t>
            </a:r>
            <a:r>
              <a:rPr lang="en-US" sz="2400" err="1">
                <a:solidFill>
                  <a:prstClr val="black"/>
                </a:solidFill>
                <a:latin typeface="+mn-lt"/>
              </a:rPr>
              <a:t>cytokinins</a:t>
            </a:r>
            <a:r>
              <a:rPr lang="en-US" sz="2400">
                <a:solidFill>
                  <a:prstClr val="black"/>
                </a:solidFill>
                <a:latin typeface="+mn-lt"/>
              </a:rPr>
              <a:t> prevent </a:t>
            </a:r>
            <a:r>
              <a:rPr lang="en-US" sz="2400" b="1">
                <a:solidFill>
                  <a:srgbClr val="D90000"/>
                </a:solidFill>
                <a:latin typeface="+mn-lt"/>
              </a:rPr>
              <a:t>senescence</a:t>
            </a:r>
            <a:r>
              <a:rPr lang="en-US" sz="2400">
                <a:solidFill>
                  <a:prstClr val="black"/>
                </a:solidFill>
                <a:latin typeface="+mn-lt"/>
              </a:rPr>
              <a:t> (aging process).</a:t>
            </a:r>
          </a:p>
          <a:p>
            <a:pPr marL="285750" lvl="1" indent="-285750">
              <a:lnSpc>
                <a:spcPct val="80000"/>
              </a:lnSpc>
              <a:buFont typeface="Arial" panose="020B0604020202020204" pitchFamily="34" charset="0"/>
              <a:buChar char="•"/>
            </a:pPr>
            <a:r>
              <a:rPr lang="en-US" sz="2400">
                <a:solidFill>
                  <a:prstClr val="black"/>
                </a:solidFill>
                <a:latin typeface="+mn-lt"/>
              </a:rPr>
              <a:t>In autumn, low levels of </a:t>
            </a:r>
            <a:r>
              <a:rPr lang="en-US" sz="2400" err="1">
                <a:solidFill>
                  <a:prstClr val="black"/>
                </a:solidFill>
                <a:latin typeface="+mn-lt"/>
              </a:rPr>
              <a:t>cytokinins</a:t>
            </a:r>
            <a:r>
              <a:rPr lang="en-US" sz="2400">
                <a:solidFill>
                  <a:prstClr val="black"/>
                </a:solidFill>
                <a:latin typeface="+mn-lt"/>
              </a:rPr>
              <a:t> cause leaves to change color and die.</a:t>
            </a:r>
          </a:p>
        </p:txBody>
      </p:sp>
      <p:sp>
        <p:nvSpPr>
          <p:cNvPr id="4" name="Slide Number Placeholder 3">
            <a:extLst>
              <a:ext uri="{FF2B5EF4-FFF2-40B4-BE49-F238E27FC236}">
                <a16:creationId xmlns:a16="http://schemas.microsoft.com/office/drawing/2014/main" id="{D871634C-7D68-47C2-85C6-BE19163EF18C}"/>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14</a:t>
            </a:fld>
            <a:endParaRPr lang="en-US" sz="80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0" y="1"/>
            <a:ext cx="9144000" cy="1068223"/>
          </a:xfrm>
        </p:spPr>
        <p:txBody>
          <a:bodyPr>
            <a:normAutofit fontScale="90000"/>
          </a:bodyPr>
          <a:lstStyle/>
          <a:p>
            <a:pPr algn="ctr"/>
            <a:r>
              <a:rPr lang="en-US" altLang="en-US">
                <a:solidFill>
                  <a:srgbClr val="002060"/>
                </a:solidFill>
                <a:latin typeface="+mj-lt"/>
              </a:rPr>
              <a:t>Interaction of Cytokinins and Auxins in Organ Development</a:t>
            </a:r>
          </a:p>
        </p:txBody>
      </p:sp>
      <p:pic>
        <p:nvPicPr>
          <p:cNvPr id="3" name="Picture 2" descr="Various concentrations of cytokinins and auxins during development can have dramatic effects, as shown in tissue culture experiments.">
            <a:extLst>
              <a:ext uri="{FF2B5EF4-FFF2-40B4-BE49-F238E27FC236}">
                <a16:creationId xmlns:a16="http://schemas.microsoft.com/office/drawing/2014/main" id="{4A633AD8-2FE1-4082-9373-B8FEE582A581}"/>
              </a:ext>
            </a:extLst>
          </p:cNvPr>
          <p:cNvPicPr>
            <a:picLocks noChangeAspect="1"/>
          </p:cNvPicPr>
          <p:nvPr/>
        </p:nvPicPr>
        <p:blipFill rotWithShape="1">
          <a:blip r:embed="rId3">
            <a:extLst>
              <a:ext uri="{28A0092B-C50C-407E-A947-70E740481C1C}">
                <a14:useLocalDpi xmlns:a14="http://schemas.microsoft.com/office/drawing/2010/main" val="0"/>
              </a:ext>
            </a:extLst>
          </a:blip>
          <a:srcRect t="7074"/>
          <a:stretch/>
        </p:blipFill>
        <p:spPr>
          <a:xfrm>
            <a:off x="810442" y="1634290"/>
            <a:ext cx="7523116" cy="2606042"/>
          </a:xfrm>
          <a:prstGeom prst="rect">
            <a:avLst/>
          </a:prstGeom>
        </p:spPr>
      </p:pic>
      <p:sp>
        <p:nvSpPr>
          <p:cNvPr id="5" name="Text Placeholder 3">
            <a:extLst>
              <a:ext uri="{FF2B5EF4-FFF2-40B4-BE49-F238E27FC236}">
                <a16:creationId xmlns:a16="http://schemas.microsoft.com/office/drawing/2014/main" id="{9B40F703-A1D1-4123-8073-0E9F34E09E27}"/>
              </a:ext>
            </a:extLst>
          </p:cNvPr>
          <p:cNvSpPr>
            <a:spLocks noGrp="1"/>
          </p:cNvSpPr>
          <p:nvPr>
            <p:ph type="body" sz="quarter" idx="19"/>
          </p:nvPr>
        </p:nvSpPr>
        <p:spPr>
          <a:xfrm>
            <a:off x="4014988" y="4730308"/>
            <a:ext cx="1114024" cy="228144"/>
          </a:xfrm>
        </p:spPr>
        <p:txBody>
          <a:bodyPr>
            <a:normAutofit fontScale="92500" lnSpcReduction="20000"/>
          </a:bodyPr>
          <a:lstStyle/>
          <a:p>
            <a:pPr algn="ctr"/>
            <a:r>
              <a:rPr lang="en-US" sz="1200" b="0">
                <a:solidFill>
                  <a:schemeClr val="tx1"/>
                </a:solidFill>
              </a:rPr>
              <a:t>Figure </a:t>
            </a:r>
            <a:r>
              <a:rPr lang="en-US" sz="1200"/>
              <a:t>26</a:t>
            </a:r>
            <a:r>
              <a:rPr lang="en-US" sz="1200" b="0">
                <a:solidFill>
                  <a:schemeClr val="tx1"/>
                </a:solidFill>
              </a:rPr>
              <a:t>.5</a:t>
            </a:r>
          </a:p>
        </p:txBody>
      </p:sp>
      <p:sp>
        <p:nvSpPr>
          <p:cNvPr id="6" name="Text Placeholder 4">
            <a:extLst>
              <a:ext uri="{FF2B5EF4-FFF2-40B4-BE49-F238E27FC236}">
                <a16:creationId xmlns:a16="http://schemas.microsoft.com/office/drawing/2014/main" id="{3F0D2A87-A63D-4E28-A25E-2CBE2BE4A68A}"/>
              </a:ext>
            </a:extLst>
          </p:cNvPr>
          <p:cNvSpPr>
            <a:spLocks noGrp="1"/>
          </p:cNvSpPr>
          <p:nvPr>
            <p:ph type="body" sz="quarter" idx="20"/>
          </p:nvPr>
        </p:nvSpPr>
        <p:spPr>
          <a:xfrm>
            <a:off x="1608939" y="6507919"/>
            <a:ext cx="6988130" cy="228144"/>
          </a:xfrm>
        </p:spPr>
        <p:txBody>
          <a:bodyPr>
            <a:normAutofit/>
          </a:bodyPr>
          <a:lstStyle/>
          <a:p>
            <a:pPr algn="r"/>
            <a:r>
              <a:rPr lang="en-US" sz="800"/>
              <a:t>(a): </a:t>
            </a:r>
            <a:r>
              <a:rPr lang="en-US" sz="800" err="1"/>
              <a:t>Biophoto</a:t>
            </a:r>
            <a:r>
              <a:rPr lang="en-US" sz="800"/>
              <a:t> Associates/Science Source; (b—d): ©Alan </a:t>
            </a:r>
            <a:r>
              <a:rPr lang="en-US" sz="800" err="1"/>
              <a:t>Darvill</a:t>
            </a:r>
            <a:r>
              <a:rPr lang="en-US" sz="800"/>
              <a:t> and Stefan Eberhard, Complex Carbohydrate Research Center, University of Georgia</a:t>
            </a:r>
          </a:p>
        </p:txBody>
      </p:sp>
      <p:sp>
        <p:nvSpPr>
          <p:cNvPr id="7" name="Slide Number Placeholder 53">
            <a:extLst>
              <a:ext uri="{FF2B5EF4-FFF2-40B4-BE49-F238E27FC236}">
                <a16:creationId xmlns:a16="http://schemas.microsoft.com/office/drawing/2014/main" id="{8D5ECD72-41EE-484E-9D3D-B177B54444E0}"/>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15</a:t>
            </a:fld>
            <a:endParaRPr lang="en-US" sz="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9144000" cy="1170773"/>
          </a:xfrm>
        </p:spPr>
        <p:txBody>
          <a:bodyPr>
            <a:noAutofit/>
          </a:bodyPr>
          <a:lstStyle/>
          <a:p>
            <a:pPr algn="ctr"/>
            <a:r>
              <a:rPr lang="en-US" altLang="en-US">
                <a:solidFill>
                  <a:srgbClr val="002060"/>
                </a:solidFill>
                <a:latin typeface="+mj-lt"/>
              </a:rPr>
              <a:t>Leaves Change Color When Cytokinin Levels Are Low</a:t>
            </a:r>
            <a:endParaRPr lang="en-US">
              <a:solidFill>
                <a:srgbClr val="002060"/>
              </a:solidFill>
              <a:latin typeface="+mj-lt"/>
            </a:endParaRPr>
          </a:p>
        </p:txBody>
      </p:sp>
      <p:pic>
        <p:nvPicPr>
          <p:cNvPr id="5" name="Picture 2" descr="A green leaf is mottled by sections of red, showing that the leaf is beginning to change color due to a seasonal drop in cytokinin."/>
          <p:cNvPicPr>
            <a:picLocks noChangeAspect="1"/>
          </p:cNvPicPr>
          <p:nvPr/>
        </p:nvPicPr>
        <p:blipFill rotWithShape="1">
          <a:blip r:embed="rId3" cstate="print">
            <a:extLst>
              <a:ext uri="{28A0092B-C50C-407E-A947-70E740481C1C}">
                <a14:useLocalDpi xmlns:a14="http://schemas.microsoft.com/office/drawing/2010/main" val="0"/>
              </a:ext>
            </a:extLst>
          </a:blip>
          <a:srcRect t="4989" b="4078"/>
          <a:stretch/>
        </p:blipFill>
        <p:spPr>
          <a:xfrm>
            <a:off x="1749321" y="1441789"/>
            <a:ext cx="5746958" cy="3892211"/>
          </a:xfrm>
          <a:prstGeom prst="rect">
            <a:avLst/>
          </a:prstGeom>
        </p:spPr>
      </p:pic>
      <p:sp>
        <p:nvSpPr>
          <p:cNvPr id="9" name="Content Placeholder 3"/>
          <p:cNvSpPr>
            <a:spLocks noGrp="1"/>
          </p:cNvSpPr>
          <p:nvPr>
            <p:ph type="body" sz="quarter" idx="19"/>
          </p:nvPr>
        </p:nvSpPr>
        <p:spPr>
          <a:xfrm>
            <a:off x="4010715" y="5827575"/>
            <a:ext cx="1122570" cy="346820"/>
          </a:xfrm>
        </p:spPr>
        <p:txBody>
          <a:bodyPr>
            <a:noAutofit/>
          </a:bodyPr>
          <a:lstStyle/>
          <a:p>
            <a:pPr algn="ctr"/>
            <a:r>
              <a:rPr lang="en-US" sz="1200" b="0">
                <a:solidFill>
                  <a:schemeClr val="tx1"/>
                </a:solidFill>
              </a:rPr>
              <a:t>Figure </a:t>
            </a:r>
            <a:r>
              <a:rPr lang="en-US" sz="1200"/>
              <a:t>26</a:t>
            </a:r>
            <a:r>
              <a:rPr lang="en-US" sz="1200" b="0">
                <a:solidFill>
                  <a:schemeClr val="tx1"/>
                </a:solidFill>
              </a:rPr>
              <a:t>.6</a:t>
            </a:r>
          </a:p>
        </p:txBody>
      </p:sp>
      <p:sp>
        <p:nvSpPr>
          <p:cNvPr id="10" name="Text Placeholder 4">
            <a:extLst>
              <a:ext uri="{FF2B5EF4-FFF2-40B4-BE49-F238E27FC236}">
                <a16:creationId xmlns:a16="http://schemas.microsoft.com/office/drawing/2014/main" id="{B5CDBB28-86A8-4575-8E11-5FCD7E4A1CA4}"/>
              </a:ext>
            </a:extLst>
          </p:cNvPr>
          <p:cNvSpPr>
            <a:spLocks noGrp="1"/>
          </p:cNvSpPr>
          <p:nvPr>
            <p:ph type="body" sz="quarter" idx="20"/>
          </p:nvPr>
        </p:nvSpPr>
        <p:spPr>
          <a:xfrm>
            <a:off x="6776815" y="6507918"/>
            <a:ext cx="1689824" cy="314325"/>
          </a:xfrm>
        </p:spPr>
        <p:txBody>
          <a:bodyPr>
            <a:normAutofit/>
          </a:bodyPr>
          <a:lstStyle/>
          <a:p>
            <a:pPr marL="0" lvl="0" indent="0" algn="r">
              <a:buNone/>
            </a:pPr>
            <a:r>
              <a:rPr lang="en-US" sz="800">
                <a:latin typeface="+mn-lt"/>
              </a:rPr>
              <a:t>Oxford/iStock/360/Getty Images</a:t>
            </a:r>
          </a:p>
        </p:txBody>
      </p:sp>
      <p:sp>
        <p:nvSpPr>
          <p:cNvPr id="8" name="Slide Number Placeholder 5">
            <a:extLst>
              <a:ext uri="{FF2B5EF4-FFF2-40B4-BE49-F238E27FC236}">
                <a16:creationId xmlns:a16="http://schemas.microsoft.com/office/drawing/2014/main" id="{D3024334-5096-4939-AA93-81A7F2E58FAA}"/>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16</a:t>
            </a:fld>
            <a:endParaRPr lang="en-US" sz="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42900" y="0"/>
            <a:ext cx="8458200" cy="822057"/>
          </a:xfrm>
        </p:spPr>
        <p:txBody>
          <a:bodyPr/>
          <a:lstStyle/>
          <a:p>
            <a:pPr algn="ctr"/>
            <a:r>
              <a:rPr lang="en-US" altLang="en-US">
                <a:solidFill>
                  <a:srgbClr val="242852"/>
                </a:solidFill>
                <a:latin typeface="+mj-lt"/>
              </a:rPr>
              <a:t>Abscisic Acid</a:t>
            </a:r>
            <a:endParaRPr lang="en-US">
              <a:latin typeface="+mj-lt"/>
            </a:endParaRPr>
          </a:p>
        </p:txBody>
      </p:sp>
      <p:sp>
        <p:nvSpPr>
          <p:cNvPr id="4" name="Content Placeholder 2"/>
          <p:cNvSpPr>
            <a:spLocks noGrp="1"/>
          </p:cNvSpPr>
          <p:nvPr>
            <p:ph idx="1"/>
          </p:nvPr>
        </p:nvSpPr>
        <p:spPr>
          <a:xfrm>
            <a:off x="480646" y="1123128"/>
            <a:ext cx="7385539" cy="5384791"/>
          </a:xfrm>
        </p:spPr>
        <p:txBody>
          <a:bodyPr>
            <a:normAutofit lnSpcReduction="10000"/>
          </a:bodyPr>
          <a:lstStyle/>
          <a:p>
            <a:pPr marL="0" lvl="0" indent="0">
              <a:spcBef>
                <a:spcPts val="0"/>
              </a:spcBef>
              <a:spcAft>
                <a:spcPts val="2000"/>
              </a:spcAft>
              <a:buNone/>
            </a:pPr>
            <a:r>
              <a:rPr lang="en-US" sz="3000" b="1">
                <a:solidFill>
                  <a:srgbClr val="D90000"/>
                </a:solidFill>
                <a:latin typeface="+mn-lt"/>
              </a:rPr>
              <a:t>Abscisic acid (ABA)</a:t>
            </a:r>
            <a:r>
              <a:rPr lang="en-US" sz="3000">
                <a:solidFill>
                  <a:srgbClr val="D90000"/>
                </a:solidFill>
                <a:latin typeface="+mn-lt"/>
              </a:rPr>
              <a:t> </a:t>
            </a:r>
            <a:r>
              <a:rPr lang="en-US" sz="3000">
                <a:solidFill>
                  <a:prstClr val="black"/>
                </a:solidFill>
                <a:latin typeface="+mn-lt"/>
              </a:rPr>
              <a:t>is produced by any “green tissue” (that is tissue containing chloroplasts).</a:t>
            </a:r>
          </a:p>
          <a:p>
            <a:pPr marL="0" lvl="1" indent="0">
              <a:spcBef>
                <a:spcPts val="0"/>
              </a:spcBef>
              <a:buNone/>
            </a:pPr>
            <a:r>
              <a:rPr lang="en-US" sz="2600">
                <a:solidFill>
                  <a:prstClr val="black"/>
                </a:solidFill>
                <a:latin typeface="+mn-lt"/>
              </a:rPr>
              <a:t>Sometimes called the stress hormone</a:t>
            </a:r>
          </a:p>
          <a:p>
            <a:pPr marL="269875" lvl="2" indent="-269875"/>
            <a:r>
              <a:rPr lang="en-US" sz="2200">
                <a:solidFill>
                  <a:prstClr val="black"/>
                </a:solidFill>
                <a:latin typeface="+mn-lt"/>
              </a:rPr>
              <a:t>It initiates and maintains seed and bud dormancy.</a:t>
            </a:r>
          </a:p>
          <a:p>
            <a:pPr marL="269875" lvl="2" indent="-269875"/>
            <a:r>
              <a:rPr lang="en-US" sz="2200">
                <a:solidFill>
                  <a:prstClr val="black"/>
                </a:solidFill>
                <a:latin typeface="+mn-lt"/>
              </a:rPr>
              <a:t>It brings about the closure of stomata.</a:t>
            </a:r>
          </a:p>
          <a:p>
            <a:pPr marL="269875" lvl="2" indent="-269875"/>
            <a:r>
              <a:rPr lang="en-US" sz="2200" b="1">
                <a:solidFill>
                  <a:srgbClr val="D90000"/>
                </a:solidFill>
                <a:latin typeface="+mn-lt"/>
              </a:rPr>
              <a:t>Abscission</a:t>
            </a:r>
            <a:r>
              <a:rPr lang="en-US" sz="2200">
                <a:solidFill>
                  <a:prstClr val="black"/>
                </a:solidFill>
                <a:latin typeface="+mn-lt"/>
              </a:rPr>
              <a:t> is the dropping of leaves, fruits, and flowers from a plant.</a:t>
            </a:r>
          </a:p>
          <a:p>
            <a:pPr marL="269875" lvl="2" indent="-269875"/>
            <a:r>
              <a:rPr lang="en-US" sz="2200">
                <a:solidFill>
                  <a:prstClr val="black"/>
                </a:solidFill>
                <a:latin typeface="+mn-lt"/>
              </a:rPr>
              <a:t>ABA-insensitive mutant corn show </a:t>
            </a:r>
            <a:r>
              <a:rPr lang="en-US" sz="2200" b="1" err="1">
                <a:solidFill>
                  <a:prstClr val="black"/>
                </a:solidFill>
                <a:latin typeface="+mn-lt"/>
              </a:rPr>
              <a:t>vivipary</a:t>
            </a:r>
            <a:r>
              <a:rPr lang="en-US" sz="2200">
                <a:solidFill>
                  <a:prstClr val="black"/>
                </a:solidFill>
                <a:latin typeface="+mn-lt"/>
              </a:rPr>
              <a:t>, an early break in dormancy and germination while on the cob.</a:t>
            </a:r>
          </a:p>
        </p:txBody>
      </p:sp>
      <p:sp>
        <p:nvSpPr>
          <p:cNvPr id="6" name="Slide Number Placeholder 3">
            <a:extLst>
              <a:ext uri="{FF2B5EF4-FFF2-40B4-BE49-F238E27FC236}">
                <a16:creationId xmlns:a16="http://schemas.microsoft.com/office/drawing/2014/main" id="{E6CB5D9C-214E-4764-B11F-EF99FD7D3399}"/>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17</a:t>
            </a:fld>
            <a:endParaRPr lang="en-US" sz="80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p:txBody>
          <a:bodyPr/>
          <a:lstStyle/>
          <a:p>
            <a:pPr algn="ctr"/>
            <a:r>
              <a:rPr lang="en-US" altLang="en-US">
                <a:solidFill>
                  <a:srgbClr val="002060"/>
                </a:solidFill>
                <a:latin typeface="+mj-lt"/>
              </a:rPr>
              <a:t>Dormancy and Germination</a:t>
            </a:r>
          </a:p>
        </p:txBody>
      </p:sp>
      <p:pic>
        <p:nvPicPr>
          <p:cNvPr id="3" name="Picture 2" descr="An ear of corn, some yellow kernels present between dark colored kernels are marked with arrows to show germination  while still on the cob.">
            <a:extLst>
              <a:ext uri="{FF2B5EF4-FFF2-40B4-BE49-F238E27FC236}">
                <a16:creationId xmlns:a16="http://schemas.microsoft.com/office/drawing/2014/main" id="{07C4C915-0E6A-4F00-ABD0-9EF0FB0EF8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9556" y="1326512"/>
            <a:ext cx="7264886" cy="3937512"/>
          </a:xfrm>
          <a:prstGeom prst="rect">
            <a:avLst/>
          </a:prstGeom>
        </p:spPr>
      </p:pic>
      <p:sp>
        <p:nvSpPr>
          <p:cNvPr id="8" name="Content Placeholder 3"/>
          <p:cNvSpPr>
            <a:spLocks noGrp="1"/>
          </p:cNvSpPr>
          <p:nvPr>
            <p:ph type="body" sz="quarter" idx="19"/>
          </p:nvPr>
        </p:nvSpPr>
        <p:spPr>
          <a:xfrm>
            <a:off x="3912437" y="5746969"/>
            <a:ext cx="1319123" cy="275605"/>
          </a:xfrm>
        </p:spPr>
        <p:txBody>
          <a:bodyPr>
            <a:normAutofit/>
          </a:bodyPr>
          <a:lstStyle/>
          <a:p>
            <a:pPr algn="ctr"/>
            <a:r>
              <a:rPr lang="en-US" sz="1200" b="0">
                <a:solidFill>
                  <a:schemeClr val="tx1"/>
                </a:solidFill>
              </a:rPr>
              <a:t>Figure </a:t>
            </a:r>
            <a:r>
              <a:rPr lang="en-US" sz="1200"/>
              <a:t>26</a:t>
            </a:r>
            <a:r>
              <a:rPr lang="en-US" sz="1200" b="0">
                <a:solidFill>
                  <a:schemeClr val="tx1"/>
                </a:solidFill>
              </a:rPr>
              <a:t>.7</a:t>
            </a:r>
          </a:p>
        </p:txBody>
      </p:sp>
      <p:sp>
        <p:nvSpPr>
          <p:cNvPr id="10" name="Text Placeholder 4">
            <a:extLst>
              <a:ext uri="{FF2B5EF4-FFF2-40B4-BE49-F238E27FC236}">
                <a16:creationId xmlns:a16="http://schemas.microsoft.com/office/drawing/2014/main" id="{2261A4B0-02E5-4F2F-80B9-0159F3DC9A6E}"/>
              </a:ext>
            </a:extLst>
          </p:cNvPr>
          <p:cNvSpPr>
            <a:spLocks noGrp="1"/>
          </p:cNvSpPr>
          <p:nvPr>
            <p:ph type="body" sz="quarter" idx="20"/>
          </p:nvPr>
        </p:nvSpPr>
        <p:spPr>
          <a:xfrm>
            <a:off x="6204247" y="6505519"/>
            <a:ext cx="2262392" cy="275605"/>
          </a:xfrm>
        </p:spPr>
        <p:txBody>
          <a:bodyPr/>
          <a:lstStyle/>
          <a:p>
            <a:pPr marL="0" lvl="0" indent="0" algn="r">
              <a:buNone/>
            </a:pPr>
            <a:r>
              <a:rPr lang="en-US" sz="800"/>
              <a:t>Dr. Donald R. McCarty, University of Florida</a:t>
            </a:r>
          </a:p>
        </p:txBody>
      </p:sp>
      <p:sp>
        <p:nvSpPr>
          <p:cNvPr id="9" name="Slide Number Placeholder 5">
            <a:extLst>
              <a:ext uri="{FF2B5EF4-FFF2-40B4-BE49-F238E27FC236}">
                <a16:creationId xmlns:a16="http://schemas.microsoft.com/office/drawing/2014/main" id="{552D54DE-D13E-4933-B4EE-5ED0FCE62735}"/>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18</a:t>
            </a:fld>
            <a:endParaRPr lang="en-US" sz="8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0" y="1"/>
            <a:ext cx="9144000" cy="1410055"/>
          </a:xfrm>
        </p:spPr>
        <p:txBody>
          <a:bodyPr>
            <a:noAutofit/>
          </a:bodyPr>
          <a:lstStyle/>
          <a:p>
            <a:pPr algn="ctr"/>
            <a:r>
              <a:rPr lang="en-US" altLang="en-US">
                <a:solidFill>
                  <a:srgbClr val="002060"/>
                </a:solidFill>
                <a:latin typeface="+mj-lt"/>
              </a:rPr>
              <a:t>Abscisic Acid Promotes Closure of Stomata</a:t>
            </a:r>
          </a:p>
        </p:txBody>
      </p:sp>
      <p:pic>
        <p:nvPicPr>
          <p:cNvPr id="16" name="Picture 2" descr="Abscisic acid promotes closure of stomata by initiating process involving a potassium channel.">
            <a:extLst>
              <a:ext uri="{FF2B5EF4-FFF2-40B4-BE49-F238E27FC236}">
                <a16:creationId xmlns:a16="http://schemas.microsoft.com/office/drawing/2014/main" id="{E57961E2-7A42-499F-BF84-F9510DB27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0600" y="1504950"/>
            <a:ext cx="7162800" cy="3848100"/>
          </a:xfrm>
          <a:prstGeom prst="rect">
            <a:avLst/>
          </a:prstGeom>
        </p:spPr>
      </p:pic>
      <p:sp>
        <p:nvSpPr>
          <p:cNvPr id="14" name="Text Placeholder 3">
            <a:extLst>
              <a:ext uri="{FF2B5EF4-FFF2-40B4-BE49-F238E27FC236}">
                <a16:creationId xmlns:a16="http://schemas.microsoft.com/office/drawing/2014/main" id="{9DC36F57-0F78-465C-BB52-5F31D98B3BFF}"/>
              </a:ext>
            </a:extLst>
          </p:cNvPr>
          <p:cNvSpPr>
            <a:spLocks noGrp="1"/>
          </p:cNvSpPr>
          <p:nvPr>
            <p:ph type="body" sz="quarter" idx="19"/>
          </p:nvPr>
        </p:nvSpPr>
        <p:spPr>
          <a:xfrm>
            <a:off x="3989350" y="5569719"/>
            <a:ext cx="1165299" cy="275605"/>
          </a:xfrm>
        </p:spPr>
        <p:txBody>
          <a:bodyPr>
            <a:normAutofit/>
          </a:bodyPr>
          <a:lstStyle/>
          <a:p>
            <a:pPr algn="ctr"/>
            <a:r>
              <a:rPr lang="en-US" sz="1200" b="0">
                <a:solidFill>
                  <a:schemeClr val="tx1"/>
                </a:solidFill>
              </a:rPr>
              <a:t>Figure </a:t>
            </a:r>
            <a:r>
              <a:rPr lang="en-US" sz="1200"/>
              <a:t>26</a:t>
            </a:r>
            <a:r>
              <a:rPr lang="en-US" sz="1200" b="0">
                <a:solidFill>
                  <a:schemeClr val="tx1"/>
                </a:solidFill>
              </a:rPr>
              <a:t>.8</a:t>
            </a:r>
          </a:p>
        </p:txBody>
      </p:sp>
      <p:sp>
        <p:nvSpPr>
          <p:cNvPr id="10" name="Slide Number Placeholder 4">
            <a:extLst>
              <a:ext uri="{FF2B5EF4-FFF2-40B4-BE49-F238E27FC236}">
                <a16:creationId xmlns:a16="http://schemas.microsoft.com/office/drawing/2014/main" id="{0158A79B-6A92-4D4E-8A67-6A9CC86D2F95}"/>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19</a:t>
            </a:fld>
            <a:endParaRPr lang="en-US" sz="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1171339" y="0"/>
            <a:ext cx="6801323" cy="797169"/>
          </a:xfrm>
        </p:spPr>
        <p:txBody>
          <a:bodyPr/>
          <a:lstStyle/>
          <a:p>
            <a:pPr algn="ctr"/>
            <a:r>
              <a:rPr lang="en-US" altLang="en-US">
                <a:solidFill>
                  <a:srgbClr val="242852"/>
                </a:solidFill>
                <a:latin typeface="+mj-lt"/>
              </a:rPr>
              <a:t>Ethylene</a:t>
            </a:r>
            <a:endParaRPr lang="en-US">
              <a:latin typeface="+mj-lt"/>
            </a:endParaRPr>
          </a:p>
        </p:txBody>
      </p:sp>
      <mc:AlternateContent xmlns:mc="http://schemas.openxmlformats.org/markup-compatibility/2006" xmlns:a14="http://schemas.microsoft.com/office/drawing/2010/main">
        <mc:Choice Requires="a14">
          <p:sp>
            <p:nvSpPr>
              <p:cNvPr id="5" name="Content Placeholder 2"/>
              <p:cNvSpPr>
                <a:spLocks noGrp="1"/>
              </p:cNvSpPr>
              <p:nvPr>
                <p:ph idx="1"/>
              </p:nvPr>
            </p:nvSpPr>
            <p:spPr>
              <a:xfrm>
                <a:off x="733926" y="910501"/>
                <a:ext cx="7676147" cy="5597418"/>
              </a:xfrm>
            </p:spPr>
            <p:txBody>
              <a:bodyPr>
                <a:normAutofit lnSpcReduction="10000"/>
              </a:bodyPr>
              <a:lstStyle/>
              <a:p>
                <a:pPr marL="0" lvl="0" indent="0">
                  <a:lnSpc>
                    <a:spcPct val="80000"/>
                  </a:lnSpc>
                  <a:spcBef>
                    <a:spcPts val="0"/>
                  </a:spcBef>
                  <a:spcAft>
                    <a:spcPts val="1500"/>
                  </a:spcAft>
                  <a:buNone/>
                </a:pPr>
                <a:r>
                  <a:rPr lang="en-US" sz="2700" b="1">
                    <a:solidFill>
                      <a:srgbClr val="D90000"/>
                    </a:solidFill>
                    <a:latin typeface="+mn-lt"/>
                  </a:rPr>
                  <a:t>Ethylene</a:t>
                </a:r>
                <a:r>
                  <a:rPr lang="en-US" sz="2700">
                    <a:solidFill>
                      <a:prstClr val="black"/>
                    </a:solidFill>
                    <a:latin typeface="+mn-lt"/>
                  </a:rPr>
                  <a:t> </a:t>
                </a:r>
                <a14:m>
                  <m:oMath xmlns:m="http://schemas.openxmlformats.org/officeDocument/2006/math">
                    <m:d>
                      <m:dPr>
                        <m:ctrlPr>
                          <a:rPr lang="en-US" sz="2700" i="1">
                            <a:solidFill>
                              <a:prstClr val="black"/>
                            </a:solidFill>
                            <a:latin typeface="Cambria Math" panose="02040503050406030204" pitchFamily="18" charset="0"/>
                          </a:rPr>
                        </m:ctrlPr>
                      </m:dPr>
                      <m:e>
                        <m:sSub>
                          <m:sSubPr>
                            <m:ctrlPr>
                              <a:rPr lang="en-US" sz="2700" i="1">
                                <a:solidFill>
                                  <a:prstClr val="black"/>
                                </a:solidFill>
                                <a:latin typeface="Cambria Math" panose="02040503050406030204" pitchFamily="18" charset="0"/>
                              </a:rPr>
                            </m:ctrlPr>
                          </m:sSubPr>
                          <m:e>
                            <m:r>
                              <m:rPr>
                                <m:sty m:val="p"/>
                              </m:rPr>
                              <a:rPr lang="en-US" sz="2700">
                                <a:solidFill>
                                  <a:prstClr val="black"/>
                                </a:solidFill>
                                <a:latin typeface="Cambria Math" panose="02040503050406030204" pitchFamily="18" charset="0"/>
                              </a:rPr>
                              <m:t>H</m:t>
                            </m:r>
                          </m:e>
                          <m:sub>
                            <m:r>
                              <a:rPr lang="en-US" sz="2700">
                                <a:solidFill>
                                  <a:prstClr val="black"/>
                                </a:solidFill>
                                <a:latin typeface="Cambria Math" panose="02040503050406030204" pitchFamily="18" charset="0"/>
                              </a:rPr>
                              <m:t>2</m:t>
                            </m:r>
                          </m:sub>
                        </m:sSub>
                        <m:r>
                          <m:rPr>
                            <m:sty m:val="p"/>
                          </m:rPr>
                          <a:rPr lang="en-US" sz="2700">
                            <a:solidFill>
                              <a:prstClr val="black"/>
                            </a:solidFill>
                            <a:latin typeface="Cambria Math" panose="02040503050406030204" pitchFamily="18" charset="0"/>
                          </a:rPr>
                          <m:t>C</m:t>
                        </m:r>
                        <m:r>
                          <a:rPr lang="en-US" sz="2700">
                            <a:solidFill>
                              <a:prstClr val="black"/>
                            </a:solidFill>
                            <a:latin typeface="Cambria Math" panose="02040503050406030204" pitchFamily="18" charset="0"/>
                          </a:rPr>
                          <m:t>=</m:t>
                        </m:r>
                        <m:sSub>
                          <m:sSubPr>
                            <m:ctrlPr>
                              <a:rPr lang="en-US" sz="2700" i="1">
                                <a:solidFill>
                                  <a:prstClr val="black"/>
                                </a:solidFill>
                                <a:latin typeface="Cambria Math" panose="02040503050406030204" pitchFamily="18" charset="0"/>
                              </a:rPr>
                            </m:ctrlPr>
                          </m:sSubPr>
                          <m:e>
                            <m:r>
                              <m:rPr>
                                <m:sty m:val="p"/>
                              </m:rPr>
                              <a:rPr lang="en-US" sz="2700">
                                <a:solidFill>
                                  <a:prstClr val="black"/>
                                </a:solidFill>
                                <a:latin typeface="Cambria Math" panose="02040503050406030204" pitchFamily="18" charset="0"/>
                              </a:rPr>
                              <m:t>CH</m:t>
                            </m:r>
                          </m:e>
                          <m:sub>
                            <m:r>
                              <a:rPr lang="en-US" sz="2700">
                                <a:solidFill>
                                  <a:prstClr val="black"/>
                                </a:solidFill>
                                <a:latin typeface="Cambria Math" panose="02040503050406030204" pitchFamily="18" charset="0"/>
                              </a:rPr>
                              <m:t>2</m:t>
                            </m:r>
                          </m:sub>
                        </m:sSub>
                      </m:e>
                    </m:d>
                  </m:oMath>
                </a14:m>
                <a:r>
                  <a:rPr lang="en-US" sz="2700">
                    <a:solidFill>
                      <a:prstClr val="black"/>
                    </a:solidFill>
                    <a:latin typeface="+mn-lt"/>
                  </a:rPr>
                  <a:t> is a gas formed from the amino acid methionine. </a:t>
                </a:r>
              </a:p>
              <a:p>
                <a:pPr marL="0" lvl="0" indent="0">
                  <a:lnSpc>
                    <a:spcPct val="80000"/>
                  </a:lnSpc>
                  <a:spcBef>
                    <a:spcPts val="0"/>
                  </a:spcBef>
                  <a:spcAft>
                    <a:spcPts val="1500"/>
                  </a:spcAft>
                  <a:buNone/>
                </a:pPr>
                <a:r>
                  <a:rPr lang="en-US" sz="2700">
                    <a:solidFill>
                      <a:prstClr val="black"/>
                    </a:solidFill>
                    <a:latin typeface="+mn-lt"/>
                  </a:rPr>
                  <a:t>Effects of ethylene:</a:t>
                </a:r>
              </a:p>
              <a:p>
                <a:pPr marL="0" lvl="1" indent="0">
                  <a:lnSpc>
                    <a:spcPct val="80000"/>
                  </a:lnSpc>
                  <a:spcBef>
                    <a:spcPts val="0"/>
                  </a:spcBef>
                  <a:buNone/>
                </a:pPr>
                <a:r>
                  <a:rPr lang="en-US" sz="2400">
                    <a:latin typeface="+mn-lt"/>
                  </a:rPr>
                  <a:t>Abscission</a:t>
                </a:r>
              </a:p>
              <a:p>
                <a:pPr marL="269875" lvl="2" indent="-269875">
                  <a:lnSpc>
                    <a:spcPct val="80000"/>
                  </a:lnSpc>
                  <a:spcBef>
                    <a:spcPts val="1200"/>
                  </a:spcBef>
                </a:pPr>
                <a:r>
                  <a:rPr lang="en-US" sz="2000">
                    <a:solidFill>
                      <a:prstClr val="black"/>
                    </a:solidFill>
                    <a:latin typeface="+mn-lt"/>
                  </a:rPr>
                  <a:t>Ethylene stimulates certain enzymes, such as cellulase, which helps cause leaf, fruit, or flower drop.</a:t>
                </a:r>
              </a:p>
              <a:p>
                <a:pPr marL="0" lvl="1" indent="0">
                  <a:lnSpc>
                    <a:spcPct val="80000"/>
                  </a:lnSpc>
                  <a:spcBef>
                    <a:spcPts val="1200"/>
                  </a:spcBef>
                  <a:buNone/>
                </a:pPr>
                <a:r>
                  <a:rPr lang="en-US" sz="2400">
                    <a:solidFill>
                      <a:prstClr val="black"/>
                    </a:solidFill>
                    <a:latin typeface="+mn-lt"/>
                  </a:rPr>
                  <a:t>Ripening of fruits</a:t>
                </a:r>
              </a:p>
              <a:p>
                <a:pPr marL="269875" lvl="2" indent="-269875">
                  <a:lnSpc>
                    <a:spcPct val="80000"/>
                  </a:lnSpc>
                  <a:spcBef>
                    <a:spcPts val="1200"/>
                  </a:spcBef>
                </a:pPr>
                <a:r>
                  <a:rPr lang="en-US" sz="2000">
                    <a:solidFill>
                      <a:prstClr val="black"/>
                    </a:solidFill>
                    <a:latin typeface="+mn-lt"/>
                  </a:rPr>
                  <a:t>It increases the activity of enzymes, such as cellulase, that soften fruits.</a:t>
                </a:r>
              </a:p>
              <a:p>
                <a:pPr marL="269875" lvl="2" indent="-269875">
                  <a:lnSpc>
                    <a:spcPct val="80000"/>
                  </a:lnSpc>
                  <a:spcBef>
                    <a:spcPts val="1200"/>
                  </a:spcBef>
                </a:pPr>
                <a:r>
                  <a:rPr lang="en-US" sz="2000">
                    <a:solidFill>
                      <a:prstClr val="black"/>
                    </a:solidFill>
                    <a:latin typeface="+mn-lt"/>
                  </a:rPr>
                  <a:t>It also promotes the activity of enzymes that produce the flavor and smell of ripened fruits.</a:t>
                </a:r>
              </a:p>
              <a:p>
                <a:pPr marL="0" lvl="1" indent="0">
                  <a:lnSpc>
                    <a:spcPct val="80000"/>
                  </a:lnSpc>
                  <a:spcBef>
                    <a:spcPts val="1200"/>
                  </a:spcBef>
                  <a:buNone/>
                </a:pPr>
                <a:r>
                  <a:rPr lang="en-US" sz="2400">
                    <a:solidFill>
                      <a:prstClr val="black"/>
                    </a:solidFill>
                    <a:latin typeface="+mn-lt"/>
                  </a:rPr>
                  <a:t>Axillary bud inhibition</a:t>
                </a:r>
              </a:p>
              <a:p>
                <a:pPr marL="0" lvl="1" indent="0">
                  <a:lnSpc>
                    <a:spcPct val="80000"/>
                  </a:lnSpc>
                  <a:spcBef>
                    <a:spcPts val="1200"/>
                  </a:spcBef>
                  <a:buNone/>
                </a:pPr>
                <a:r>
                  <a:rPr lang="en-US" sz="2400">
                    <a:solidFill>
                      <a:prstClr val="black"/>
                    </a:solidFill>
                    <a:latin typeface="+mn-lt"/>
                  </a:rPr>
                  <a:t>Suppression of stem and root elongation</a:t>
                </a:r>
              </a:p>
            </p:txBody>
          </p:sp>
        </mc:Choice>
        <mc:Fallback xmlns="">
          <p:sp>
            <p:nvSpPr>
              <p:cNvPr id="5" name="Content Placeholder 2"/>
              <p:cNvSpPr>
                <a:spLocks noGrp="1" noRot="1" noChangeAspect="1" noMove="1" noResize="1" noEditPoints="1" noAdjustHandles="1" noChangeArrowheads="1" noChangeShapeType="1" noTextEdit="1"/>
              </p:cNvSpPr>
              <p:nvPr>
                <p:ph idx="1"/>
              </p:nvPr>
            </p:nvSpPr>
            <p:spPr>
              <a:xfrm>
                <a:off x="733926" y="910501"/>
                <a:ext cx="7676147" cy="5597418"/>
              </a:xfrm>
              <a:blipFill>
                <a:blip r:embed="rId3"/>
                <a:stretch>
                  <a:fillRect l="-1508" t="-304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53A1D12A-F0A4-4D64-A96E-79F8ED0F9E44}"/>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20</a:t>
            </a:fld>
            <a:endParaRPr lang="en-US" sz="80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noAutofit/>
          </a:bodyPr>
          <a:lstStyle/>
          <a:p>
            <a:pPr algn="ctr"/>
            <a:r>
              <a:rPr lang="en-US" altLang="en-US">
                <a:solidFill>
                  <a:srgbClr val="002060"/>
                </a:solidFill>
                <a:latin typeface="+mj-lt"/>
              </a:rPr>
              <a:t>Ethylene and Abscission </a:t>
            </a:r>
          </a:p>
        </p:txBody>
      </p:sp>
      <p:pic>
        <p:nvPicPr>
          <p:cNvPr id="5" name="Picture 2" descr="A holly twig with leaves attached under a jar (no abscission) and a holly twig with leaves dropped and an apple under a jar (abscission)."/>
          <p:cNvPicPr>
            <a:picLocks noChangeAspect="1"/>
          </p:cNvPicPr>
          <p:nvPr/>
        </p:nvPicPr>
        <p:blipFill rotWithShape="1">
          <a:blip r:embed="rId3" cstate="print">
            <a:extLst>
              <a:ext uri="{28A0092B-C50C-407E-A947-70E740481C1C}">
                <a14:useLocalDpi xmlns:a14="http://schemas.microsoft.com/office/drawing/2010/main" val="0"/>
              </a:ext>
            </a:extLst>
          </a:blip>
          <a:srcRect t="6679" b="9901"/>
          <a:stretch/>
        </p:blipFill>
        <p:spPr>
          <a:xfrm>
            <a:off x="1939355" y="1423686"/>
            <a:ext cx="5100424" cy="3505502"/>
          </a:xfrm>
          <a:prstGeom prst="rect">
            <a:avLst/>
          </a:prstGeom>
        </p:spPr>
      </p:pic>
      <p:sp>
        <p:nvSpPr>
          <p:cNvPr id="8" name="Content Placeholder 3"/>
          <p:cNvSpPr>
            <a:spLocks noGrp="1"/>
          </p:cNvSpPr>
          <p:nvPr>
            <p:ph type="body" sz="quarter" idx="18"/>
          </p:nvPr>
        </p:nvSpPr>
        <p:spPr>
          <a:xfrm>
            <a:off x="2494050" y="4861621"/>
            <a:ext cx="1522694" cy="314325"/>
          </a:xfrm>
        </p:spPr>
        <p:txBody>
          <a:bodyPr/>
          <a:lstStyle/>
          <a:p>
            <a:pPr marL="0" lvl="0" indent="0">
              <a:buNone/>
            </a:pPr>
            <a:r>
              <a:rPr lang="en-US" sz="1180">
                <a:latin typeface="+mn-lt"/>
              </a:rPr>
              <a:t>No abscission</a:t>
            </a:r>
          </a:p>
        </p:txBody>
      </p:sp>
      <p:sp>
        <p:nvSpPr>
          <p:cNvPr id="9" name="Content Placeholder 4"/>
          <p:cNvSpPr>
            <a:spLocks noGrp="1"/>
          </p:cNvSpPr>
          <p:nvPr>
            <p:ph type="body" sz="quarter" idx="19"/>
          </p:nvPr>
        </p:nvSpPr>
        <p:spPr>
          <a:xfrm>
            <a:off x="5273945" y="4904653"/>
            <a:ext cx="953564" cy="347417"/>
          </a:xfrm>
        </p:spPr>
        <p:txBody>
          <a:bodyPr>
            <a:normAutofit/>
          </a:bodyPr>
          <a:lstStyle/>
          <a:p>
            <a:pPr lvl="0"/>
            <a:r>
              <a:rPr lang="en-US" sz="1180"/>
              <a:t>Abscission</a:t>
            </a:r>
          </a:p>
        </p:txBody>
      </p:sp>
      <p:sp>
        <p:nvSpPr>
          <p:cNvPr id="11" name="Content Placeholder 5"/>
          <p:cNvSpPr>
            <a:spLocks noGrp="1"/>
          </p:cNvSpPr>
          <p:nvPr>
            <p:ph type="body" sz="quarter" idx="20"/>
          </p:nvPr>
        </p:nvSpPr>
        <p:spPr>
          <a:xfrm>
            <a:off x="3868933" y="5596651"/>
            <a:ext cx="1405012" cy="360042"/>
          </a:xfrm>
        </p:spPr>
        <p:txBody>
          <a:bodyPr>
            <a:normAutofit/>
          </a:bodyPr>
          <a:lstStyle/>
          <a:p>
            <a:pPr algn="ctr"/>
            <a:r>
              <a:rPr lang="en-US" sz="1200">
                <a:solidFill>
                  <a:schemeClr val="tx1"/>
                </a:solidFill>
              </a:rPr>
              <a:t>Figure </a:t>
            </a:r>
            <a:r>
              <a:rPr lang="en-US" sz="1200"/>
              <a:t>26</a:t>
            </a:r>
            <a:r>
              <a:rPr lang="en-US" sz="1200">
                <a:solidFill>
                  <a:schemeClr val="tx1"/>
                </a:solidFill>
              </a:rPr>
              <a:t>.9</a:t>
            </a:r>
          </a:p>
        </p:txBody>
      </p:sp>
      <p:sp>
        <p:nvSpPr>
          <p:cNvPr id="2" name="Text Placeholder 6">
            <a:extLst>
              <a:ext uri="{FF2B5EF4-FFF2-40B4-BE49-F238E27FC236}">
                <a16:creationId xmlns:a16="http://schemas.microsoft.com/office/drawing/2014/main" id="{1E3D394E-EF14-4D24-BBF2-E28F32356F95}"/>
              </a:ext>
            </a:extLst>
          </p:cNvPr>
          <p:cNvSpPr>
            <a:spLocks noGrp="1"/>
          </p:cNvSpPr>
          <p:nvPr>
            <p:ph type="body" sz="quarter" idx="21"/>
          </p:nvPr>
        </p:nvSpPr>
        <p:spPr/>
        <p:txBody>
          <a:bodyPr/>
          <a:lstStyle/>
          <a:p>
            <a:pPr lvl="0"/>
            <a:r>
              <a:rPr lang="en-US" sz="800"/>
              <a:t>(both): Kingsley Stern</a:t>
            </a:r>
          </a:p>
        </p:txBody>
      </p:sp>
      <p:sp>
        <p:nvSpPr>
          <p:cNvPr id="12" name="Slide Number Placeholder 7">
            <a:extLst>
              <a:ext uri="{FF2B5EF4-FFF2-40B4-BE49-F238E27FC236}">
                <a16:creationId xmlns:a16="http://schemas.microsoft.com/office/drawing/2014/main" id="{40B4133E-30D6-465E-B096-BD0D078E6C16}"/>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21</a:t>
            </a:fld>
            <a:endParaRPr lang="en-US" sz="800"/>
          </a:p>
        </p:txBody>
      </p:sp>
    </p:spTree>
    <p:extLst>
      <p:ext uri="{BB962C8B-B14F-4D97-AF65-F5344CB8AC3E}">
        <p14:creationId xmlns:p14="http://schemas.microsoft.com/office/powerpoint/2010/main" val="640533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ctr"/>
            <a:r>
              <a:rPr lang="en-US" altLang="en-US">
                <a:solidFill>
                  <a:srgbClr val="002060"/>
                </a:solidFill>
                <a:latin typeface="+mj-lt"/>
              </a:rPr>
              <a:t>Ethylene Ripens Fruit</a:t>
            </a:r>
          </a:p>
        </p:txBody>
      </p:sp>
      <p:pic>
        <p:nvPicPr>
          <p:cNvPr id="3" name="Picture 2" descr="Illustration shows ripening of fruit induced by ethylene."/>
          <p:cNvPicPr>
            <a:picLocks noChangeAspect="1"/>
          </p:cNvPicPr>
          <p:nvPr/>
        </p:nvPicPr>
        <p:blipFill rotWithShape="1">
          <a:blip r:embed="rId3" cstate="print">
            <a:extLst>
              <a:ext uri="{28A0092B-C50C-407E-A947-70E740481C1C}">
                <a14:useLocalDpi xmlns:a14="http://schemas.microsoft.com/office/drawing/2010/main" val="0"/>
              </a:ext>
            </a:extLst>
          </a:blip>
          <a:srcRect t="4745"/>
          <a:stretch/>
        </p:blipFill>
        <p:spPr>
          <a:xfrm>
            <a:off x="2535512" y="1264005"/>
            <a:ext cx="4072973" cy="4024522"/>
          </a:xfrm>
          <a:prstGeom prst="rect">
            <a:avLst/>
          </a:prstGeom>
        </p:spPr>
      </p:pic>
      <p:sp>
        <p:nvSpPr>
          <p:cNvPr id="5" name="Content Placeholder 3"/>
          <p:cNvSpPr>
            <a:spLocks noGrp="1"/>
          </p:cNvSpPr>
          <p:nvPr>
            <p:ph type="body" sz="quarter" idx="19"/>
          </p:nvPr>
        </p:nvSpPr>
        <p:spPr>
          <a:xfrm>
            <a:off x="3987641" y="5743978"/>
            <a:ext cx="1168717" cy="339648"/>
          </a:xfrm>
        </p:spPr>
        <p:txBody>
          <a:bodyPr/>
          <a:lstStyle/>
          <a:p>
            <a:pPr algn="ctr"/>
            <a:r>
              <a:rPr lang="en-US" sz="1200">
                <a:solidFill>
                  <a:schemeClr val="tx1"/>
                </a:solidFill>
              </a:rPr>
              <a:t>Figure </a:t>
            </a:r>
            <a:r>
              <a:rPr lang="en-US" sz="1200"/>
              <a:t>26</a:t>
            </a:r>
            <a:r>
              <a:rPr lang="en-US" sz="1200">
                <a:solidFill>
                  <a:schemeClr val="tx1"/>
                </a:solidFill>
              </a:rPr>
              <a:t>.10</a:t>
            </a:r>
          </a:p>
        </p:txBody>
      </p:sp>
      <p:sp>
        <p:nvSpPr>
          <p:cNvPr id="2" name="Text Placeholder 4">
            <a:extLst>
              <a:ext uri="{FF2B5EF4-FFF2-40B4-BE49-F238E27FC236}">
                <a16:creationId xmlns:a16="http://schemas.microsoft.com/office/drawing/2014/main" id="{7B722660-AEB1-4643-ABA8-7AB2D1D2A3B3}"/>
              </a:ext>
            </a:extLst>
          </p:cNvPr>
          <p:cNvSpPr>
            <a:spLocks noGrp="1"/>
          </p:cNvSpPr>
          <p:nvPr>
            <p:ph type="body" sz="quarter" idx="20"/>
          </p:nvPr>
        </p:nvSpPr>
        <p:spPr>
          <a:xfrm>
            <a:off x="2915321" y="6125863"/>
            <a:ext cx="3313354" cy="339648"/>
          </a:xfrm>
        </p:spPr>
        <p:txBody>
          <a:bodyPr>
            <a:normAutofit/>
          </a:bodyPr>
          <a:lstStyle/>
          <a:p>
            <a:pPr algn="ctr"/>
            <a:r>
              <a:rPr lang="en-US" sz="1200">
                <a:hlinkClick r:id="rId4" action="ppaction://hlinksldjump"/>
              </a:rPr>
              <a:t>Access the text alternative for slide images.</a:t>
            </a:r>
            <a:endParaRPr lang="en-US" sz="1200"/>
          </a:p>
        </p:txBody>
      </p:sp>
      <p:sp>
        <p:nvSpPr>
          <p:cNvPr id="7" name="Slide Number Placeholder 5">
            <a:extLst>
              <a:ext uri="{FF2B5EF4-FFF2-40B4-BE49-F238E27FC236}">
                <a16:creationId xmlns:a16="http://schemas.microsoft.com/office/drawing/2014/main" id="{2822417A-E713-4694-84BA-E1A73918EE3B}"/>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22</a:t>
            </a:fld>
            <a:endParaRPr lang="en-US" sz="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583096" y="1"/>
            <a:ext cx="8017565" cy="1203766"/>
          </a:xfrm>
        </p:spPr>
        <p:txBody>
          <a:bodyPr>
            <a:noAutofit/>
          </a:bodyPr>
          <a:lstStyle/>
          <a:p>
            <a:pPr algn="ctr"/>
            <a:r>
              <a:rPr lang="en-US" altLang="en-US">
                <a:solidFill>
                  <a:srgbClr val="242852"/>
                </a:solidFill>
                <a:latin typeface="+mj-lt"/>
              </a:rPr>
              <a:t>Responding to the Biotic Environment</a:t>
            </a:r>
            <a:endParaRPr lang="en-US">
              <a:latin typeface="+mj-lt"/>
            </a:endParaRPr>
          </a:p>
        </p:txBody>
      </p:sp>
      <p:sp>
        <p:nvSpPr>
          <p:cNvPr id="5" name="Content Placeholder 2"/>
          <p:cNvSpPr>
            <a:spLocks noGrp="1"/>
          </p:cNvSpPr>
          <p:nvPr>
            <p:ph idx="1"/>
          </p:nvPr>
        </p:nvSpPr>
        <p:spPr>
          <a:xfrm>
            <a:off x="457200" y="1295400"/>
            <a:ext cx="7676147" cy="5036997"/>
          </a:xfrm>
        </p:spPr>
        <p:txBody>
          <a:bodyPr/>
          <a:lstStyle/>
          <a:p>
            <a:pPr lvl="0">
              <a:lnSpc>
                <a:spcPct val="80000"/>
              </a:lnSpc>
              <a:spcBef>
                <a:spcPts val="0"/>
              </a:spcBef>
              <a:spcAft>
                <a:spcPts val="1500"/>
              </a:spcAft>
            </a:pPr>
            <a:r>
              <a:rPr lang="en-US" sz="2000">
                <a:latin typeface="+mn-lt"/>
              </a:rPr>
              <a:t>Hormones primarily play a role in how a plant responds to abiotic stimuli, such as light, oxygen, water, pH, and temperature. </a:t>
            </a:r>
          </a:p>
          <a:p>
            <a:pPr lvl="0">
              <a:lnSpc>
                <a:spcPct val="80000"/>
              </a:lnSpc>
              <a:spcBef>
                <a:spcPts val="0"/>
              </a:spcBef>
              <a:spcAft>
                <a:spcPts val="1500"/>
              </a:spcAft>
            </a:pPr>
            <a:r>
              <a:rPr lang="en-US" sz="2000">
                <a:latin typeface="+mn-lt"/>
              </a:rPr>
              <a:t>Plants must produce materials and chemicals to help mitigate biotic situations such as herbivory, parasitism, and competition from other plants. </a:t>
            </a:r>
          </a:p>
          <a:p>
            <a:pPr lvl="1">
              <a:lnSpc>
                <a:spcPct val="80000"/>
              </a:lnSpc>
              <a:spcBef>
                <a:spcPts val="0"/>
              </a:spcBef>
              <a:spcAft>
                <a:spcPts val="1500"/>
              </a:spcAft>
              <a:buFont typeface="Arial" panose="020B0604020202020204" pitchFamily="34" charset="0"/>
              <a:buChar char="•"/>
            </a:pPr>
            <a:r>
              <a:rPr lang="en-US" sz="2000">
                <a:latin typeface="+mn-lt"/>
              </a:rPr>
              <a:t>While a plant’s epidermis and bark discourage attackers, many herbivores have ways around a plant’s first line of defense. </a:t>
            </a:r>
          </a:p>
          <a:p>
            <a:pPr lvl="1">
              <a:lnSpc>
                <a:spcPct val="80000"/>
              </a:lnSpc>
              <a:spcBef>
                <a:spcPts val="0"/>
              </a:spcBef>
              <a:spcAft>
                <a:spcPts val="1500"/>
              </a:spcAft>
              <a:buFont typeface="Arial" panose="020B0604020202020204" pitchFamily="34" charset="0"/>
              <a:buChar char="•"/>
            </a:pPr>
            <a:r>
              <a:rPr lang="en-US" sz="2000">
                <a:latin typeface="+mn-lt"/>
              </a:rPr>
              <a:t>The primary metabolites of plants, such as sugars and amino acids, are necessary to the normal workings of a cell. </a:t>
            </a:r>
          </a:p>
          <a:p>
            <a:pPr lvl="1">
              <a:lnSpc>
                <a:spcPct val="80000"/>
              </a:lnSpc>
              <a:spcBef>
                <a:spcPts val="0"/>
              </a:spcBef>
              <a:spcAft>
                <a:spcPts val="1500"/>
              </a:spcAft>
              <a:buFont typeface="Arial" panose="020B0604020202020204" pitchFamily="34" charset="0"/>
              <a:buChar char="•"/>
            </a:pPr>
            <a:r>
              <a:rPr lang="en-US" sz="2000">
                <a:latin typeface="+mn-lt"/>
              </a:rPr>
              <a:t>Plants also produce secondary metabolites as a defense or survival mechanism. </a:t>
            </a:r>
          </a:p>
          <a:p>
            <a:pPr marL="625475" lvl="2" indent="-266700">
              <a:lnSpc>
                <a:spcPct val="80000"/>
              </a:lnSpc>
              <a:spcBef>
                <a:spcPts val="0"/>
              </a:spcBef>
              <a:spcAft>
                <a:spcPts val="1500"/>
              </a:spcAft>
              <a:buFont typeface="Arial" panose="020B0604020202020204" pitchFamily="34" charset="0"/>
              <a:buChar char="•"/>
            </a:pPr>
            <a:r>
              <a:rPr lang="en-US" sz="2000">
                <a:latin typeface="+mn-lt"/>
              </a:rPr>
              <a:t>Secondary metabolites were once thought to be waste products, but now we know they are part of a plant’s arsenal to prevent predation or discourage competition. </a:t>
            </a:r>
            <a:endParaRPr lang="en-US" sz="2000">
              <a:solidFill>
                <a:prstClr val="black"/>
              </a:solidFill>
              <a:latin typeface="+mn-lt"/>
            </a:endParaRPr>
          </a:p>
        </p:txBody>
      </p:sp>
      <p:sp>
        <p:nvSpPr>
          <p:cNvPr id="4" name="Slide Number Placeholder 3">
            <a:extLst>
              <a:ext uri="{FF2B5EF4-FFF2-40B4-BE49-F238E27FC236}">
                <a16:creationId xmlns:a16="http://schemas.microsoft.com/office/drawing/2014/main" id="{3F09603B-99C2-48E9-821F-1B0B6A1E797F}"/>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23</a:t>
            </a:fld>
            <a:endParaRPr lang="en-US" sz="800"/>
          </a:p>
        </p:txBody>
      </p:sp>
    </p:spTree>
    <p:extLst>
      <p:ext uri="{BB962C8B-B14F-4D97-AF65-F5344CB8AC3E}">
        <p14:creationId xmlns:p14="http://schemas.microsoft.com/office/powerpoint/2010/main" val="2368228671"/>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42900" y="0"/>
            <a:ext cx="8458200" cy="1144862"/>
          </a:xfrm>
        </p:spPr>
        <p:txBody>
          <a:bodyPr>
            <a:noAutofit/>
          </a:bodyPr>
          <a:lstStyle/>
          <a:p>
            <a:pPr algn="ctr"/>
            <a:r>
              <a:rPr lang="en-US" altLang="en-US">
                <a:solidFill>
                  <a:srgbClr val="242852"/>
                </a:solidFill>
                <a:latin typeface="+mj-lt"/>
              </a:rPr>
              <a:t>26.2 Plant Growth and Movement Responses</a:t>
            </a:r>
            <a:endParaRPr lang="en-US">
              <a:latin typeface="+mj-lt"/>
            </a:endParaRPr>
          </a:p>
        </p:txBody>
      </p:sp>
      <p:sp>
        <p:nvSpPr>
          <p:cNvPr id="5" name="Content Placeholder 2"/>
          <p:cNvSpPr>
            <a:spLocks noGrp="1"/>
          </p:cNvSpPr>
          <p:nvPr>
            <p:ph idx="1"/>
          </p:nvPr>
        </p:nvSpPr>
        <p:spPr>
          <a:xfrm>
            <a:off x="457200" y="1459300"/>
            <a:ext cx="7836568" cy="5036997"/>
          </a:xfrm>
        </p:spPr>
        <p:txBody>
          <a:bodyPr/>
          <a:lstStyle/>
          <a:p>
            <a:pPr marL="0" lvl="0" indent="0">
              <a:lnSpc>
                <a:spcPct val="80000"/>
              </a:lnSpc>
              <a:spcBef>
                <a:spcPts val="0"/>
              </a:spcBef>
              <a:spcAft>
                <a:spcPts val="600"/>
              </a:spcAft>
              <a:buNone/>
            </a:pPr>
            <a:r>
              <a:rPr lang="en-US" sz="3000" b="1">
                <a:solidFill>
                  <a:srgbClr val="D90000"/>
                </a:solidFill>
                <a:latin typeface="+mn-lt"/>
              </a:rPr>
              <a:t>Tropism: </a:t>
            </a:r>
            <a:r>
              <a:rPr lang="en-US" sz="3000">
                <a:solidFill>
                  <a:prstClr val="black"/>
                </a:solidFill>
                <a:latin typeface="+mn-lt"/>
              </a:rPr>
              <a:t>Plant growth toward or away from a unidirectional stimulus</a:t>
            </a:r>
          </a:p>
          <a:p>
            <a:pPr marL="266700" lvl="2" indent="-266700">
              <a:lnSpc>
                <a:spcPct val="80000"/>
              </a:lnSpc>
            </a:pPr>
            <a:r>
              <a:rPr lang="en-US" sz="2200" b="1">
                <a:solidFill>
                  <a:prstClr val="black"/>
                </a:solidFill>
                <a:latin typeface="+mn-lt"/>
              </a:rPr>
              <a:t>Positive tropism </a:t>
            </a:r>
            <a:r>
              <a:rPr lang="en-US" sz="2200">
                <a:solidFill>
                  <a:prstClr val="black"/>
                </a:solidFill>
                <a:latin typeface="+mn-lt"/>
              </a:rPr>
              <a:t>is growth toward the stimulus.</a:t>
            </a:r>
          </a:p>
          <a:p>
            <a:pPr marL="266700" lvl="2" indent="-266700">
              <a:lnSpc>
                <a:spcPct val="80000"/>
              </a:lnSpc>
            </a:pPr>
            <a:r>
              <a:rPr lang="en-US" sz="2200" b="1">
                <a:solidFill>
                  <a:prstClr val="black"/>
                </a:solidFill>
                <a:latin typeface="+mn-lt"/>
              </a:rPr>
              <a:t>Negative tropism </a:t>
            </a:r>
            <a:r>
              <a:rPr lang="en-US" sz="2200">
                <a:solidFill>
                  <a:prstClr val="black"/>
                </a:solidFill>
                <a:latin typeface="+mn-lt"/>
              </a:rPr>
              <a:t>is growth away from the stimulus.</a:t>
            </a:r>
          </a:p>
          <a:p>
            <a:pPr marL="0" lvl="1" indent="0">
              <a:lnSpc>
                <a:spcPct val="80000"/>
              </a:lnSpc>
              <a:buNone/>
            </a:pPr>
            <a:r>
              <a:rPr lang="en-US" sz="2600" b="1">
                <a:solidFill>
                  <a:srgbClr val="D90000"/>
                </a:solidFill>
                <a:latin typeface="+mn-lt"/>
              </a:rPr>
              <a:t>Phototropism</a:t>
            </a:r>
            <a:r>
              <a:rPr lang="en-US" sz="2600">
                <a:solidFill>
                  <a:prstClr val="black"/>
                </a:solidFill>
                <a:latin typeface="+mn-lt"/>
              </a:rPr>
              <a:t> – Movement in response to light</a:t>
            </a:r>
          </a:p>
          <a:p>
            <a:pPr marL="0" lvl="1" indent="0">
              <a:lnSpc>
                <a:spcPct val="80000"/>
              </a:lnSpc>
              <a:buNone/>
            </a:pPr>
            <a:r>
              <a:rPr lang="en-US" sz="2600" b="1" err="1">
                <a:solidFill>
                  <a:srgbClr val="D90000"/>
                </a:solidFill>
                <a:latin typeface="+mn-lt"/>
              </a:rPr>
              <a:t>Thigmotropism</a:t>
            </a:r>
            <a:r>
              <a:rPr lang="en-US" sz="2600">
                <a:solidFill>
                  <a:prstClr val="black"/>
                </a:solidFill>
                <a:latin typeface="+mn-lt"/>
              </a:rPr>
              <a:t> – Movement in response to touch</a:t>
            </a:r>
          </a:p>
          <a:p>
            <a:pPr marL="0" lvl="1" indent="0">
              <a:lnSpc>
                <a:spcPct val="80000"/>
              </a:lnSpc>
              <a:buNone/>
            </a:pPr>
            <a:r>
              <a:rPr lang="en-US" sz="2600" b="1">
                <a:solidFill>
                  <a:srgbClr val="D90000"/>
                </a:solidFill>
                <a:latin typeface="+mn-lt"/>
              </a:rPr>
              <a:t>Gravitropism</a:t>
            </a:r>
            <a:r>
              <a:rPr lang="en-US" sz="2600">
                <a:solidFill>
                  <a:prstClr val="black"/>
                </a:solidFill>
                <a:latin typeface="+mn-lt"/>
              </a:rPr>
              <a:t> – Movement in response to gravity</a:t>
            </a:r>
          </a:p>
        </p:txBody>
      </p:sp>
      <p:sp>
        <p:nvSpPr>
          <p:cNvPr id="4" name="Slide Number Placeholder 3">
            <a:extLst>
              <a:ext uri="{FF2B5EF4-FFF2-40B4-BE49-F238E27FC236}">
                <a16:creationId xmlns:a16="http://schemas.microsoft.com/office/drawing/2014/main" id="{F4C3A6E7-5B48-4AA4-8EFC-33D9F5FED8C3}"/>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24</a:t>
            </a:fld>
            <a:endParaRPr lang="en-US" sz="800"/>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216643"/>
            <a:ext cx="8229600" cy="709714"/>
          </a:xfrm>
        </p:spPr>
        <p:txBody>
          <a:bodyPr/>
          <a:lstStyle/>
          <a:p>
            <a:pPr algn="ctr"/>
            <a:r>
              <a:rPr lang="en-US" altLang="en-US">
                <a:solidFill>
                  <a:srgbClr val="242852"/>
                </a:solidFill>
                <a:latin typeface="+mj-lt"/>
              </a:rPr>
              <a:t>Phototropism</a:t>
            </a:r>
            <a:endParaRPr lang="en-US">
              <a:latin typeface="+mj-lt"/>
            </a:endParaRPr>
          </a:p>
        </p:txBody>
      </p:sp>
      <p:sp>
        <p:nvSpPr>
          <p:cNvPr id="8" name="Content Placeholder 2"/>
          <p:cNvSpPr>
            <a:spLocks noGrp="1"/>
          </p:cNvSpPr>
          <p:nvPr>
            <p:ph sz="quarter" idx="14"/>
          </p:nvPr>
        </p:nvSpPr>
        <p:spPr>
          <a:xfrm>
            <a:off x="274877" y="1231232"/>
            <a:ext cx="8229599" cy="3926922"/>
          </a:xfrm>
        </p:spPr>
        <p:txBody>
          <a:bodyPr>
            <a:normAutofit lnSpcReduction="10000"/>
          </a:bodyPr>
          <a:lstStyle/>
          <a:p>
            <a:pPr marL="0" lvl="1" indent="0">
              <a:spcBef>
                <a:spcPts val="0"/>
              </a:spcBef>
              <a:buNone/>
            </a:pPr>
            <a:r>
              <a:rPr lang="en-US" altLang="en-US" sz="2600">
                <a:solidFill>
                  <a:prstClr val="black"/>
                </a:solidFill>
                <a:latin typeface="+mn-lt"/>
              </a:rPr>
              <a:t>Positive phototropism of stems</a:t>
            </a:r>
          </a:p>
          <a:p>
            <a:pPr marL="266700" lvl="2" indent="-266700">
              <a:spcBef>
                <a:spcPts val="1200"/>
              </a:spcBef>
            </a:pPr>
            <a:r>
              <a:rPr lang="en-US" altLang="en-US" sz="2400">
                <a:solidFill>
                  <a:prstClr val="black"/>
                </a:solidFill>
                <a:latin typeface="+mn-lt"/>
              </a:rPr>
              <a:t>Cells on the shady side of stem elongate due to the presence of auxin.</a:t>
            </a:r>
          </a:p>
          <a:p>
            <a:pPr marL="266700" lvl="2" indent="-266700">
              <a:spcBef>
                <a:spcPts val="1200"/>
              </a:spcBef>
            </a:pPr>
            <a:r>
              <a:rPr lang="en-US" altLang="en-US" sz="2400">
                <a:solidFill>
                  <a:prstClr val="black"/>
                </a:solidFill>
                <a:latin typeface="+mn-lt"/>
              </a:rPr>
              <a:t>Membrane photoreceptors respond to light.</a:t>
            </a:r>
          </a:p>
          <a:p>
            <a:pPr marL="266700" lvl="2" indent="-266700">
              <a:spcBef>
                <a:spcPts val="1200"/>
              </a:spcBef>
            </a:pPr>
            <a:r>
              <a:rPr lang="en-US" altLang="en-US" sz="2400">
                <a:solidFill>
                  <a:prstClr val="black"/>
                </a:solidFill>
                <a:latin typeface="+mn-lt"/>
              </a:rPr>
              <a:t>Receptors contain pigment called </a:t>
            </a:r>
            <a:r>
              <a:rPr lang="en-US" altLang="en-US" sz="2400" b="1" err="1">
                <a:solidFill>
                  <a:prstClr val="black"/>
                </a:solidFill>
                <a:latin typeface="+mn-lt"/>
              </a:rPr>
              <a:t>phototropin</a:t>
            </a:r>
            <a:r>
              <a:rPr lang="en-US" altLang="en-US" sz="2400">
                <a:solidFill>
                  <a:prstClr val="black"/>
                </a:solidFill>
                <a:latin typeface="+mn-lt"/>
              </a:rPr>
              <a:t> absorbs blue light, initiating phototropism.</a:t>
            </a:r>
          </a:p>
          <a:p>
            <a:pPr marL="266700" lvl="2" indent="-266700">
              <a:spcBef>
                <a:spcPts val="1200"/>
              </a:spcBef>
            </a:pPr>
            <a:r>
              <a:rPr lang="en-US" altLang="en-US" sz="2400">
                <a:solidFill>
                  <a:prstClr val="black"/>
                </a:solidFill>
                <a:latin typeface="+mn-lt"/>
              </a:rPr>
              <a:t>Roots are either insensitive to light or exhibit negative phototropism.</a:t>
            </a:r>
          </a:p>
        </p:txBody>
      </p:sp>
      <p:sp>
        <p:nvSpPr>
          <p:cNvPr id="4" name="Slide Number Placeholder 3">
            <a:extLst>
              <a:ext uri="{FF2B5EF4-FFF2-40B4-BE49-F238E27FC236}">
                <a16:creationId xmlns:a16="http://schemas.microsoft.com/office/drawing/2014/main" id="{43E70EB9-BC6F-4EDE-B07B-6AAC9C7C2F8D}"/>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25</a:t>
            </a:fld>
            <a:endParaRPr lang="en-US" sz="800"/>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algn="ctr"/>
            <a:r>
              <a:rPr kumimoji="0" lang="en-US" altLang="en-US" sz="4000" b="1" i="0" u="none" strike="noStrike" kern="1200" cap="none" spc="0" normalizeH="0" baseline="0" noProof="0" err="1">
                <a:ln>
                  <a:noFill/>
                </a:ln>
                <a:solidFill>
                  <a:srgbClr val="002060"/>
                </a:solidFill>
                <a:effectLst/>
                <a:uLnTx/>
                <a:uFillTx/>
                <a:latin typeface="Arial"/>
                <a:ea typeface="+mj-ea"/>
                <a:cs typeface="+mj-cs"/>
              </a:rPr>
              <a:t>Phototropin</a:t>
            </a:r>
            <a:endParaRPr lang="en-US" altLang="en-US">
              <a:solidFill>
                <a:srgbClr val="002060"/>
              </a:solidFill>
              <a:latin typeface="+mj-lt"/>
            </a:endParaRPr>
          </a:p>
        </p:txBody>
      </p:sp>
      <p:pic>
        <p:nvPicPr>
          <p:cNvPr id="8" name="Picture 7" descr="(a) phototropin activated in blue light; (b) phototropin phosphorylated; (c) transduction begins, auxin accumulates.">
            <a:extLst>
              <a:ext uri="{FF2B5EF4-FFF2-40B4-BE49-F238E27FC236}">
                <a16:creationId xmlns:a16="http://schemas.microsoft.com/office/drawing/2014/main" id="{2ADC6A99-6AE5-42CF-85F9-E89D2C27483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3192"/>
          <a:stretch/>
        </p:blipFill>
        <p:spPr>
          <a:xfrm>
            <a:off x="3713382" y="780338"/>
            <a:ext cx="1914748" cy="5333536"/>
          </a:xfrm>
          <a:prstGeom prst="rect">
            <a:avLst/>
          </a:prstGeom>
        </p:spPr>
      </p:pic>
      <p:sp>
        <p:nvSpPr>
          <p:cNvPr id="5" name="Content Placeholder 3"/>
          <p:cNvSpPr>
            <a:spLocks noGrp="1"/>
          </p:cNvSpPr>
          <p:nvPr>
            <p:ph type="body" sz="quarter" idx="19"/>
          </p:nvPr>
        </p:nvSpPr>
        <p:spPr>
          <a:xfrm>
            <a:off x="3987641" y="6186377"/>
            <a:ext cx="1168717" cy="339648"/>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Figure 26.11</a:t>
            </a:r>
          </a:p>
        </p:txBody>
      </p:sp>
      <p:sp>
        <p:nvSpPr>
          <p:cNvPr id="7" name="Slide Number Placeholder 5">
            <a:extLst>
              <a:ext uri="{FF2B5EF4-FFF2-40B4-BE49-F238E27FC236}">
                <a16:creationId xmlns:a16="http://schemas.microsoft.com/office/drawing/2014/main" id="{2822417A-E713-4694-84BA-E1A73918EE3B}"/>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26</a:t>
            </a:fld>
            <a:endParaRPr lang="en-US" sz="800"/>
          </a:p>
        </p:txBody>
      </p:sp>
    </p:spTree>
    <p:extLst>
      <p:ext uri="{BB962C8B-B14F-4D97-AF65-F5344CB8AC3E}">
        <p14:creationId xmlns:p14="http://schemas.microsoft.com/office/powerpoint/2010/main" val="4965650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42900" y="-1"/>
            <a:ext cx="8458200" cy="960699"/>
          </a:xfrm>
        </p:spPr>
        <p:txBody>
          <a:bodyPr/>
          <a:lstStyle/>
          <a:p>
            <a:pPr algn="ctr">
              <a:tabLst>
                <a:tab pos="2686050" algn="l"/>
              </a:tabLst>
            </a:pPr>
            <a:r>
              <a:rPr lang="en-US">
                <a:solidFill>
                  <a:srgbClr val="002060"/>
                </a:solidFill>
                <a:latin typeface="+mj-lt"/>
              </a:rPr>
              <a:t>Thigmotropism</a:t>
            </a:r>
          </a:p>
        </p:txBody>
      </p:sp>
      <p:sp>
        <p:nvSpPr>
          <p:cNvPr id="8" name="Content Placeholder 2"/>
          <p:cNvSpPr>
            <a:spLocks noGrp="1"/>
          </p:cNvSpPr>
          <p:nvPr>
            <p:ph idx="1"/>
          </p:nvPr>
        </p:nvSpPr>
        <p:spPr>
          <a:xfrm>
            <a:off x="217028" y="1426953"/>
            <a:ext cx="8342191" cy="3372589"/>
          </a:xfrm>
        </p:spPr>
        <p:txBody>
          <a:bodyPr/>
          <a:lstStyle/>
          <a:p>
            <a:pPr marL="0" indent="0">
              <a:spcBef>
                <a:spcPts val="0"/>
              </a:spcBef>
              <a:spcAft>
                <a:spcPts val="1500"/>
              </a:spcAft>
              <a:buNone/>
            </a:pPr>
            <a:r>
              <a:rPr lang="en-US" sz="2400">
                <a:latin typeface="+mn-lt"/>
              </a:rPr>
              <a:t>Response to touch from another plant, animal, rock, or wind.</a:t>
            </a:r>
          </a:p>
          <a:p>
            <a:pPr marL="266700" lvl="1" indent="-265113">
              <a:spcBef>
                <a:spcPts val="0"/>
              </a:spcBef>
              <a:spcAft>
                <a:spcPts val="1500"/>
              </a:spcAft>
              <a:buFont typeface="Arial" panose="020B0604020202020204" pitchFamily="34" charset="0"/>
              <a:buChar char="•"/>
            </a:pPr>
            <a:r>
              <a:rPr lang="en-US" sz="2000">
                <a:latin typeface="+mn-lt"/>
              </a:rPr>
              <a:t>Example is coiling tendrils of stems on plants such as runner beans (</a:t>
            </a:r>
            <a:r>
              <a:rPr lang="en-US" sz="2000" i="1">
                <a:latin typeface="+mn-lt"/>
              </a:rPr>
              <a:t>Phaseolus</a:t>
            </a:r>
            <a:r>
              <a:rPr lang="en-US" sz="2000">
                <a:latin typeface="+mn-lt"/>
              </a:rPr>
              <a:t>) and morning glories.</a:t>
            </a:r>
          </a:p>
          <a:p>
            <a:pPr marL="0" indent="0">
              <a:spcBef>
                <a:spcPts val="0"/>
              </a:spcBef>
              <a:spcAft>
                <a:spcPts val="1500"/>
              </a:spcAft>
              <a:buNone/>
            </a:pPr>
            <a:r>
              <a:rPr lang="en-US" sz="2400" b="1" err="1">
                <a:latin typeface="+mn-lt"/>
              </a:rPr>
              <a:t>Thigmomorphogenesis</a:t>
            </a:r>
            <a:r>
              <a:rPr lang="en-US" sz="2400">
                <a:latin typeface="+mn-lt"/>
              </a:rPr>
              <a:t> is when a plant changes overall shape due to environmental touch stimulus</a:t>
            </a:r>
          </a:p>
          <a:p>
            <a:pPr marL="266700" lvl="1" indent="-265113">
              <a:spcBef>
                <a:spcPts val="0"/>
              </a:spcBef>
              <a:spcAft>
                <a:spcPts val="1500"/>
              </a:spcAft>
              <a:buFont typeface="Arial" panose="020B0604020202020204" pitchFamily="34" charset="0"/>
              <a:buChar char="•"/>
            </a:pPr>
            <a:r>
              <a:rPr lang="en-US" sz="2000">
                <a:latin typeface="+mn-lt"/>
              </a:rPr>
              <a:t>Examples: barrier, wind, rain</a:t>
            </a:r>
          </a:p>
        </p:txBody>
      </p:sp>
      <p:sp>
        <p:nvSpPr>
          <p:cNvPr id="4" name="Slide Number Placeholder 3">
            <a:extLst>
              <a:ext uri="{FF2B5EF4-FFF2-40B4-BE49-F238E27FC236}">
                <a16:creationId xmlns:a16="http://schemas.microsoft.com/office/drawing/2014/main" id="{D43DD1FB-1AFE-41F2-B600-6A37F4E7A5A2}"/>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27</a:t>
            </a:fld>
            <a:endParaRPr lang="en-US" sz="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noAutofit/>
          </a:bodyPr>
          <a:lstStyle/>
          <a:p>
            <a:pPr algn="ctr"/>
            <a:r>
              <a:rPr lang="en-US" altLang="en-US">
                <a:solidFill>
                  <a:srgbClr val="242852"/>
                </a:solidFill>
                <a:latin typeface="+mj-lt"/>
              </a:rPr>
              <a:t>Phototropism and Thigmotropism</a:t>
            </a:r>
            <a:endParaRPr lang="en-US">
              <a:latin typeface="+mj-lt"/>
            </a:endParaRPr>
          </a:p>
        </p:txBody>
      </p:sp>
      <p:pic>
        <p:nvPicPr>
          <p:cNvPr id="4" name="Picture 2" descr="(a) Movement of plant towards light on the right."/>
          <p:cNvPicPr>
            <a:picLocks noChangeAspect="1"/>
          </p:cNvPicPr>
          <p:nvPr/>
        </p:nvPicPr>
        <p:blipFill rotWithShape="1">
          <a:blip r:embed="rId3" cstate="print">
            <a:extLst>
              <a:ext uri="{28A0092B-C50C-407E-A947-70E740481C1C}">
                <a14:useLocalDpi xmlns:a14="http://schemas.microsoft.com/office/drawing/2010/main" val="0"/>
              </a:ext>
            </a:extLst>
          </a:blip>
          <a:srcRect t="7475" b="11552"/>
          <a:stretch/>
        </p:blipFill>
        <p:spPr>
          <a:xfrm>
            <a:off x="466071" y="1689903"/>
            <a:ext cx="4105929" cy="2412197"/>
          </a:xfrm>
          <a:prstGeom prst="rect">
            <a:avLst/>
          </a:prstGeom>
        </p:spPr>
      </p:pic>
      <p:sp>
        <p:nvSpPr>
          <p:cNvPr id="6" name="Content Placeholder 3"/>
          <p:cNvSpPr>
            <a:spLocks noGrp="1"/>
          </p:cNvSpPr>
          <p:nvPr>
            <p:ph type="body" sz="quarter" idx="18"/>
          </p:nvPr>
        </p:nvSpPr>
        <p:spPr>
          <a:xfrm>
            <a:off x="466071" y="4119564"/>
            <a:ext cx="1189207" cy="314325"/>
          </a:xfrm>
        </p:spPr>
        <p:txBody>
          <a:bodyPr>
            <a:normAutofit/>
          </a:bodyPr>
          <a:lstStyle/>
          <a:p>
            <a:pPr marL="123825" indent="-123825">
              <a:buFont typeface="+mj-lt"/>
              <a:buAutoNum type="alphaLcPeriod"/>
            </a:pPr>
            <a:r>
              <a:rPr lang="en-US" sz="1090">
                <a:latin typeface="+mn-lt"/>
              </a:rPr>
              <a:t>Phototropism</a:t>
            </a:r>
          </a:p>
        </p:txBody>
      </p:sp>
      <p:pic>
        <p:nvPicPr>
          <p:cNvPr id="10" name="Picture 4" descr="(b)Coiling movement of tendrils around a pole.">
            <a:extLst>
              <a:ext uri="{FF2B5EF4-FFF2-40B4-BE49-F238E27FC236}">
                <a16:creationId xmlns:a16="http://schemas.microsoft.com/office/drawing/2014/main" id="{8A553C53-5729-4D72-80AD-E42C723F4AC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5664" b="9834"/>
          <a:stretch/>
        </p:blipFill>
        <p:spPr>
          <a:xfrm>
            <a:off x="5095035" y="1562581"/>
            <a:ext cx="2904240" cy="3098671"/>
          </a:xfrm>
          <a:prstGeom prst="rect">
            <a:avLst/>
          </a:prstGeom>
        </p:spPr>
      </p:pic>
      <p:sp>
        <p:nvSpPr>
          <p:cNvPr id="7" name="Content Placeholder 5"/>
          <p:cNvSpPr>
            <a:spLocks noGrp="1"/>
          </p:cNvSpPr>
          <p:nvPr>
            <p:ph type="body" sz="quarter" idx="19"/>
          </p:nvPr>
        </p:nvSpPr>
        <p:spPr>
          <a:xfrm>
            <a:off x="5350078" y="4672816"/>
            <a:ext cx="1287051" cy="271423"/>
          </a:xfrm>
        </p:spPr>
        <p:txBody>
          <a:bodyPr>
            <a:normAutofit/>
          </a:bodyPr>
          <a:lstStyle/>
          <a:p>
            <a:pPr marL="152400" indent="-152400">
              <a:buFont typeface="+mj-lt"/>
              <a:buAutoNum type="alphaLcPeriod" startAt="2"/>
            </a:pPr>
            <a:r>
              <a:rPr lang="en-US" sz="1090" kern="0"/>
              <a:t>Thigmotropism</a:t>
            </a:r>
          </a:p>
        </p:txBody>
      </p:sp>
      <p:sp>
        <p:nvSpPr>
          <p:cNvPr id="2" name="Text Placeholder 6">
            <a:extLst>
              <a:ext uri="{FF2B5EF4-FFF2-40B4-BE49-F238E27FC236}">
                <a16:creationId xmlns:a16="http://schemas.microsoft.com/office/drawing/2014/main" id="{B95ED75F-DCC4-4FC2-9F1B-F755A9046DA9}"/>
              </a:ext>
            </a:extLst>
          </p:cNvPr>
          <p:cNvSpPr>
            <a:spLocks noGrp="1"/>
          </p:cNvSpPr>
          <p:nvPr>
            <p:ph type="body" sz="quarter" idx="20"/>
          </p:nvPr>
        </p:nvSpPr>
        <p:spPr>
          <a:xfrm>
            <a:off x="3901767" y="5804417"/>
            <a:ext cx="1340466" cy="311827"/>
          </a:xfrm>
        </p:spPr>
        <p:txBody>
          <a:bodyPr>
            <a:normAutofit/>
          </a:bodyPr>
          <a:lstStyle/>
          <a:p>
            <a:pPr algn="ctr"/>
            <a:r>
              <a:rPr lang="en-US" sz="1200">
                <a:solidFill>
                  <a:schemeClr val="tx1"/>
                </a:solidFill>
              </a:rPr>
              <a:t>Figure </a:t>
            </a:r>
            <a:r>
              <a:rPr lang="en-US" sz="1200"/>
              <a:t>26</a:t>
            </a:r>
            <a:r>
              <a:rPr lang="en-US" sz="1200">
                <a:solidFill>
                  <a:schemeClr val="tx1"/>
                </a:solidFill>
              </a:rPr>
              <a:t>.10</a:t>
            </a:r>
          </a:p>
        </p:txBody>
      </p:sp>
      <p:sp>
        <p:nvSpPr>
          <p:cNvPr id="5" name="Text Placeholder 7">
            <a:extLst>
              <a:ext uri="{FF2B5EF4-FFF2-40B4-BE49-F238E27FC236}">
                <a16:creationId xmlns:a16="http://schemas.microsoft.com/office/drawing/2014/main" id="{CC35B324-2D3A-4054-A1D8-3F2C525B865A}"/>
              </a:ext>
            </a:extLst>
          </p:cNvPr>
          <p:cNvSpPr>
            <a:spLocks noGrp="1"/>
          </p:cNvSpPr>
          <p:nvPr>
            <p:ph type="body" sz="quarter" idx="21"/>
          </p:nvPr>
        </p:nvSpPr>
        <p:spPr>
          <a:xfrm>
            <a:off x="521259" y="6519483"/>
            <a:ext cx="8101482" cy="191493"/>
          </a:xfrm>
        </p:spPr>
        <p:txBody>
          <a:bodyPr/>
          <a:lstStyle/>
          <a:p>
            <a:pPr lvl="0"/>
            <a:r>
              <a:rPr lang="en-US" sz="800"/>
              <a:t>(a): </a:t>
            </a:r>
            <a:r>
              <a:rPr lang="en-US" sz="800" err="1"/>
              <a:t>Cathlyn</a:t>
            </a:r>
            <a:r>
              <a:rPr lang="en-US" sz="800"/>
              <a:t> </a:t>
            </a:r>
            <a:r>
              <a:rPr lang="en-US" sz="800" err="1"/>
              <a:t>Melloan</a:t>
            </a:r>
            <a:r>
              <a:rPr lang="en-US" sz="800"/>
              <a:t>/Stone/Getty Images; (b) Alison Thompson/</a:t>
            </a:r>
            <a:r>
              <a:rPr lang="en-US" sz="800" err="1"/>
              <a:t>Alamy</a:t>
            </a:r>
            <a:r>
              <a:rPr lang="en-US" sz="800"/>
              <a:t> Stock Photo</a:t>
            </a:r>
          </a:p>
        </p:txBody>
      </p:sp>
      <p:sp>
        <p:nvSpPr>
          <p:cNvPr id="9" name="Slide Number Placeholder 8">
            <a:extLst>
              <a:ext uri="{FF2B5EF4-FFF2-40B4-BE49-F238E27FC236}">
                <a16:creationId xmlns:a16="http://schemas.microsoft.com/office/drawing/2014/main" id="{B7487E23-7C9E-4B61-9F06-D91C4F18DB4E}"/>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28</a:t>
            </a:fld>
            <a:endParaRPr lang="en-US" sz="800"/>
          </a:p>
        </p:txBody>
      </p:sp>
    </p:spTree>
    <p:extLst>
      <p:ext uri="{BB962C8B-B14F-4D97-AF65-F5344CB8AC3E}">
        <p14:creationId xmlns:p14="http://schemas.microsoft.com/office/powerpoint/2010/main" val="378360010"/>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57200" y="1"/>
            <a:ext cx="8229600" cy="894098"/>
          </a:xfrm>
        </p:spPr>
        <p:txBody>
          <a:bodyPr/>
          <a:lstStyle/>
          <a:p>
            <a:pPr algn="ctr"/>
            <a:r>
              <a:rPr lang="en-US" altLang="en-US">
                <a:solidFill>
                  <a:srgbClr val="242852"/>
                </a:solidFill>
                <a:latin typeface="+mj-lt"/>
              </a:rPr>
              <a:t>Gravitropism</a:t>
            </a:r>
            <a:endParaRPr lang="en-US">
              <a:latin typeface="+mj-lt"/>
            </a:endParaRPr>
          </a:p>
        </p:txBody>
      </p:sp>
      <p:sp>
        <p:nvSpPr>
          <p:cNvPr id="3" name="Content Placeholder 2"/>
          <p:cNvSpPr>
            <a:spLocks noGrp="1"/>
          </p:cNvSpPr>
          <p:nvPr>
            <p:ph idx="1"/>
          </p:nvPr>
        </p:nvSpPr>
        <p:spPr>
          <a:xfrm>
            <a:off x="593926" y="956813"/>
            <a:ext cx="7956148" cy="4944374"/>
          </a:xfrm>
        </p:spPr>
        <p:txBody>
          <a:bodyPr/>
          <a:lstStyle/>
          <a:p>
            <a:pPr marL="0" lvl="1" indent="0">
              <a:lnSpc>
                <a:spcPct val="90000"/>
              </a:lnSpc>
              <a:spcBef>
                <a:spcPts val="0"/>
              </a:spcBef>
              <a:buNone/>
            </a:pPr>
            <a:r>
              <a:rPr lang="en-US" sz="2800">
                <a:solidFill>
                  <a:prstClr val="black"/>
                </a:solidFill>
                <a:latin typeface="+mn-lt"/>
              </a:rPr>
              <a:t>When a plant is placed on its side, the stem grows upward, opposite of the pull of gravity.</a:t>
            </a:r>
          </a:p>
          <a:p>
            <a:pPr marL="0" lvl="1" indent="0">
              <a:lnSpc>
                <a:spcPct val="90000"/>
              </a:lnSpc>
              <a:buNone/>
            </a:pPr>
            <a:r>
              <a:rPr lang="en-US" sz="2800">
                <a:solidFill>
                  <a:prstClr val="black"/>
                </a:solidFill>
                <a:latin typeface="+mn-lt"/>
              </a:rPr>
              <a:t>Stems with root caps grow downward.</a:t>
            </a:r>
          </a:p>
          <a:p>
            <a:pPr marL="266700" lvl="2" indent="-266700">
              <a:lnSpc>
                <a:spcPct val="90000"/>
              </a:lnSpc>
            </a:pPr>
            <a:r>
              <a:rPr lang="en-US" sz="2400">
                <a:solidFill>
                  <a:prstClr val="black"/>
                </a:solidFill>
                <a:latin typeface="+mn-lt"/>
              </a:rPr>
              <a:t>Response depends on sensors called </a:t>
            </a:r>
            <a:r>
              <a:rPr lang="en-US" sz="2400" b="1" err="1">
                <a:solidFill>
                  <a:srgbClr val="D90000"/>
                </a:solidFill>
                <a:latin typeface="+mn-lt"/>
              </a:rPr>
              <a:t>statoliths</a:t>
            </a:r>
            <a:r>
              <a:rPr lang="en-US" sz="2400">
                <a:solidFill>
                  <a:prstClr val="black"/>
                </a:solidFill>
                <a:latin typeface="+mn-lt"/>
              </a:rPr>
              <a:t>.</a:t>
            </a:r>
          </a:p>
          <a:p>
            <a:pPr marL="531813" lvl="3" indent="-265113">
              <a:lnSpc>
                <a:spcPct val="90000"/>
              </a:lnSpc>
              <a:buFont typeface="Arial" panose="020B0604020202020204" pitchFamily="34" charset="0"/>
              <a:buChar char="•"/>
            </a:pPr>
            <a:r>
              <a:rPr lang="en-US" sz="2000">
                <a:solidFill>
                  <a:prstClr val="black"/>
                </a:solidFill>
              </a:rPr>
              <a:t>Found in organelles called </a:t>
            </a:r>
            <a:r>
              <a:rPr lang="en-US" sz="2000" b="1" err="1">
                <a:solidFill>
                  <a:prstClr val="black"/>
                </a:solidFill>
              </a:rPr>
              <a:t>amyloplasts</a:t>
            </a:r>
            <a:endParaRPr lang="en-US" sz="2000" b="1">
              <a:solidFill>
                <a:prstClr val="black"/>
              </a:solidFill>
            </a:endParaRPr>
          </a:p>
          <a:p>
            <a:pPr marL="531813" lvl="3" indent="-265113">
              <a:lnSpc>
                <a:spcPct val="90000"/>
              </a:lnSpc>
              <a:buFont typeface="Arial" panose="020B0604020202020204" pitchFamily="34" charset="0"/>
              <a:buChar char="•"/>
            </a:pPr>
            <a:r>
              <a:rPr lang="en-US" sz="2000" err="1">
                <a:solidFill>
                  <a:prstClr val="black"/>
                </a:solidFill>
              </a:rPr>
              <a:t>Statoliths</a:t>
            </a:r>
            <a:r>
              <a:rPr lang="en-US" sz="2000">
                <a:solidFill>
                  <a:prstClr val="black"/>
                </a:solidFill>
              </a:rPr>
              <a:t> settle to the bottom of a cell, put pressure on organelles, signaling the downward direction.</a:t>
            </a:r>
          </a:p>
          <a:p>
            <a:pPr marL="0" lvl="1" indent="0">
              <a:lnSpc>
                <a:spcPct val="90000"/>
              </a:lnSpc>
              <a:buNone/>
            </a:pPr>
            <a:r>
              <a:rPr lang="en-US" sz="2800">
                <a:solidFill>
                  <a:prstClr val="black"/>
                </a:solidFill>
                <a:latin typeface="+mn-lt"/>
              </a:rPr>
              <a:t>Auxin may be responsible for gravitropism of roots and shoots.</a:t>
            </a:r>
          </a:p>
        </p:txBody>
      </p:sp>
      <p:sp>
        <p:nvSpPr>
          <p:cNvPr id="4" name="Slide Number Placeholder 3">
            <a:extLst>
              <a:ext uri="{FF2B5EF4-FFF2-40B4-BE49-F238E27FC236}">
                <a16:creationId xmlns:a16="http://schemas.microsoft.com/office/drawing/2014/main" id="{2F2A66D1-05FE-4AFD-898F-28281FFBCA81}"/>
              </a:ext>
            </a:extLst>
          </p:cNvPr>
          <p:cNvSpPr txBox="1">
            <a:spLocks/>
          </p:cNvSpPr>
          <p:nvPr/>
        </p:nvSpPr>
        <p:spPr>
          <a:xfrm>
            <a:off x="8466639" y="6519494"/>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29</a:t>
            </a:fld>
            <a:endParaRPr lang="en-US" sz="800"/>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ctr"/>
            <a:r>
              <a:rPr lang="en-US" altLang="en-US">
                <a:solidFill>
                  <a:srgbClr val="242852"/>
                </a:solidFill>
                <a:latin typeface="+mj-lt"/>
              </a:rPr>
              <a:t>Gravitropism Examples</a:t>
            </a:r>
            <a:endParaRPr lang="en-US">
              <a:latin typeface="+mj-lt"/>
            </a:endParaRPr>
          </a:p>
        </p:txBody>
      </p:sp>
      <p:pic>
        <p:nvPicPr>
          <p:cNvPr id="4" name="Picture 2" descr="Set of three illustrations marked a through c depict examples of gravitropism."/>
          <p:cNvPicPr>
            <a:picLocks noChangeAspect="1"/>
          </p:cNvPicPr>
          <p:nvPr/>
        </p:nvPicPr>
        <p:blipFill rotWithShape="1">
          <a:blip r:embed="rId3" cstate="print">
            <a:extLst>
              <a:ext uri="{28A0092B-C50C-407E-A947-70E740481C1C}">
                <a14:useLocalDpi xmlns:a14="http://schemas.microsoft.com/office/drawing/2010/main" val="0"/>
              </a:ext>
            </a:extLst>
          </a:blip>
          <a:srcRect t="4522" b="2405"/>
          <a:stretch/>
        </p:blipFill>
        <p:spPr>
          <a:xfrm>
            <a:off x="2004921" y="1167325"/>
            <a:ext cx="5377588" cy="4289021"/>
          </a:xfrm>
          <a:prstGeom prst="rect">
            <a:avLst/>
          </a:prstGeom>
        </p:spPr>
      </p:pic>
      <p:sp>
        <p:nvSpPr>
          <p:cNvPr id="7" name="Content Placeholder 3"/>
          <p:cNvSpPr>
            <a:spLocks noGrp="1"/>
          </p:cNvSpPr>
          <p:nvPr>
            <p:ph type="body" sz="quarter" idx="18"/>
          </p:nvPr>
        </p:nvSpPr>
        <p:spPr>
          <a:xfrm>
            <a:off x="3968467" y="5797174"/>
            <a:ext cx="1205941" cy="314325"/>
          </a:xfrm>
        </p:spPr>
        <p:txBody>
          <a:bodyPr>
            <a:normAutofit/>
          </a:bodyPr>
          <a:lstStyle/>
          <a:p>
            <a:pPr algn="ctr"/>
            <a:r>
              <a:rPr lang="en-US" sz="1200" b="0">
                <a:solidFill>
                  <a:schemeClr val="tx1"/>
                </a:solidFill>
              </a:rPr>
              <a:t>Figure </a:t>
            </a:r>
            <a:r>
              <a:rPr lang="en-US" sz="1200"/>
              <a:t>26</a:t>
            </a:r>
            <a:r>
              <a:rPr lang="en-US" sz="1200" b="0">
                <a:solidFill>
                  <a:schemeClr val="tx1"/>
                </a:solidFill>
              </a:rPr>
              <a:t>.13</a:t>
            </a:r>
          </a:p>
        </p:txBody>
      </p:sp>
      <p:sp>
        <p:nvSpPr>
          <p:cNvPr id="11" name="Text Placeholder 4">
            <a:extLst>
              <a:ext uri="{FF2B5EF4-FFF2-40B4-BE49-F238E27FC236}">
                <a16:creationId xmlns:a16="http://schemas.microsoft.com/office/drawing/2014/main" id="{BABD0B3A-4605-4044-BD84-8E969CC7DC5E}"/>
              </a:ext>
            </a:extLst>
          </p:cNvPr>
          <p:cNvSpPr>
            <a:spLocks noGrp="1"/>
          </p:cNvSpPr>
          <p:nvPr>
            <p:ph type="body" sz="quarter" idx="19"/>
          </p:nvPr>
        </p:nvSpPr>
        <p:spPr>
          <a:xfrm>
            <a:off x="2937571" y="6194669"/>
            <a:ext cx="3267735" cy="314325"/>
          </a:xfrm>
        </p:spPr>
        <p:txBody>
          <a:bodyPr>
            <a:normAutofit/>
          </a:bodyPr>
          <a:lstStyle/>
          <a:p>
            <a:pPr algn="ctr"/>
            <a:r>
              <a:rPr lang="en-US" sz="1200">
                <a:latin typeface="+mn-lt"/>
                <a:hlinkClick r:id="rId4" action="ppaction://hlinksldjump"/>
              </a:rPr>
              <a:t>Access the text alternative for slide images.</a:t>
            </a:r>
            <a:endParaRPr lang="en-US" sz="1200">
              <a:latin typeface="+mn-lt"/>
            </a:endParaRPr>
          </a:p>
        </p:txBody>
      </p:sp>
      <p:sp>
        <p:nvSpPr>
          <p:cNvPr id="12" name="Text Placeholder 5">
            <a:extLst>
              <a:ext uri="{FF2B5EF4-FFF2-40B4-BE49-F238E27FC236}">
                <a16:creationId xmlns:a16="http://schemas.microsoft.com/office/drawing/2014/main" id="{98453085-9109-40B9-AC2C-A13E114CFFEE}"/>
              </a:ext>
            </a:extLst>
          </p:cNvPr>
          <p:cNvSpPr>
            <a:spLocks noGrp="1"/>
          </p:cNvSpPr>
          <p:nvPr>
            <p:ph type="body" sz="quarter" idx="21"/>
          </p:nvPr>
        </p:nvSpPr>
        <p:spPr/>
        <p:txBody>
          <a:bodyPr/>
          <a:lstStyle/>
          <a:p>
            <a:pPr marL="0" lvl="0" indent="0" algn="r">
              <a:buNone/>
            </a:pPr>
            <a:r>
              <a:rPr lang="en-US" sz="800">
                <a:latin typeface="+mn-lt"/>
              </a:rPr>
              <a:t>(a): Martin Shields/</a:t>
            </a:r>
            <a:r>
              <a:rPr lang="en-US" sz="800" err="1">
                <a:latin typeface="+mn-lt"/>
              </a:rPr>
              <a:t>Alamy</a:t>
            </a:r>
            <a:r>
              <a:rPr lang="en-US" sz="800">
                <a:latin typeface="+mn-lt"/>
              </a:rPr>
              <a:t> Stock Photo; (b): Randy Moore</a:t>
            </a:r>
          </a:p>
        </p:txBody>
      </p:sp>
      <p:sp>
        <p:nvSpPr>
          <p:cNvPr id="6" name="Slide Number Placeholder 6">
            <a:extLst>
              <a:ext uri="{FF2B5EF4-FFF2-40B4-BE49-F238E27FC236}">
                <a16:creationId xmlns:a16="http://schemas.microsoft.com/office/drawing/2014/main" id="{8767B845-7C2C-4DD8-B10B-8709F09BAAE7}"/>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30</a:t>
            </a:fld>
            <a:endParaRPr lang="en-US" sz="800"/>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342900" y="0"/>
            <a:ext cx="8458200" cy="1226916"/>
          </a:xfrm>
        </p:spPr>
        <p:txBody>
          <a:bodyPr>
            <a:normAutofit/>
          </a:bodyPr>
          <a:lstStyle/>
          <a:p>
            <a:pPr algn="ctr"/>
            <a:r>
              <a:rPr lang="en-US" altLang="en-US" sz="3600">
                <a:solidFill>
                  <a:srgbClr val="242852"/>
                </a:solidFill>
                <a:latin typeface="+mj-lt"/>
              </a:rPr>
              <a:t>Why So Many Scientists </a:t>
            </a:r>
            <a:br>
              <a:rPr lang="en-US" altLang="en-US" sz="3600">
                <a:solidFill>
                  <a:srgbClr val="242852"/>
                </a:solidFill>
                <a:latin typeface="+mj-lt"/>
              </a:rPr>
            </a:br>
            <a:r>
              <a:rPr lang="en-US" altLang="en-US" sz="3600">
                <a:solidFill>
                  <a:srgbClr val="242852"/>
                </a:solidFill>
                <a:latin typeface="+mj-lt"/>
              </a:rPr>
              <a:t>Work with </a:t>
            </a:r>
            <a:r>
              <a:rPr lang="en-US" altLang="en-US" sz="3600" i="1">
                <a:solidFill>
                  <a:srgbClr val="242852"/>
                </a:solidFill>
                <a:latin typeface="+mj-lt"/>
              </a:rPr>
              <a:t>Arabidopsis</a:t>
            </a:r>
            <a:endParaRPr lang="en-US">
              <a:latin typeface="+mj-lt"/>
            </a:endParaRPr>
          </a:p>
        </p:txBody>
      </p:sp>
      <p:sp>
        <p:nvSpPr>
          <p:cNvPr id="6" name="Content Placeholder 2"/>
          <p:cNvSpPr>
            <a:spLocks noGrp="1"/>
          </p:cNvSpPr>
          <p:nvPr>
            <p:ph idx="1"/>
          </p:nvPr>
        </p:nvSpPr>
        <p:spPr>
          <a:xfrm>
            <a:off x="522111" y="1543755"/>
            <a:ext cx="8099777" cy="5036997"/>
          </a:xfrm>
        </p:spPr>
        <p:txBody>
          <a:bodyPr/>
          <a:lstStyle/>
          <a:p>
            <a:pPr marL="0" lvl="0" indent="0">
              <a:lnSpc>
                <a:spcPct val="80000"/>
              </a:lnSpc>
              <a:spcBef>
                <a:spcPts val="0"/>
              </a:spcBef>
              <a:spcAft>
                <a:spcPts val="1500"/>
              </a:spcAft>
              <a:buNone/>
            </a:pPr>
            <a:r>
              <a:rPr lang="en-US" altLang="en-US" sz="2500" i="1">
                <a:solidFill>
                  <a:prstClr val="black"/>
                </a:solidFill>
                <a:latin typeface="+mn-lt"/>
              </a:rPr>
              <a:t>Arabidopsis thaliana </a:t>
            </a:r>
          </a:p>
          <a:p>
            <a:pPr marL="0" lvl="1" indent="0">
              <a:lnSpc>
                <a:spcPct val="80000"/>
              </a:lnSpc>
              <a:spcBef>
                <a:spcPts val="0"/>
              </a:spcBef>
              <a:spcAft>
                <a:spcPts val="0"/>
              </a:spcAft>
              <a:buNone/>
            </a:pPr>
            <a:r>
              <a:rPr lang="en-US" altLang="en-US" sz="2200">
                <a:solidFill>
                  <a:prstClr val="black"/>
                </a:solidFill>
                <a:latin typeface="+mn-lt"/>
              </a:rPr>
              <a:t>It is a small flowering plant related to cabbage and mustard plants.</a:t>
            </a:r>
          </a:p>
          <a:p>
            <a:pPr marL="0" lvl="1" indent="0">
              <a:lnSpc>
                <a:spcPct val="80000"/>
              </a:lnSpc>
              <a:spcBef>
                <a:spcPts val="1200"/>
              </a:spcBef>
              <a:spcAft>
                <a:spcPts val="0"/>
              </a:spcAft>
              <a:buNone/>
            </a:pPr>
            <a:r>
              <a:rPr lang="en-US" altLang="en-US" sz="2200">
                <a:solidFill>
                  <a:prstClr val="black"/>
                </a:solidFill>
                <a:latin typeface="+mn-lt"/>
              </a:rPr>
              <a:t>It has no commercial value.</a:t>
            </a:r>
          </a:p>
          <a:p>
            <a:pPr marL="0" lvl="1" indent="0">
              <a:lnSpc>
                <a:spcPct val="80000"/>
              </a:lnSpc>
              <a:spcBef>
                <a:spcPts val="1200"/>
              </a:spcBef>
              <a:spcAft>
                <a:spcPts val="0"/>
              </a:spcAft>
              <a:buNone/>
            </a:pPr>
            <a:r>
              <a:rPr lang="en-US" altLang="en-US" sz="2200">
                <a:solidFill>
                  <a:prstClr val="black"/>
                </a:solidFill>
                <a:latin typeface="+mn-lt"/>
              </a:rPr>
              <a:t>It has become a model organism for the study of plant molecular genetics, including signal transduction. </a:t>
            </a:r>
          </a:p>
          <a:p>
            <a:pPr marL="266700" lvl="2" indent="-266700">
              <a:lnSpc>
                <a:spcPct val="80000"/>
              </a:lnSpc>
              <a:spcBef>
                <a:spcPts val="1200"/>
              </a:spcBef>
              <a:spcAft>
                <a:spcPts val="0"/>
              </a:spcAft>
            </a:pPr>
            <a:r>
              <a:rPr lang="en-US" altLang="en-US" sz="1900">
                <a:solidFill>
                  <a:prstClr val="black"/>
                </a:solidFill>
                <a:latin typeface="+mn-lt"/>
              </a:rPr>
              <a:t>It is small, so many hundreds of plants can be grown in a small amount of space. </a:t>
            </a:r>
          </a:p>
          <a:p>
            <a:pPr marL="266700" lvl="2" indent="-266700">
              <a:lnSpc>
                <a:spcPct val="80000"/>
              </a:lnSpc>
              <a:spcBef>
                <a:spcPts val="1200"/>
              </a:spcBef>
              <a:spcAft>
                <a:spcPts val="0"/>
              </a:spcAft>
            </a:pPr>
            <a:r>
              <a:rPr lang="en-US" altLang="en-US" sz="1900">
                <a:solidFill>
                  <a:prstClr val="black"/>
                </a:solidFill>
                <a:latin typeface="+mn-lt"/>
              </a:rPr>
              <a:t>Generation time is short; 5 to 6 weeks until maturity.</a:t>
            </a:r>
          </a:p>
          <a:p>
            <a:pPr marL="266700" lvl="2" indent="-266700">
              <a:lnSpc>
                <a:spcPct val="80000"/>
              </a:lnSpc>
              <a:spcBef>
                <a:spcPts val="1200"/>
              </a:spcBef>
              <a:spcAft>
                <a:spcPts val="0"/>
              </a:spcAft>
            </a:pPr>
            <a:r>
              <a:rPr lang="en-US" altLang="en-US" sz="1900">
                <a:solidFill>
                  <a:prstClr val="black"/>
                </a:solidFill>
                <a:latin typeface="+mn-lt"/>
              </a:rPr>
              <a:t>It normally self-pollinates, but it can easily be cross-pollinated. </a:t>
            </a:r>
          </a:p>
          <a:p>
            <a:pPr marL="266700" lvl="2" indent="-266700">
              <a:lnSpc>
                <a:spcPct val="80000"/>
              </a:lnSpc>
              <a:spcBef>
                <a:spcPts val="1200"/>
              </a:spcBef>
              <a:spcAft>
                <a:spcPts val="0"/>
              </a:spcAft>
            </a:pPr>
            <a:r>
              <a:rPr lang="en-US" altLang="en-US" sz="1900">
                <a:solidFill>
                  <a:prstClr val="black"/>
                </a:solidFill>
                <a:latin typeface="+mn-lt"/>
              </a:rPr>
              <a:t>The number of base pairs in its DNA is relatively small.</a:t>
            </a:r>
          </a:p>
        </p:txBody>
      </p:sp>
      <p:sp>
        <p:nvSpPr>
          <p:cNvPr id="5" name="Slide Number Placeholder 3">
            <a:extLst>
              <a:ext uri="{FF2B5EF4-FFF2-40B4-BE49-F238E27FC236}">
                <a16:creationId xmlns:a16="http://schemas.microsoft.com/office/drawing/2014/main" id="{0FA568D1-77DF-4F90-8B9E-EE8E5E21FB63}"/>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31</a:t>
            </a:fld>
            <a:endParaRPr lang="en-US" sz="800"/>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algn="ctr"/>
            <a:r>
              <a:rPr lang="en-US" altLang="en-US" sz="3600" i="1">
                <a:solidFill>
                  <a:srgbClr val="242852"/>
                </a:solidFill>
                <a:latin typeface="+mj-lt"/>
              </a:rPr>
              <a:t>Arabidopsis thaliana</a:t>
            </a:r>
            <a:endParaRPr lang="en-US">
              <a:latin typeface="+mj-lt"/>
            </a:endParaRPr>
          </a:p>
        </p:txBody>
      </p:sp>
      <p:pic>
        <p:nvPicPr>
          <p:cNvPr id="3" name="Picture 2" descr="Close-up of Arabidopsis thaliana shows a flat rosette of leaves, from which grows a short flower stalk."/>
          <p:cNvPicPr>
            <a:picLocks noChangeAspect="1"/>
          </p:cNvPicPr>
          <p:nvPr/>
        </p:nvPicPr>
        <p:blipFill rotWithShape="1">
          <a:blip r:embed="rId3" cstate="print">
            <a:extLst>
              <a:ext uri="{28A0092B-C50C-407E-A947-70E740481C1C}">
                <a14:useLocalDpi xmlns:a14="http://schemas.microsoft.com/office/drawing/2010/main" val="0"/>
              </a:ext>
            </a:extLst>
          </a:blip>
          <a:srcRect t="4293" b="4548"/>
          <a:stretch/>
        </p:blipFill>
        <p:spPr>
          <a:xfrm>
            <a:off x="2729374" y="1620456"/>
            <a:ext cx="3685251" cy="4052548"/>
          </a:xfrm>
          <a:prstGeom prst="rect">
            <a:avLst/>
          </a:prstGeom>
        </p:spPr>
      </p:pic>
      <p:sp>
        <p:nvSpPr>
          <p:cNvPr id="10" name="Content Placeholder 3"/>
          <p:cNvSpPr>
            <a:spLocks noGrp="1"/>
          </p:cNvSpPr>
          <p:nvPr>
            <p:ph type="body" sz="quarter" idx="19"/>
          </p:nvPr>
        </p:nvSpPr>
        <p:spPr>
          <a:xfrm>
            <a:off x="3982261" y="6059386"/>
            <a:ext cx="1179475" cy="285860"/>
          </a:xfrm>
        </p:spPr>
        <p:txBody>
          <a:bodyPr>
            <a:normAutofit/>
          </a:bodyPr>
          <a:lstStyle/>
          <a:p>
            <a:pPr algn="ctr"/>
            <a:r>
              <a:rPr lang="en-US" sz="1200">
                <a:solidFill>
                  <a:schemeClr val="tx1"/>
                </a:solidFill>
              </a:rPr>
              <a:t>Figure </a:t>
            </a:r>
            <a:r>
              <a:rPr lang="en-US" sz="1200"/>
              <a:t>26D</a:t>
            </a:r>
            <a:endParaRPr lang="en-US" sz="1200">
              <a:solidFill>
                <a:schemeClr val="tx1"/>
              </a:solidFill>
            </a:endParaRPr>
          </a:p>
        </p:txBody>
      </p:sp>
      <p:sp>
        <p:nvSpPr>
          <p:cNvPr id="2" name="Text Placeholder 4">
            <a:extLst>
              <a:ext uri="{FF2B5EF4-FFF2-40B4-BE49-F238E27FC236}">
                <a16:creationId xmlns:a16="http://schemas.microsoft.com/office/drawing/2014/main" id="{37FD7C89-4FA8-4CC6-8BC4-8DAB10BAEDCB}"/>
              </a:ext>
            </a:extLst>
          </p:cNvPr>
          <p:cNvSpPr>
            <a:spLocks noGrp="1"/>
          </p:cNvSpPr>
          <p:nvPr>
            <p:ph type="body" sz="quarter" idx="20"/>
          </p:nvPr>
        </p:nvSpPr>
        <p:spPr>
          <a:xfrm>
            <a:off x="6688178" y="6494472"/>
            <a:ext cx="1778461" cy="271631"/>
          </a:xfrm>
        </p:spPr>
        <p:txBody>
          <a:bodyPr>
            <a:normAutofit/>
          </a:bodyPr>
          <a:lstStyle/>
          <a:p>
            <a:pPr lvl="0" algn="r"/>
            <a:r>
              <a:rPr lang="en-US" sz="800"/>
              <a:t>Nigel </a:t>
            </a:r>
            <a:r>
              <a:rPr lang="en-US" sz="800" err="1"/>
              <a:t>Cattlin</a:t>
            </a:r>
            <a:r>
              <a:rPr lang="en-US" sz="800"/>
              <a:t>/</a:t>
            </a:r>
            <a:r>
              <a:rPr lang="en-US" sz="800" err="1"/>
              <a:t>Alamy</a:t>
            </a:r>
            <a:r>
              <a:rPr lang="en-US" sz="800"/>
              <a:t> Stock Photo</a:t>
            </a:r>
          </a:p>
        </p:txBody>
      </p:sp>
      <p:sp>
        <p:nvSpPr>
          <p:cNvPr id="6" name="Slide Number Placeholder 5">
            <a:extLst>
              <a:ext uri="{FF2B5EF4-FFF2-40B4-BE49-F238E27FC236}">
                <a16:creationId xmlns:a16="http://schemas.microsoft.com/office/drawing/2014/main" id="{A75E0EAB-3D4A-4BB8-ACAD-F03CDD5C0BA9}"/>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32</a:t>
            </a:fld>
            <a:endParaRPr lang="en-US" sz="800"/>
          </a:p>
        </p:txBody>
      </p:sp>
    </p:spTree>
    <p:extLst>
      <p:ext uri="{BB962C8B-B14F-4D97-AF65-F5344CB8AC3E}">
        <p14:creationId xmlns:p14="http://schemas.microsoft.com/office/powerpoint/2010/main" val="261652778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42900" y="0"/>
            <a:ext cx="8458200" cy="1166998"/>
          </a:xfrm>
        </p:spPr>
        <p:txBody>
          <a:bodyPr>
            <a:noAutofit/>
          </a:bodyPr>
          <a:lstStyle/>
          <a:p>
            <a:pPr algn="ctr"/>
            <a:r>
              <a:rPr lang="en-US" altLang="en-US">
                <a:solidFill>
                  <a:srgbClr val="242852"/>
                </a:solidFill>
                <a:latin typeface="+mj-lt"/>
              </a:rPr>
              <a:t>Movement Caused by </a:t>
            </a:r>
            <a:br>
              <a:rPr lang="en-US" altLang="en-US">
                <a:solidFill>
                  <a:srgbClr val="242852"/>
                </a:solidFill>
                <a:latin typeface="+mj-lt"/>
              </a:rPr>
            </a:br>
            <a:r>
              <a:rPr lang="en-US" altLang="en-US">
                <a:solidFill>
                  <a:srgbClr val="242852"/>
                </a:solidFill>
                <a:latin typeface="+mj-lt"/>
              </a:rPr>
              <a:t>Internal Stimuli</a:t>
            </a:r>
            <a:endParaRPr lang="en-US">
              <a:latin typeface="+mj-lt"/>
            </a:endParaRPr>
          </a:p>
        </p:txBody>
      </p:sp>
      <p:sp>
        <p:nvSpPr>
          <p:cNvPr id="5" name="Content Placeholder 2"/>
          <p:cNvSpPr>
            <a:spLocks noGrp="1"/>
          </p:cNvSpPr>
          <p:nvPr>
            <p:ph idx="1"/>
          </p:nvPr>
        </p:nvSpPr>
        <p:spPr>
          <a:xfrm>
            <a:off x="457200" y="1295401"/>
            <a:ext cx="7691377" cy="1988590"/>
          </a:xfrm>
        </p:spPr>
        <p:txBody>
          <a:bodyPr>
            <a:normAutofit/>
          </a:bodyPr>
          <a:lstStyle/>
          <a:p>
            <a:pPr marL="0" lvl="0" indent="0">
              <a:lnSpc>
                <a:spcPct val="80000"/>
              </a:lnSpc>
              <a:spcBef>
                <a:spcPts val="0"/>
              </a:spcBef>
              <a:spcAft>
                <a:spcPts val="1500"/>
              </a:spcAft>
              <a:buNone/>
            </a:pPr>
            <a:r>
              <a:rPr lang="en-US" sz="2500" b="1">
                <a:solidFill>
                  <a:srgbClr val="D90000"/>
                </a:solidFill>
                <a:latin typeface="+mn-lt"/>
              </a:rPr>
              <a:t>Turgor movements </a:t>
            </a:r>
            <a:r>
              <a:rPr lang="en-US" sz="2500">
                <a:solidFill>
                  <a:prstClr val="black"/>
                </a:solidFill>
                <a:latin typeface="+mn-lt"/>
              </a:rPr>
              <a:t>also called </a:t>
            </a:r>
            <a:r>
              <a:rPr lang="en-US" sz="2500" b="1">
                <a:latin typeface="+mn-lt"/>
              </a:rPr>
              <a:t>nastic</a:t>
            </a:r>
            <a:r>
              <a:rPr lang="en-US" sz="2500">
                <a:solidFill>
                  <a:prstClr val="black"/>
                </a:solidFill>
                <a:latin typeface="+mn-lt"/>
              </a:rPr>
              <a:t> </a:t>
            </a:r>
            <a:r>
              <a:rPr lang="en-US" sz="2500" b="1">
                <a:solidFill>
                  <a:prstClr val="black"/>
                </a:solidFill>
                <a:latin typeface="+mn-lt"/>
              </a:rPr>
              <a:t>movements</a:t>
            </a:r>
            <a:r>
              <a:rPr lang="en-US" sz="2500">
                <a:solidFill>
                  <a:prstClr val="black"/>
                </a:solidFill>
                <a:latin typeface="+mn-lt"/>
              </a:rPr>
              <a:t>:</a:t>
            </a:r>
          </a:p>
          <a:p>
            <a:pPr marL="285750" lvl="1" indent="-285750">
              <a:lnSpc>
                <a:spcPct val="80000"/>
              </a:lnSpc>
              <a:spcBef>
                <a:spcPts val="0"/>
              </a:spcBef>
              <a:spcAft>
                <a:spcPts val="0"/>
              </a:spcAft>
              <a:buFont typeface="Arial" panose="020B0604020202020204" pitchFamily="34" charset="0"/>
              <a:buChar char="•"/>
            </a:pPr>
            <a:r>
              <a:rPr lang="en-US" sz="2200">
                <a:solidFill>
                  <a:prstClr val="black"/>
                </a:solidFill>
                <a:latin typeface="+mn-lt"/>
              </a:rPr>
              <a:t>Do not involve growth and</a:t>
            </a:r>
          </a:p>
          <a:p>
            <a:pPr marL="285750" lvl="1" indent="-285750">
              <a:lnSpc>
                <a:spcPct val="80000"/>
              </a:lnSpc>
              <a:spcBef>
                <a:spcPts val="1200"/>
              </a:spcBef>
              <a:spcAft>
                <a:spcPts val="0"/>
              </a:spcAft>
              <a:buFont typeface="Arial" panose="020B0604020202020204" pitchFamily="34" charset="0"/>
              <a:buChar char="•"/>
            </a:pPr>
            <a:r>
              <a:rPr lang="en-US" sz="2200">
                <a:solidFill>
                  <a:prstClr val="black"/>
                </a:solidFill>
                <a:latin typeface="+mn-lt"/>
              </a:rPr>
              <a:t>Are not dependent on the stimulus direction</a:t>
            </a:r>
          </a:p>
          <a:p>
            <a:pPr marL="285750" lvl="1" indent="-285750">
              <a:lnSpc>
                <a:spcPct val="80000"/>
              </a:lnSpc>
              <a:spcBef>
                <a:spcPts val="1200"/>
              </a:spcBef>
              <a:spcAft>
                <a:spcPts val="0"/>
              </a:spcAft>
              <a:buFont typeface="Arial" panose="020B0604020202020204" pitchFamily="34" charset="0"/>
              <a:buChar char="•"/>
            </a:pPr>
            <a:r>
              <a:rPr lang="en-US" sz="2200">
                <a:solidFill>
                  <a:prstClr val="black"/>
                </a:solidFill>
                <a:latin typeface="+mn-lt"/>
              </a:rPr>
              <a:t>Could be result of electrical impulses, hormone action, or changes in turgor pressure</a:t>
            </a:r>
          </a:p>
        </p:txBody>
      </p:sp>
      <p:sp>
        <p:nvSpPr>
          <p:cNvPr id="6" name="Content Placeholder 3"/>
          <p:cNvSpPr>
            <a:spLocks noGrp="1"/>
          </p:cNvSpPr>
          <p:nvPr>
            <p:ph sz="quarter" idx="14"/>
          </p:nvPr>
        </p:nvSpPr>
        <p:spPr>
          <a:xfrm>
            <a:off x="449232" y="3354330"/>
            <a:ext cx="7939987" cy="1608182"/>
          </a:xfrm>
        </p:spPr>
        <p:txBody>
          <a:bodyPr>
            <a:normAutofit/>
          </a:bodyPr>
          <a:lstStyle/>
          <a:p>
            <a:pPr marL="0" lvl="0" indent="0">
              <a:lnSpc>
                <a:spcPct val="80000"/>
              </a:lnSpc>
              <a:spcBef>
                <a:spcPts val="0"/>
              </a:spcBef>
              <a:spcAft>
                <a:spcPts val="1500"/>
              </a:spcAft>
              <a:buNone/>
            </a:pPr>
            <a:r>
              <a:rPr lang="en-US" sz="2500">
                <a:latin typeface="+mn-lt"/>
              </a:rPr>
              <a:t>Turgor movements </a:t>
            </a:r>
            <a:r>
              <a:rPr lang="en-US" sz="2500">
                <a:solidFill>
                  <a:prstClr val="black"/>
                </a:solidFill>
                <a:latin typeface="+mn-lt"/>
              </a:rPr>
              <a:t>result from touch, shaking, or thermal stimulation. Examples:</a:t>
            </a:r>
          </a:p>
          <a:p>
            <a:pPr marL="323850" lvl="1" indent="-381000">
              <a:lnSpc>
                <a:spcPct val="80000"/>
              </a:lnSpc>
              <a:spcBef>
                <a:spcPts val="0"/>
              </a:spcBef>
              <a:spcAft>
                <a:spcPts val="0"/>
              </a:spcAft>
              <a:buFont typeface="Arial" panose="020B0604020202020204" pitchFamily="34" charset="0"/>
              <a:buChar char="•"/>
              <a:tabLst>
                <a:tab pos="0" algn="l"/>
              </a:tabLst>
            </a:pPr>
            <a:r>
              <a:rPr lang="en-US" sz="2200" i="1">
                <a:solidFill>
                  <a:prstClr val="black"/>
                </a:solidFill>
                <a:latin typeface="+mn-lt"/>
              </a:rPr>
              <a:t>Mimosa </a:t>
            </a:r>
            <a:r>
              <a:rPr lang="en-US" sz="2200" i="1" err="1">
                <a:solidFill>
                  <a:prstClr val="black"/>
                </a:solidFill>
                <a:latin typeface="+mn-lt"/>
              </a:rPr>
              <a:t>pudica</a:t>
            </a:r>
            <a:endParaRPr lang="en-US" sz="2200" i="1">
              <a:solidFill>
                <a:prstClr val="black"/>
              </a:solidFill>
              <a:latin typeface="+mn-lt"/>
            </a:endParaRPr>
          </a:p>
          <a:p>
            <a:pPr marL="323850" lvl="1" indent="-381000">
              <a:lnSpc>
                <a:spcPct val="80000"/>
              </a:lnSpc>
              <a:spcBef>
                <a:spcPts val="1200"/>
              </a:spcBef>
              <a:spcAft>
                <a:spcPts val="0"/>
              </a:spcAft>
              <a:buFont typeface="Arial" panose="020B0604020202020204" pitchFamily="34" charset="0"/>
              <a:buChar char="•"/>
              <a:tabLst>
                <a:tab pos="0" algn="l"/>
              </a:tabLst>
            </a:pPr>
            <a:r>
              <a:rPr lang="en-US" sz="2200">
                <a:solidFill>
                  <a:prstClr val="black"/>
                </a:solidFill>
                <a:latin typeface="+mn-lt"/>
              </a:rPr>
              <a:t>Venus flytrap</a:t>
            </a:r>
          </a:p>
        </p:txBody>
      </p:sp>
      <p:sp>
        <p:nvSpPr>
          <p:cNvPr id="7" name="Content Placeholder 4"/>
          <p:cNvSpPr>
            <a:spLocks noGrp="1"/>
          </p:cNvSpPr>
          <p:nvPr>
            <p:ph sz="quarter" idx="16"/>
          </p:nvPr>
        </p:nvSpPr>
        <p:spPr>
          <a:xfrm>
            <a:off x="457200" y="5015267"/>
            <a:ext cx="8229600" cy="1364249"/>
          </a:xfrm>
        </p:spPr>
        <p:txBody>
          <a:bodyPr/>
          <a:lstStyle/>
          <a:p>
            <a:pPr marL="0" lvl="0" indent="0">
              <a:lnSpc>
                <a:spcPct val="80000"/>
              </a:lnSpc>
              <a:spcBef>
                <a:spcPts val="0"/>
              </a:spcBef>
              <a:spcAft>
                <a:spcPts val="1500"/>
              </a:spcAft>
              <a:buNone/>
            </a:pPr>
            <a:r>
              <a:rPr lang="en-US" sz="2500">
                <a:solidFill>
                  <a:prstClr val="black"/>
                </a:solidFill>
                <a:latin typeface="+mn-lt"/>
              </a:rPr>
              <a:t>Sleep movements:</a:t>
            </a:r>
          </a:p>
          <a:p>
            <a:pPr marL="0" lvl="1" indent="0">
              <a:lnSpc>
                <a:spcPct val="80000"/>
              </a:lnSpc>
              <a:spcBef>
                <a:spcPts val="0"/>
              </a:spcBef>
              <a:spcAft>
                <a:spcPts val="0"/>
              </a:spcAft>
              <a:buNone/>
            </a:pPr>
            <a:r>
              <a:rPr lang="en-US" sz="2200">
                <a:solidFill>
                  <a:prstClr val="black"/>
                </a:solidFill>
                <a:latin typeface="+mn-lt"/>
              </a:rPr>
              <a:t>Occur daily in response to light and dark changes</a:t>
            </a:r>
          </a:p>
          <a:p>
            <a:pPr marL="358775" lvl="2" indent="-358775">
              <a:lnSpc>
                <a:spcPct val="80000"/>
              </a:lnSpc>
              <a:spcBef>
                <a:spcPts val="1200"/>
              </a:spcBef>
            </a:pPr>
            <a:r>
              <a:rPr lang="en-US" sz="1900">
                <a:latin typeface="+mn-lt"/>
              </a:rPr>
              <a:t>Circadian rhythm and effects of photosensitive pigments</a:t>
            </a:r>
          </a:p>
        </p:txBody>
      </p:sp>
      <p:sp>
        <p:nvSpPr>
          <p:cNvPr id="8" name="Slide Number Placeholder 5">
            <a:extLst>
              <a:ext uri="{FF2B5EF4-FFF2-40B4-BE49-F238E27FC236}">
                <a16:creationId xmlns:a16="http://schemas.microsoft.com/office/drawing/2014/main" id="{AEC32156-C3D4-45FC-9AA6-452EF09BCED2}"/>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33</a:t>
            </a:fld>
            <a:endParaRPr lang="en-US" sz="800"/>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0"/>
            <a:ext cx="8458200" cy="822057"/>
          </a:xfrm>
        </p:spPr>
        <p:txBody>
          <a:bodyPr>
            <a:normAutofit/>
          </a:bodyPr>
          <a:lstStyle/>
          <a:p>
            <a:pPr algn="ctr"/>
            <a:r>
              <a:rPr lang="en-US" altLang="en-US">
                <a:solidFill>
                  <a:srgbClr val="002060"/>
                </a:solidFill>
                <a:latin typeface="+mj-lt"/>
              </a:rPr>
              <a:t>Plant Cell Exhibits Turgor</a:t>
            </a:r>
            <a:endParaRPr lang="en-US">
              <a:solidFill>
                <a:srgbClr val="002060"/>
              </a:solidFill>
              <a:latin typeface="+mj-lt"/>
            </a:endParaRPr>
          </a:p>
        </p:txBody>
      </p:sp>
      <p:pic>
        <p:nvPicPr>
          <p:cNvPr id="6" name="Picture 2" descr="When a cell fills with water,   it is turgid. When water leaves the cell, the cell is limp."/>
          <p:cNvPicPr>
            <a:picLocks noChangeAspect="1"/>
          </p:cNvPicPr>
          <p:nvPr/>
        </p:nvPicPr>
        <p:blipFill rotWithShape="1">
          <a:blip r:embed="rId3" cstate="print">
            <a:extLst>
              <a:ext uri="{28A0092B-C50C-407E-A947-70E740481C1C}">
                <a14:useLocalDpi xmlns:a14="http://schemas.microsoft.com/office/drawing/2010/main" val="0"/>
              </a:ext>
            </a:extLst>
          </a:blip>
          <a:srcRect t="7846" b="6334"/>
          <a:stretch/>
        </p:blipFill>
        <p:spPr>
          <a:xfrm>
            <a:off x="1377906" y="1759352"/>
            <a:ext cx="6750705" cy="3770591"/>
          </a:xfrm>
          <a:prstGeom prst="rect">
            <a:avLst/>
          </a:prstGeom>
        </p:spPr>
      </p:pic>
      <p:sp>
        <p:nvSpPr>
          <p:cNvPr id="7" name="Content Placeholder 3"/>
          <p:cNvSpPr>
            <a:spLocks noGrp="1"/>
          </p:cNvSpPr>
          <p:nvPr>
            <p:ph sz="quarter" idx="18"/>
          </p:nvPr>
        </p:nvSpPr>
        <p:spPr>
          <a:xfrm>
            <a:off x="2491986" y="5517475"/>
            <a:ext cx="1409345" cy="305014"/>
          </a:xfrm>
        </p:spPr>
        <p:txBody>
          <a:bodyPr>
            <a:normAutofit fontScale="92500" lnSpcReduction="20000"/>
          </a:bodyPr>
          <a:lstStyle/>
          <a:p>
            <a:pPr marL="0" lvl="0" indent="0">
              <a:buNone/>
            </a:pPr>
            <a:r>
              <a:rPr lang="en-US" sz="1700">
                <a:latin typeface="+mn-lt"/>
              </a:rPr>
              <a:t>Cell is turgid</a:t>
            </a:r>
          </a:p>
        </p:txBody>
      </p:sp>
      <p:sp>
        <p:nvSpPr>
          <p:cNvPr id="8" name="Content Placeholder 4"/>
          <p:cNvSpPr>
            <a:spLocks noGrp="1"/>
          </p:cNvSpPr>
          <p:nvPr>
            <p:ph sz="quarter" idx="19"/>
          </p:nvPr>
        </p:nvSpPr>
        <p:spPr>
          <a:xfrm>
            <a:off x="5616733" y="5501277"/>
            <a:ext cx="1466535" cy="298402"/>
          </a:xfrm>
        </p:spPr>
        <p:txBody>
          <a:bodyPr>
            <a:normAutofit fontScale="92500" lnSpcReduction="20000"/>
          </a:bodyPr>
          <a:lstStyle/>
          <a:p>
            <a:pPr marL="0" lvl="0" indent="0">
              <a:buNone/>
            </a:pPr>
            <a:r>
              <a:rPr lang="en-US" sz="1700">
                <a:latin typeface="+mn-lt"/>
              </a:rPr>
              <a:t>Cell is limp</a:t>
            </a:r>
          </a:p>
        </p:txBody>
      </p:sp>
      <p:sp>
        <p:nvSpPr>
          <p:cNvPr id="9" name="Slide Number Placeholder 5">
            <a:extLst>
              <a:ext uri="{FF2B5EF4-FFF2-40B4-BE49-F238E27FC236}">
                <a16:creationId xmlns:a16="http://schemas.microsoft.com/office/drawing/2014/main" id="{46D45829-7FCA-4493-A947-3304138D9D22}"/>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34</a:t>
            </a:fld>
            <a:endParaRPr lang="en-US" sz="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0" y="-32272"/>
            <a:ext cx="9144000" cy="948213"/>
          </a:xfrm>
        </p:spPr>
        <p:txBody>
          <a:bodyPr>
            <a:normAutofit/>
          </a:bodyPr>
          <a:lstStyle/>
          <a:p>
            <a:pPr algn="ctr"/>
            <a:r>
              <a:rPr lang="en-US" altLang="en-US">
                <a:solidFill>
                  <a:srgbClr val="242852"/>
                </a:solidFill>
                <a:latin typeface="+mj-lt"/>
              </a:rPr>
              <a:t>Turgor Movement</a:t>
            </a:r>
            <a:endParaRPr lang="en-US">
              <a:latin typeface="+mj-lt"/>
            </a:endParaRPr>
          </a:p>
        </p:txBody>
      </p:sp>
      <p:pic>
        <p:nvPicPr>
          <p:cNvPr id="4" name="Picture 2" descr="The leaflets of the sensitive plant Mimosa pudica collapse within one second when touched due to loss of turgor pressure in leaf petiole cells."/>
          <p:cNvPicPr>
            <a:picLocks noChangeAspect="1"/>
          </p:cNvPicPr>
          <p:nvPr/>
        </p:nvPicPr>
        <p:blipFill rotWithShape="1">
          <a:blip r:embed="rId3" cstate="print">
            <a:extLst>
              <a:ext uri="{28A0092B-C50C-407E-A947-70E740481C1C}">
                <a14:useLocalDpi xmlns:a14="http://schemas.microsoft.com/office/drawing/2010/main" val="0"/>
              </a:ext>
            </a:extLst>
          </a:blip>
          <a:srcRect t="6768" b="2583"/>
          <a:stretch/>
        </p:blipFill>
        <p:spPr>
          <a:xfrm>
            <a:off x="677361" y="1546920"/>
            <a:ext cx="7156704" cy="3764160"/>
          </a:xfrm>
          <a:prstGeom prst="rect">
            <a:avLst/>
          </a:prstGeom>
        </p:spPr>
      </p:pic>
      <p:sp>
        <p:nvSpPr>
          <p:cNvPr id="7" name="Content Placeholder 3"/>
          <p:cNvSpPr>
            <a:spLocks noGrp="1"/>
          </p:cNvSpPr>
          <p:nvPr>
            <p:ph type="body" sz="quarter" idx="19"/>
          </p:nvPr>
        </p:nvSpPr>
        <p:spPr>
          <a:xfrm>
            <a:off x="3853171" y="5784083"/>
            <a:ext cx="1437658" cy="315951"/>
          </a:xfrm>
        </p:spPr>
        <p:txBody>
          <a:bodyPr>
            <a:normAutofit/>
          </a:bodyPr>
          <a:lstStyle/>
          <a:p>
            <a:pPr algn="ctr"/>
            <a:r>
              <a:rPr lang="en-US" sz="1200">
                <a:solidFill>
                  <a:schemeClr val="tx1"/>
                </a:solidFill>
              </a:rPr>
              <a:t>Figure </a:t>
            </a:r>
            <a:r>
              <a:rPr lang="en-US" sz="1200"/>
              <a:t>26</a:t>
            </a:r>
            <a:r>
              <a:rPr lang="en-US" sz="1200">
                <a:solidFill>
                  <a:schemeClr val="tx1"/>
                </a:solidFill>
              </a:rPr>
              <a:t>.14</a:t>
            </a:r>
          </a:p>
        </p:txBody>
      </p:sp>
      <p:sp>
        <p:nvSpPr>
          <p:cNvPr id="2" name="Text Placeholder 4">
            <a:extLst>
              <a:ext uri="{FF2B5EF4-FFF2-40B4-BE49-F238E27FC236}">
                <a16:creationId xmlns:a16="http://schemas.microsoft.com/office/drawing/2014/main" id="{93835716-92D0-4D82-8EF6-ACB7C7A46245}"/>
              </a:ext>
            </a:extLst>
          </p:cNvPr>
          <p:cNvSpPr>
            <a:spLocks noGrp="1"/>
          </p:cNvSpPr>
          <p:nvPr>
            <p:ph type="body" sz="quarter" idx="20"/>
          </p:nvPr>
        </p:nvSpPr>
        <p:spPr>
          <a:xfrm>
            <a:off x="6240677" y="6507919"/>
            <a:ext cx="2225962" cy="219166"/>
          </a:xfrm>
        </p:spPr>
        <p:txBody>
          <a:bodyPr>
            <a:normAutofit/>
          </a:bodyPr>
          <a:lstStyle/>
          <a:p>
            <a:pPr lvl="0" algn="r"/>
            <a:r>
              <a:rPr lang="en-US" sz="800"/>
              <a:t>(both photos): John </a:t>
            </a:r>
            <a:r>
              <a:rPr lang="en-US" sz="800" err="1"/>
              <a:t>Kaprielian</a:t>
            </a:r>
            <a:r>
              <a:rPr lang="en-US" sz="800"/>
              <a:t>/Science</a:t>
            </a:r>
          </a:p>
        </p:txBody>
      </p:sp>
      <p:sp>
        <p:nvSpPr>
          <p:cNvPr id="8" name="Slide Number Placeholder 5">
            <a:extLst>
              <a:ext uri="{FF2B5EF4-FFF2-40B4-BE49-F238E27FC236}">
                <a16:creationId xmlns:a16="http://schemas.microsoft.com/office/drawing/2014/main" id="{89544F52-8F0D-4408-839D-E3EB8BB3FEBC}"/>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35</a:t>
            </a:fld>
            <a:endParaRPr lang="en-US" sz="800"/>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457200" y="0"/>
            <a:ext cx="8229600" cy="1367556"/>
          </a:xfrm>
        </p:spPr>
        <p:txBody>
          <a:bodyPr>
            <a:normAutofit/>
          </a:bodyPr>
          <a:lstStyle/>
          <a:p>
            <a:pPr algn="ctr"/>
            <a:r>
              <a:rPr lang="en-US" altLang="en-US">
                <a:solidFill>
                  <a:srgbClr val="242852"/>
                </a:solidFill>
                <a:latin typeface="+mj-lt"/>
              </a:rPr>
              <a:t>26.3 Plant Responses to </a:t>
            </a:r>
            <a:r>
              <a:rPr lang="en-US" altLang="en-US" err="1">
                <a:solidFill>
                  <a:srgbClr val="242852"/>
                </a:solidFill>
                <a:latin typeface="+mj-lt"/>
              </a:rPr>
              <a:t>Phytochrome</a:t>
            </a:r>
            <a:endParaRPr lang="en-US">
              <a:latin typeface="+mj-lt"/>
            </a:endParaRPr>
          </a:p>
        </p:txBody>
      </p:sp>
      <p:sp>
        <p:nvSpPr>
          <p:cNvPr id="5" name="Content Placeholder 2"/>
          <p:cNvSpPr>
            <a:spLocks noGrp="1"/>
          </p:cNvSpPr>
          <p:nvPr>
            <p:ph idx="1"/>
          </p:nvPr>
        </p:nvSpPr>
        <p:spPr>
          <a:xfrm>
            <a:off x="457200" y="1667934"/>
            <a:ext cx="7649570" cy="3822510"/>
          </a:xfrm>
        </p:spPr>
        <p:txBody>
          <a:bodyPr>
            <a:normAutofit lnSpcReduction="10000"/>
          </a:bodyPr>
          <a:lstStyle/>
          <a:p>
            <a:pPr marL="0" lvl="0" indent="0">
              <a:spcBef>
                <a:spcPts val="0"/>
              </a:spcBef>
              <a:spcAft>
                <a:spcPts val="600"/>
              </a:spcAft>
              <a:buNone/>
            </a:pPr>
            <a:r>
              <a:rPr lang="en-US" sz="3200" b="1">
                <a:solidFill>
                  <a:srgbClr val="D90000"/>
                </a:solidFill>
                <a:latin typeface="+mn-lt"/>
              </a:rPr>
              <a:t>Photoperiodism</a:t>
            </a:r>
            <a:r>
              <a:rPr lang="en-US" sz="3200">
                <a:solidFill>
                  <a:prstClr val="black"/>
                </a:solidFill>
                <a:latin typeface="+mn-lt"/>
              </a:rPr>
              <a:t>: Any physiological response prompted by changes in day or night length</a:t>
            </a:r>
          </a:p>
          <a:p>
            <a:pPr marL="285750" lvl="1" indent="-285750">
              <a:buFont typeface="Arial" panose="020B0604020202020204" pitchFamily="34" charset="0"/>
              <a:buChar char="•"/>
            </a:pPr>
            <a:r>
              <a:rPr lang="en-US" sz="2800">
                <a:solidFill>
                  <a:prstClr val="black"/>
                </a:solidFill>
                <a:latin typeface="+mn-lt"/>
              </a:rPr>
              <a:t>Influences flowering in some plants</a:t>
            </a:r>
          </a:p>
          <a:p>
            <a:pPr marL="285750" lvl="1" indent="-285750">
              <a:buFont typeface="Arial" panose="020B0604020202020204" pitchFamily="34" charset="0"/>
              <a:buChar char="•"/>
            </a:pPr>
            <a:r>
              <a:rPr lang="en-US" sz="2800">
                <a:solidFill>
                  <a:prstClr val="black"/>
                </a:solidFill>
                <a:latin typeface="+mn-lt"/>
              </a:rPr>
              <a:t>Requires participation of a biological clock and a plant photoreceptor called </a:t>
            </a:r>
            <a:r>
              <a:rPr lang="en-US" sz="2800" err="1">
                <a:latin typeface="+mn-lt"/>
              </a:rPr>
              <a:t>phytochrome</a:t>
            </a:r>
            <a:endParaRPr lang="en-US" sz="2800">
              <a:latin typeface="+mn-lt"/>
            </a:endParaRPr>
          </a:p>
        </p:txBody>
      </p:sp>
      <p:sp>
        <p:nvSpPr>
          <p:cNvPr id="4" name="Slide Number Placeholder 3">
            <a:extLst>
              <a:ext uri="{FF2B5EF4-FFF2-40B4-BE49-F238E27FC236}">
                <a16:creationId xmlns:a16="http://schemas.microsoft.com/office/drawing/2014/main" id="{11D208A5-F9AB-45EC-871E-10C586CBC6CD}"/>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36</a:t>
            </a:fld>
            <a:endParaRPr lang="en-US" sz="800"/>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2017033" y="0"/>
            <a:ext cx="5109935" cy="1111170"/>
          </a:xfrm>
        </p:spPr>
        <p:txBody>
          <a:bodyPr/>
          <a:lstStyle/>
          <a:p>
            <a:pPr algn="ctr"/>
            <a:r>
              <a:rPr lang="en-US" altLang="en-US">
                <a:solidFill>
                  <a:srgbClr val="242852"/>
                </a:solidFill>
                <a:latin typeface="+mj-lt"/>
              </a:rPr>
              <a:t>Phytochrome</a:t>
            </a:r>
            <a:endParaRPr lang="en-US">
              <a:latin typeface="+mj-lt"/>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199" y="1334910"/>
                <a:ext cx="7924799" cy="3462867"/>
              </a:xfrm>
            </p:spPr>
            <p:txBody>
              <a:bodyPr/>
              <a:lstStyle/>
              <a:p>
                <a:pPr marL="0" lvl="0" indent="0">
                  <a:spcBef>
                    <a:spcPts val="0"/>
                  </a:spcBef>
                  <a:spcAft>
                    <a:spcPts val="2000"/>
                  </a:spcAft>
                  <a:buNone/>
                </a:pPr>
                <a:r>
                  <a:rPr lang="en-US" altLang="en-US" sz="3000" b="1">
                    <a:solidFill>
                      <a:srgbClr val="D90000"/>
                    </a:solidFill>
                    <a:latin typeface="+mn-lt"/>
                  </a:rPr>
                  <a:t>Phytochrome</a:t>
                </a:r>
                <a:r>
                  <a:rPr lang="en-US" altLang="en-US" sz="3000">
                    <a:solidFill>
                      <a:prstClr val="black"/>
                    </a:solidFill>
                    <a:latin typeface="+mn-lt"/>
                  </a:rPr>
                  <a:t> is a blue-green leaf pigment that alternately exists in two forms.</a:t>
                </a:r>
              </a:p>
              <a:p>
                <a:pPr marL="285750" lvl="1" indent="-285750">
                  <a:spcBef>
                    <a:spcPts val="0"/>
                  </a:spcBef>
                  <a:spcAft>
                    <a:spcPts val="0"/>
                  </a:spcAft>
                  <a:buFont typeface="Arial" panose="020B0604020202020204" pitchFamily="34" charset="0"/>
                  <a:buChar char="•"/>
                </a:pPr>
                <a:r>
                  <a:rPr lang="en-US" altLang="en-US" sz="2400">
                    <a:solidFill>
                      <a:prstClr val="black"/>
                    </a:solidFill>
                    <a:latin typeface="+mn-lt"/>
                  </a:rPr>
                  <a:t>Phytochrome red </a:t>
                </a:r>
                <a14:m>
                  <m:oMath xmlns:m="http://schemas.openxmlformats.org/officeDocument/2006/math">
                    <m:d>
                      <m:dPr>
                        <m:ctrlPr>
                          <a:rPr lang="en-US" altLang="en-US" sz="2400" i="1">
                            <a:solidFill>
                              <a:prstClr val="black"/>
                            </a:solidFill>
                            <a:latin typeface="Cambria Math" panose="02040503050406030204" pitchFamily="18" charset="0"/>
                          </a:rPr>
                        </m:ctrlPr>
                      </m:dPr>
                      <m:e>
                        <m:sSub>
                          <m:sSubPr>
                            <m:ctrlPr>
                              <a:rPr lang="en-US" altLang="en-US" sz="2400" i="1">
                                <a:solidFill>
                                  <a:prstClr val="black"/>
                                </a:solidFill>
                                <a:latin typeface="Cambria Math" panose="02040503050406030204" pitchFamily="18" charset="0"/>
                              </a:rPr>
                            </m:ctrlPr>
                          </m:sSubPr>
                          <m:e>
                            <m:r>
                              <m:rPr>
                                <m:sty m:val="p"/>
                              </m:rPr>
                              <a:rPr lang="en-US" altLang="en-US" sz="2400">
                                <a:solidFill>
                                  <a:prstClr val="black"/>
                                </a:solidFill>
                                <a:latin typeface="Cambria Math" panose="02040503050406030204" pitchFamily="18" charset="0"/>
                              </a:rPr>
                              <m:t>P</m:t>
                            </m:r>
                          </m:e>
                          <m:sub>
                            <m:r>
                              <m:rPr>
                                <m:sty m:val="p"/>
                              </m:rPr>
                              <a:rPr lang="en-US" altLang="en-US" sz="2400">
                                <a:solidFill>
                                  <a:prstClr val="black"/>
                                </a:solidFill>
                                <a:latin typeface="Cambria Math" panose="02040503050406030204" pitchFamily="18" charset="0"/>
                              </a:rPr>
                              <m:t>r</m:t>
                            </m:r>
                          </m:sub>
                        </m:sSub>
                      </m:e>
                    </m:d>
                  </m:oMath>
                </a14:m>
                <a:r>
                  <a:rPr lang="en-US" altLang="en-US" sz="2400">
                    <a:solidFill>
                      <a:prstClr val="black"/>
                    </a:solidFill>
                    <a:latin typeface="+mn-lt"/>
                  </a:rPr>
                  <a:t> absorbs red light and converted into </a:t>
                </a:r>
                <a:r>
                  <a:rPr lang="en-US" altLang="en-US" sz="2400" err="1">
                    <a:solidFill>
                      <a:prstClr val="black"/>
                    </a:solidFill>
                    <a:latin typeface="+mn-lt"/>
                  </a:rPr>
                  <a:t>P</a:t>
                </a:r>
                <a:r>
                  <a:rPr lang="en-US" altLang="en-US" sz="2400" baseline="-25000" err="1">
                    <a:solidFill>
                      <a:prstClr val="black"/>
                    </a:solidFill>
                    <a:latin typeface="+mn-lt"/>
                  </a:rPr>
                  <a:t>fr</a:t>
                </a:r>
                <a:r>
                  <a:rPr lang="en-US" altLang="en-US" sz="2400">
                    <a:solidFill>
                      <a:prstClr val="black"/>
                    </a:solidFill>
                    <a:latin typeface="+mn-lt"/>
                  </a:rPr>
                  <a:t> in daytime</a:t>
                </a:r>
              </a:p>
              <a:p>
                <a:pPr marL="285750" lvl="1" indent="-285750">
                  <a:spcAft>
                    <a:spcPts val="0"/>
                  </a:spcAft>
                  <a:buFont typeface="Arial" panose="020B0604020202020204" pitchFamily="34" charset="0"/>
                  <a:buChar char="•"/>
                </a:pPr>
                <a:r>
                  <a:rPr lang="en-US" altLang="en-US" sz="2400">
                    <a:solidFill>
                      <a:prstClr val="black"/>
                    </a:solidFill>
                    <a:latin typeface="+mn-lt"/>
                  </a:rPr>
                  <a:t>Phytochrome far-red </a:t>
                </a:r>
                <a14:m>
                  <m:oMath xmlns:m="http://schemas.openxmlformats.org/officeDocument/2006/math">
                    <m:d>
                      <m:dPr>
                        <m:ctrlPr>
                          <a:rPr lang="en-US" altLang="en-US" sz="2400" i="1">
                            <a:solidFill>
                              <a:prstClr val="black"/>
                            </a:solidFill>
                            <a:latin typeface="Cambria Math" panose="02040503050406030204" pitchFamily="18" charset="0"/>
                          </a:rPr>
                        </m:ctrlPr>
                      </m:dPr>
                      <m:e>
                        <m:sSub>
                          <m:sSubPr>
                            <m:ctrlPr>
                              <a:rPr lang="en-US" altLang="en-US" sz="2400" i="1">
                                <a:solidFill>
                                  <a:prstClr val="black"/>
                                </a:solidFill>
                                <a:latin typeface="Cambria Math" panose="02040503050406030204" pitchFamily="18" charset="0"/>
                              </a:rPr>
                            </m:ctrlPr>
                          </m:sSubPr>
                          <m:e>
                            <m:r>
                              <m:rPr>
                                <m:sty m:val="p"/>
                              </m:rPr>
                              <a:rPr lang="en-US" altLang="en-US" sz="2400">
                                <a:solidFill>
                                  <a:prstClr val="black"/>
                                </a:solidFill>
                                <a:latin typeface="Cambria Math" panose="02040503050406030204" pitchFamily="18" charset="0"/>
                              </a:rPr>
                              <m:t>P</m:t>
                            </m:r>
                          </m:e>
                          <m:sub>
                            <m:r>
                              <m:rPr>
                                <m:sty m:val="p"/>
                              </m:rPr>
                              <a:rPr lang="en-US" altLang="en-US" sz="2400">
                                <a:solidFill>
                                  <a:prstClr val="black"/>
                                </a:solidFill>
                                <a:latin typeface="Cambria Math" panose="02040503050406030204" pitchFamily="18" charset="0"/>
                              </a:rPr>
                              <m:t>fr</m:t>
                            </m:r>
                          </m:sub>
                        </m:sSub>
                      </m:e>
                    </m:d>
                  </m:oMath>
                </a14:m>
                <a:r>
                  <a:rPr lang="en-US" altLang="en-US" sz="2400">
                    <a:solidFill>
                      <a:prstClr val="black"/>
                    </a:solidFill>
                    <a:latin typeface="+mn-lt"/>
                  </a:rPr>
                  <a:t> absorbs far-red light and converted into </a:t>
                </a:r>
                <a:r>
                  <a:rPr lang="en-US" altLang="en-US" sz="2400" err="1">
                    <a:solidFill>
                      <a:prstClr val="black"/>
                    </a:solidFill>
                    <a:latin typeface="+mn-lt"/>
                  </a:rPr>
                  <a:t>P</a:t>
                </a:r>
                <a:r>
                  <a:rPr lang="en-US" altLang="en-US" sz="2400" baseline="-25000" err="1">
                    <a:solidFill>
                      <a:prstClr val="black"/>
                    </a:solidFill>
                    <a:latin typeface="+mn-lt"/>
                  </a:rPr>
                  <a:t>r</a:t>
                </a:r>
                <a:r>
                  <a:rPr lang="en-US" altLang="en-US" sz="2400">
                    <a:solidFill>
                      <a:prstClr val="black"/>
                    </a:solidFill>
                    <a:latin typeface="+mn-lt"/>
                  </a:rPr>
                  <a:t> in evening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199" y="1334910"/>
                <a:ext cx="7924799" cy="3462867"/>
              </a:xfrm>
              <a:blipFill>
                <a:blip r:embed="rId3"/>
                <a:stretch>
                  <a:fillRect l="-1769" t="-2289"/>
                </a:stretch>
              </a:blipFill>
            </p:spPr>
            <p:txBody>
              <a:bodyPr/>
              <a:lstStyle/>
              <a:p>
                <a:r>
                  <a:rPr lang="en-IN">
                    <a:noFill/>
                  </a:rPr>
                  <a:t> </a:t>
                </a:r>
              </a:p>
            </p:txBody>
          </p:sp>
        </mc:Fallback>
      </mc:AlternateContent>
      <p:sp>
        <p:nvSpPr>
          <p:cNvPr id="6" name="Content Placeholder 3"/>
          <p:cNvSpPr>
            <a:spLocks noGrp="1"/>
          </p:cNvSpPr>
          <p:nvPr>
            <p:ph sz="quarter" idx="17"/>
          </p:nvPr>
        </p:nvSpPr>
        <p:spPr>
          <a:xfrm>
            <a:off x="457200" y="4247994"/>
            <a:ext cx="7924799" cy="2265528"/>
          </a:xfrm>
        </p:spPr>
        <p:txBody>
          <a:bodyPr/>
          <a:lstStyle/>
          <a:p>
            <a:pPr marL="0" lvl="0" indent="0">
              <a:spcBef>
                <a:spcPts val="0"/>
              </a:spcBef>
              <a:spcAft>
                <a:spcPts val="2000"/>
              </a:spcAft>
              <a:buNone/>
            </a:pPr>
            <a:r>
              <a:rPr lang="en-US" altLang="en-US" sz="3000">
                <a:solidFill>
                  <a:prstClr val="black"/>
                </a:solidFill>
                <a:latin typeface="+mn-lt"/>
              </a:rPr>
              <a:t>Conversion of forms allows a plant to detect photoperiod changes.</a:t>
            </a:r>
          </a:p>
          <a:p>
            <a:pPr marL="0" lvl="0" indent="0">
              <a:spcBef>
                <a:spcPts val="0"/>
              </a:spcBef>
              <a:spcAft>
                <a:spcPts val="2000"/>
              </a:spcAft>
              <a:buNone/>
            </a:pPr>
            <a:r>
              <a:rPr lang="en-US" altLang="en-US" sz="3000">
                <a:solidFill>
                  <a:prstClr val="black"/>
                </a:solidFill>
                <a:latin typeface="+mn-lt"/>
              </a:rPr>
              <a:t>Also promotes seed germination and flowering and inhibits shoot elongation</a:t>
            </a:r>
          </a:p>
        </p:txBody>
      </p:sp>
      <p:sp>
        <p:nvSpPr>
          <p:cNvPr id="7" name="Slide Number Placeholder 4">
            <a:extLst>
              <a:ext uri="{FF2B5EF4-FFF2-40B4-BE49-F238E27FC236}">
                <a16:creationId xmlns:a16="http://schemas.microsoft.com/office/drawing/2014/main" id="{EA37E89F-47B1-438C-8BE4-CEFB9D44860B}"/>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37</a:t>
            </a:fld>
            <a:endParaRPr lang="en-US" sz="800"/>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a:xfrm>
            <a:off x="342900" y="0"/>
            <a:ext cx="8458200" cy="1088020"/>
          </a:xfrm>
        </p:spPr>
        <p:txBody>
          <a:bodyPr/>
          <a:lstStyle/>
          <a:p>
            <a:r>
              <a:rPr lang="en-US" altLang="en-US">
                <a:solidFill>
                  <a:srgbClr val="002060"/>
                </a:solidFill>
                <a:latin typeface="+mj-lt"/>
              </a:rPr>
              <a:t>Inactive and Active Phytochrome</a:t>
            </a:r>
          </a:p>
        </p:txBody>
      </p:sp>
      <mc:AlternateContent xmlns:mc="http://schemas.openxmlformats.org/markup-compatibility/2006" xmlns:a14="http://schemas.microsoft.com/office/drawing/2010/main">
        <mc:Choice Requires="a14">
          <p:sp>
            <p:nvSpPr>
              <p:cNvPr id="2" name="Content Placeholder 2">
                <a:extLst>
                  <a:ext uri="{FF2B5EF4-FFF2-40B4-BE49-F238E27FC236}">
                    <a16:creationId xmlns:a16="http://schemas.microsoft.com/office/drawing/2014/main" id="{6FBDACF9-160A-4849-A469-A3032E9A97FD}"/>
                  </a:ext>
                </a:extLst>
              </p:cNvPr>
              <p:cNvSpPr>
                <a:spLocks noGrp="1"/>
              </p:cNvSpPr>
              <p:nvPr>
                <p:ph idx="1"/>
              </p:nvPr>
            </p:nvSpPr>
            <p:spPr>
              <a:xfrm>
                <a:off x="457200" y="1537948"/>
                <a:ext cx="7948863" cy="4064199"/>
              </a:xfrm>
            </p:spPr>
            <p:txBody>
              <a:bodyPr>
                <a:noAutofit/>
              </a:bodyPr>
              <a:lstStyle/>
              <a:p>
                <a:pPr marL="0" indent="0">
                  <a:spcBef>
                    <a:spcPts val="0"/>
                  </a:spcBef>
                  <a:spcAft>
                    <a:spcPts val="1500"/>
                  </a:spcAft>
                  <a:buNone/>
                </a:pPr>
                <a:r>
                  <a:rPr lang="en-US" sz="2800">
                    <a:latin typeface="+mn-lt"/>
                  </a:rPr>
                  <a:t>The inactive form of </a:t>
                </a:r>
                <a:r>
                  <a:rPr lang="en-US" sz="2800" err="1">
                    <a:latin typeface="+mn-lt"/>
                  </a:rPr>
                  <a:t>phytochrome</a:t>
                </a:r>
                <a:r>
                  <a:rPr lang="en-US" sz="2800">
                    <a:latin typeface="+mn-lt"/>
                  </a:rPr>
                  <a:t> </a:t>
                </a:r>
                <a14:m>
                  <m:oMath xmlns:m="http://schemas.openxmlformats.org/officeDocument/2006/math">
                    <m:d>
                      <m:dPr>
                        <m:ctrlPr>
                          <a:rPr lang="en-US" sz="2800" i="1" smtClean="0">
                            <a:latin typeface="Cambria Math" panose="02040503050406030204" pitchFamily="18" charset="0"/>
                          </a:rPr>
                        </m:ctrlPr>
                      </m:dPr>
                      <m:e>
                        <m:sSub>
                          <m:sSubPr>
                            <m:ctrlPr>
                              <a:rPr lang="en-US" sz="2800" i="1" smtClean="0">
                                <a:latin typeface="Cambria Math" panose="02040503050406030204" pitchFamily="18" charset="0"/>
                              </a:rPr>
                            </m:ctrlPr>
                          </m:sSubPr>
                          <m:e>
                            <m:r>
                              <m:rPr>
                                <m:sty m:val="p"/>
                              </m:rPr>
                              <a:rPr lang="en-US" sz="2800" b="0" i="0" smtClean="0">
                                <a:latin typeface="Cambria Math" panose="02040503050406030204" pitchFamily="18" charset="0"/>
                              </a:rPr>
                              <m:t>P</m:t>
                            </m:r>
                          </m:e>
                          <m:sub>
                            <m:r>
                              <m:rPr>
                                <m:sty m:val="p"/>
                              </m:rPr>
                              <a:rPr lang="en-US" sz="2800" b="0" i="0" smtClean="0">
                                <a:latin typeface="Cambria Math" panose="02040503050406030204" pitchFamily="18" charset="0"/>
                              </a:rPr>
                              <m:t>r</m:t>
                            </m:r>
                          </m:sub>
                        </m:sSub>
                      </m:e>
                    </m:d>
                  </m:oMath>
                </a14:m>
                <a:r>
                  <a:rPr lang="en-US" sz="2800">
                    <a:latin typeface="+mn-lt"/>
                  </a:rPr>
                  <a:t> is converted to the active form </a:t>
                </a:r>
                <a14:m>
                  <m:oMath xmlns:m="http://schemas.openxmlformats.org/officeDocument/2006/math">
                    <m:sSub>
                      <m:sSubPr>
                        <m:ctrlPr>
                          <a:rPr lang="en-US" sz="2800" i="1">
                            <a:latin typeface="Cambria Math" panose="02040503050406030204" pitchFamily="18" charset="0"/>
                          </a:rPr>
                        </m:ctrlPr>
                      </m:sSubPr>
                      <m:e>
                        <m:r>
                          <m:rPr>
                            <m:sty m:val="p"/>
                          </m:rPr>
                          <a:rPr lang="en-US" sz="2800">
                            <a:latin typeface="Cambria Math" panose="02040503050406030204" pitchFamily="18" charset="0"/>
                          </a:rPr>
                          <m:t>P</m:t>
                        </m:r>
                      </m:e>
                      <m:sub>
                        <m:r>
                          <m:rPr>
                            <m:sty m:val="p"/>
                          </m:rPr>
                          <a:rPr lang="en-US" sz="2800">
                            <a:latin typeface="Cambria Math" panose="02040503050406030204" pitchFamily="18" charset="0"/>
                          </a:rPr>
                          <m:t>fr</m:t>
                        </m:r>
                      </m:sub>
                    </m:sSub>
                  </m:oMath>
                </a14:m>
                <a:r>
                  <a:rPr lang="en-US" sz="2800">
                    <a:latin typeface="+mn-lt"/>
                  </a:rPr>
                  <a:t> in the presence of red light, (prevalent in daylight). </a:t>
                </a:r>
              </a:p>
              <a:p>
                <a:pPr marL="0" indent="0">
                  <a:spcBef>
                    <a:spcPts val="0"/>
                  </a:spcBef>
                  <a:spcAft>
                    <a:spcPts val="1500"/>
                  </a:spcAft>
                  <a:buNone/>
                </a:pPr>
                <a14:m>
                  <m:oMath xmlns:m="http://schemas.openxmlformats.org/officeDocument/2006/math">
                    <m:sSub>
                      <m:sSubPr>
                        <m:ctrlPr>
                          <a:rPr lang="en-US" sz="2800" i="1">
                            <a:latin typeface="Cambria Math" panose="02040503050406030204" pitchFamily="18" charset="0"/>
                          </a:rPr>
                        </m:ctrlPr>
                      </m:sSubPr>
                      <m:e>
                        <m:r>
                          <m:rPr>
                            <m:sty m:val="p"/>
                          </m:rPr>
                          <a:rPr lang="en-US" sz="2800">
                            <a:latin typeface="Cambria Math" panose="02040503050406030204" pitchFamily="18" charset="0"/>
                          </a:rPr>
                          <m:t>P</m:t>
                        </m:r>
                      </m:e>
                      <m:sub>
                        <m:r>
                          <m:rPr>
                            <m:sty m:val="p"/>
                          </m:rPr>
                          <a:rPr lang="en-US" sz="2800">
                            <a:latin typeface="Cambria Math" panose="02040503050406030204" pitchFamily="18" charset="0"/>
                          </a:rPr>
                          <m:t>fr</m:t>
                        </m:r>
                      </m:sub>
                    </m:sSub>
                  </m:oMath>
                </a14:m>
                <a:r>
                  <a:rPr lang="en-US" sz="2800">
                    <a:latin typeface="+mn-lt"/>
                  </a:rPr>
                  <a:t> is involved in various plant responses, such as seed germination, shoot elongation, and flowering. </a:t>
                </a:r>
              </a:p>
              <a:p>
                <a:pPr marL="0" indent="0">
                  <a:spcBef>
                    <a:spcPts val="0"/>
                  </a:spcBef>
                  <a:spcAft>
                    <a:spcPts val="1500"/>
                  </a:spcAft>
                  <a:buNone/>
                </a:pPr>
                <a14:m>
                  <m:oMath xmlns:m="http://schemas.openxmlformats.org/officeDocument/2006/math">
                    <m:sSub>
                      <m:sSubPr>
                        <m:ctrlPr>
                          <a:rPr lang="en-US" sz="2800" i="1">
                            <a:latin typeface="Cambria Math" panose="02040503050406030204" pitchFamily="18" charset="0"/>
                          </a:rPr>
                        </m:ctrlPr>
                      </m:sSubPr>
                      <m:e>
                        <m:r>
                          <m:rPr>
                            <m:sty m:val="p"/>
                          </m:rPr>
                          <a:rPr lang="en-US" sz="2800">
                            <a:latin typeface="Cambria Math" panose="02040503050406030204" pitchFamily="18" charset="0"/>
                          </a:rPr>
                          <m:t>P</m:t>
                        </m:r>
                      </m:e>
                      <m:sub>
                        <m:r>
                          <m:rPr>
                            <m:sty m:val="p"/>
                          </m:rPr>
                          <a:rPr lang="en-US" sz="2800" b="0" i="0" smtClean="0">
                            <a:latin typeface="Cambria Math" panose="02040503050406030204" pitchFamily="18" charset="0"/>
                          </a:rPr>
                          <m:t>f</m:t>
                        </m:r>
                        <m:r>
                          <m:rPr>
                            <m:sty m:val="p"/>
                          </m:rPr>
                          <a:rPr lang="en-US" sz="2800">
                            <a:latin typeface="Cambria Math" panose="02040503050406030204" pitchFamily="18" charset="0"/>
                          </a:rPr>
                          <m:t>r</m:t>
                        </m:r>
                      </m:sub>
                    </m:sSub>
                  </m:oMath>
                </a14:m>
                <a:r>
                  <a:rPr lang="en-US" sz="2800">
                    <a:latin typeface="+mn-lt"/>
                  </a:rPr>
                  <a:t> is converted to </a:t>
                </a:r>
                <a14:m>
                  <m:oMath xmlns:m="http://schemas.openxmlformats.org/officeDocument/2006/math">
                    <m:sSub>
                      <m:sSubPr>
                        <m:ctrlPr>
                          <a:rPr lang="en-US" sz="2800" i="1">
                            <a:latin typeface="Cambria Math" panose="02040503050406030204" pitchFamily="18" charset="0"/>
                          </a:rPr>
                        </m:ctrlPr>
                      </m:sSubPr>
                      <m:e>
                        <m:r>
                          <m:rPr>
                            <m:sty m:val="p"/>
                          </m:rPr>
                          <a:rPr lang="en-US" sz="2800">
                            <a:latin typeface="Cambria Math" panose="02040503050406030204" pitchFamily="18" charset="0"/>
                          </a:rPr>
                          <m:t>P</m:t>
                        </m:r>
                      </m:e>
                      <m:sub>
                        <m:r>
                          <m:rPr>
                            <m:sty m:val="p"/>
                          </m:rPr>
                          <a:rPr lang="en-US" sz="2800">
                            <a:latin typeface="Cambria Math" panose="02040503050406030204" pitchFamily="18" charset="0"/>
                          </a:rPr>
                          <m:t>r</m:t>
                        </m:r>
                      </m:sub>
                    </m:sSub>
                  </m:oMath>
                </a14:m>
                <a:r>
                  <a:rPr lang="en-US" sz="2800">
                    <a:latin typeface="+mn-lt"/>
                  </a:rPr>
                  <a:t> whenever light is limited, (shade/night).</a:t>
                </a:r>
              </a:p>
            </p:txBody>
          </p:sp>
        </mc:Choice>
        <mc:Fallback xmlns="">
          <p:sp>
            <p:nvSpPr>
              <p:cNvPr id="2" name="Content Placeholder 2">
                <a:extLst>
                  <a:ext uri="{FF2B5EF4-FFF2-40B4-BE49-F238E27FC236}">
                    <a16:creationId xmlns:a16="http://schemas.microsoft.com/office/drawing/2014/main" id="{6FBDACF9-160A-4849-A469-A3032E9A97FD}"/>
                  </a:ext>
                </a:extLst>
              </p:cNvPr>
              <p:cNvSpPr>
                <a:spLocks noGrp="1" noRot="1" noChangeAspect="1" noMove="1" noResize="1" noEditPoints="1" noAdjustHandles="1" noChangeArrowheads="1" noChangeShapeType="1" noTextEdit="1"/>
              </p:cNvSpPr>
              <p:nvPr>
                <p:ph idx="1"/>
              </p:nvPr>
            </p:nvSpPr>
            <p:spPr>
              <a:xfrm>
                <a:off x="457200" y="1537948"/>
                <a:ext cx="7948863" cy="4064199"/>
              </a:xfrm>
              <a:blipFill>
                <a:blip r:embed="rId3"/>
                <a:stretch>
                  <a:fillRect l="-1534" t="-1499"/>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6B91B137-BB87-4705-B70E-13CC1D574138}"/>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38</a:t>
            </a:fld>
            <a:endParaRPr lang="en-US" sz="8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pPr algn="ctr"/>
            <a:r>
              <a:rPr lang="en-US" altLang="en-US">
                <a:solidFill>
                  <a:srgbClr val="002060"/>
                </a:solidFill>
                <a:latin typeface="+mj-lt"/>
              </a:rPr>
              <a:t>Phytochrome Conversion Cycle</a:t>
            </a:r>
          </a:p>
        </p:txBody>
      </p:sp>
      <p:pic>
        <p:nvPicPr>
          <p:cNvPr id="4" name="Picture 2" descr="Shows the differences in the shape between inactive phytochrome, Pr and active phytochrome Pfr."/>
          <p:cNvPicPr>
            <a:picLocks noChangeAspect="1"/>
          </p:cNvPicPr>
          <p:nvPr/>
        </p:nvPicPr>
        <p:blipFill rotWithShape="1">
          <a:blip r:embed="rId3" cstate="print">
            <a:extLst>
              <a:ext uri="{28A0092B-C50C-407E-A947-70E740481C1C}">
                <a14:useLocalDpi xmlns:a14="http://schemas.microsoft.com/office/drawing/2010/main" val="0"/>
              </a:ext>
            </a:extLst>
          </a:blip>
          <a:srcRect t="8071"/>
          <a:stretch/>
        </p:blipFill>
        <p:spPr>
          <a:xfrm>
            <a:off x="2511510" y="1458410"/>
            <a:ext cx="4120979" cy="2746711"/>
          </a:xfrm>
          <a:prstGeom prst="rect">
            <a:avLst/>
          </a:prstGeom>
        </p:spPr>
      </p:pic>
      <p:sp>
        <p:nvSpPr>
          <p:cNvPr id="6" name="Content Placeholder 3">
            <a:extLst>
              <a:ext uri="{FF2B5EF4-FFF2-40B4-BE49-F238E27FC236}">
                <a16:creationId xmlns:a16="http://schemas.microsoft.com/office/drawing/2014/main" id="{BEAAC9CD-082E-43B3-ABCC-42383B154584}"/>
              </a:ext>
            </a:extLst>
          </p:cNvPr>
          <p:cNvSpPr>
            <a:spLocks noGrp="1"/>
          </p:cNvSpPr>
          <p:nvPr>
            <p:ph type="body" sz="quarter" idx="19"/>
          </p:nvPr>
        </p:nvSpPr>
        <p:spPr>
          <a:xfrm>
            <a:off x="3923094" y="5705582"/>
            <a:ext cx="1297809" cy="281230"/>
          </a:xfrm>
        </p:spPr>
        <p:txBody>
          <a:bodyPr/>
          <a:lstStyle/>
          <a:p>
            <a:pPr algn="ctr"/>
            <a:r>
              <a:rPr lang="en-US" sz="1200">
                <a:solidFill>
                  <a:schemeClr val="tx1"/>
                </a:solidFill>
              </a:rPr>
              <a:t>Figure </a:t>
            </a:r>
            <a:r>
              <a:rPr lang="en-US" sz="1200"/>
              <a:t>26</a:t>
            </a:r>
            <a:r>
              <a:rPr lang="en-US" sz="1200">
                <a:solidFill>
                  <a:schemeClr val="tx1"/>
                </a:solidFill>
              </a:rPr>
              <a:t>.15</a:t>
            </a:r>
          </a:p>
        </p:txBody>
      </p:sp>
      <p:sp>
        <p:nvSpPr>
          <p:cNvPr id="2" name="Text Placeholder 4">
            <a:extLst>
              <a:ext uri="{FF2B5EF4-FFF2-40B4-BE49-F238E27FC236}">
                <a16:creationId xmlns:a16="http://schemas.microsoft.com/office/drawing/2014/main" id="{97B9DAAC-E8F9-4914-8CE3-8E4346D8B19D}"/>
              </a:ext>
            </a:extLst>
          </p:cNvPr>
          <p:cNvSpPr>
            <a:spLocks noGrp="1"/>
          </p:cNvSpPr>
          <p:nvPr>
            <p:ph type="body" sz="quarter" idx="20"/>
          </p:nvPr>
        </p:nvSpPr>
        <p:spPr>
          <a:xfrm>
            <a:off x="2874411" y="6214773"/>
            <a:ext cx="3395176" cy="293146"/>
          </a:xfrm>
        </p:spPr>
        <p:txBody>
          <a:bodyPr>
            <a:normAutofit/>
          </a:bodyPr>
          <a:lstStyle/>
          <a:p>
            <a:pPr algn="ctr"/>
            <a:r>
              <a:rPr lang="en-US" sz="1200">
                <a:hlinkClick r:id="rId4" action="ppaction://hlinksldjump"/>
              </a:rPr>
              <a:t>Access the text alternative for slide images.</a:t>
            </a:r>
            <a:endParaRPr lang="en-US" sz="1200"/>
          </a:p>
        </p:txBody>
      </p:sp>
      <p:sp>
        <p:nvSpPr>
          <p:cNvPr id="8" name="Slide Number Placeholder 5">
            <a:extLst>
              <a:ext uri="{FF2B5EF4-FFF2-40B4-BE49-F238E27FC236}">
                <a16:creationId xmlns:a16="http://schemas.microsoft.com/office/drawing/2014/main" id="{690CEEC6-940B-4750-9BE7-3988F66B446A}"/>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39</a:t>
            </a:fld>
            <a:endParaRPr lang="en-US" sz="800"/>
          </a:p>
        </p:txBody>
      </p:sp>
    </p:spTree>
    <p:extLst>
      <p:ext uri="{BB962C8B-B14F-4D97-AF65-F5344CB8AC3E}">
        <p14:creationId xmlns:p14="http://schemas.microsoft.com/office/powerpoint/2010/main" val="7488419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2017033" y="-1"/>
            <a:ext cx="5109935" cy="1296365"/>
          </a:xfrm>
        </p:spPr>
        <p:txBody>
          <a:bodyPr>
            <a:normAutofit/>
          </a:bodyPr>
          <a:lstStyle/>
          <a:p>
            <a:pPr algn="ctr"/>
            <a:r>
              <a:rPr lang="en-US" altLang="en-US">
                <a:solidFill>
                  <a:srgbClr val="242852"/>
                </a:solidFill>
                <a:latin typeface="+mj-lt"/>
              </a:rPr>
              <a:t>Flowering and Photoperiodism</a:t>
            </a:r>
            <a:endParaRPr lang="en-US">
              <a:latin typeface="+mj-lt"/>
            </a:endParaRPr>
          </a:p>
        </p:txBody>
      </p:sp>
      <p:sp>
        <p:nvSpPr>
          <p:cNvPr id="8" name="Content Placeholder 2"/>
          <p:cNvSpPr>
            <a:spLocks noGrp="1"/>
          </p:cNvSpPr>
          <p:nvPr>
            <p:ph sz="quarter" idx="18"/>
          </p:nvPr>
        </p:nvSpPr>
        <p:spPr>
          <a:xfrm>
            <a:off x="370890" y="1493763"/>
            <a:ext cx="7147034" cy="414059"/>
          </a:xfrm>
        </p:spPr>
        <p:txBody>
          <a:bodyPr>
            <a:normAutofit lnSpcReduction="10000"/>
          </a:bodyPr>
          <a:lstStyle/>
          <a:p>
            <a:pPr marL="0" lvl="1" indent="0">
              <a:lnSpc>
                <a:spcPct val="80000"/>
              </a:lnSpc>
              <a:spcBef>
                <a:spcPts val="0"/>
              </a:spcBef>
              <a:buNone/>
            </a:pPr>
            <a:r>
              <a:rPr lang="en-US" sz="2700">
                <a:solidFill>
                  <a:prstClr val="black"/>
                </a:solidFill>
                <a:latin typeface="+mn-lt"/>
              </a:rPr>
              <a:t> Requires participation of a biological clock</a:t>
            </a:r>
          </a:p>
        </p:txBody>
      </p:sp>
      <p:sp>
        <p:nvSpPr>
          <p:cNvPr id="5" name="Content Placeholder 3"/>
          <p:cNvSpPr>
            <a:spLocks noGrp="1"/>
          </p:cNvSpPr>
          <p:nvPr>
            <p:ph idx="1"/>
          </p:nvPr>
        </p:nvSpPr>
        <p:spPr>
          <a:xfrm>
            <a:off x="457201" y="1956418"/>
            <a:ext cx="7448308" cy="4551501"/>
          </a:xfrm>
        </p:spPr>
        <p:txBody>
          <a:bodyPr>
            <a:normAutofit/>
          </a:bodyPr>
          <a:lstStyle/>
          <a:p>
            <a:pPr marL="0" lvl="0" indent="0">
              <a:lnSpc>
                <a:spcPct val="80000"/>
              </a:lnSpc>
              <a:spcBef>
                <a:spcPts val="0"/>
              </a:spcBef>
              <a:spcAft>
                <a:spcPts val="1500"/>
              </a:spcAft>
              <a:buNone/>
            </a:pPr>
            <a:r>
              <a:rPr lang="en-US" sz="2700">
                <a:solidFill>
                  <a:prstClr val="black"/>
                </a:solidFill>
                <a:latin typeface="+mn-lt"/>
              </a:rPr>
              <a:t>Physiological changes in flowering plants are related to a seasonal change in day length.</a:t>
            </a:r>
          </a:p>
          <a:p>
            <a:pPr marL="0" lvl="1" indent="0">
              <a:lnSpc>
                <a:spcPct val="80000"/>
              </a:lnSpc>
              <a:spcBef>
                <a:spcPts val="0"/>
              </a:spcBef>
              <a:buNone/>
            </a:pPr>
            <a:r>
              <a:rPr lang="en-US" sz="2400">
                <a:solidFill>
                  <a:prstClr val="black"/>
                </a:solidFill>
                <a:latin typeface="+mn-lt"/>
              </a:rPr>
              <a:t>Flowering plants can be divided into three groups, based on their flowering status.</a:t>
            </a:r>
          </a:p>
          <a:p>
            <a:pPr marL="266700" lvl="2" indent="-266700">
              <a:lnSpc>
                <a:spcPct val="80000"/>
              </a:lnSpc>
              <a:spcBef>
                <a:spcPts val="1200"/>
              </a:spcBef>
              <a:spcAft>
                <a:spcPts val="0"/>
              </a:spcAft>
            </a:pPr>
            <a:r>
              <a:rPr lang="en-US" sz="2000" b="1">
                <a:solidFill>
                  <a:srgbClr val="D90000"/>
                </a:solidFill>
                <a:latin typeface="+mn-lt"/>
              </a:rPr>
              <a:t>Short-day plants </a:t>
            </a:r>
            <a:r>
              <a:rPr lang="en-US" sz="2000">
                <a:solidFill>
                  <a:prstClr val="black"/>
                </a:solidFill>
                <a:latin typeface="+mn-lt"/>
              </a:rPr>
              <a:t>flower when the day length is shorter than a </a:t>
            </a:r>
            <a:r>
              <a:rPr lang="en-US" sz="2000" b="1">
                <a:solidFill>
                  <a:prstClr val="black"/>
                </a:solidFill>
                <a:latin typeface="+mn-lt"/>
              </a:rPr>
              <a:t>critical length</a:t>
            </a:r>
            <a:r>
              <a:rPr lang="en-US" sz="2000">
                <a:solidFill>
                  <a:prstClr val="black"/>
                </a:solidFill>
                <a:latin typeface="+mn-lt"/>
              </a:rPr>
              <a:t>.</a:t>
            </a:r>
          </a:p>
          <a:p>
            <a:pPr marL="266700" lvl="2" indent="-266700">
              <a:lnSpc>
                <a:spcPct val="80000"/>
              </a:lnSpc>
              <a:spcBef>
                <a:spcPts val="1200"/>
              </a:spcBef>
              <a:spcAft>
                <a:spcPts val="0"/>
              </a:spcAft>
            </a:pPr>
            <a:r>
              <a:rPr lang="en-US" sz="2000" b="1">
                <a:solidFill>
                  <a:srgbClr val="D90000"/>
                </a:solidFill>
                <a:latin typeface="+mn-lt"/>
              </a:rPr>
              <a:t>Long-day plants </a:t>
            </a:r>
            <a:r>
              <a:rPr lang="en-US" sz="2000">
                <a:solidFill>
                  <a:prstClr val="black"/>
                </a:solidFill>
                <a:latin typeface="+mn-lt"/>
              </a:rPr>
              <a:t>flower when the day length is longer than a critical length.</a:t>
            </a:r>
          </a:p>
          <a:p>
            <a:pPr marL="266700" lvl="2" indent="-266700">
              <a:lnSpc>
                <a:spcPct val="80000"/>
              </a:lnSpc>
              <a:spcBef>
                <a:spcPts val="1200"/>
              </a:spcBef>
              <a:spcAft>
                <a:spcPts val="0"/>
              </a:spcAft>
            </a:pPr>
            <a:r>
              <a:rPr lang="en-US" sz="2000" b="1">
                <a:solidFill>
                  <a:srgbClr val="D90000"/>
                </a:solidFill>
                <a:latin typeface="+mn-lt"/>
              </a:rPr>
              <a:t>Day-neutral plants </a:t>
            </a:r>
            <a:r>
              <a:rPr lang="en-US" sz="2000">
                <a:solidFill>
                  <a:prstClr val="black"/>
                </a:solidFill>
                <a:latin typeface="+mn-lt"/>
              </a:rPr>
              <a:t>are not dependent on day length for flowering.</a:t>
            </a:r>
          </a:p>
          <a:p>
            <a:pPr marL="0" lvl="1" indent="0">
              <a:lnSpc>
                <a:spcPct val="80000"/>
              </a:lnSpc>
              <a:spcBef>
                <a:spcPts val="1200"/>
              </a:spcBef>
              <a:buNone/>
            </a:pPr>
            <a:r>
              <a:rPr lang="en-US" sz="2400">
                <a:solidFill>
                  <a:prstClr val="black"/>
                </a:solidFill>
                <a:latin typeface="+mn-lt"/>
              </a:rPr>
              <a:t>Some plants may require a specific sequence of day lengths in order to flower.</a:t>
            </a:r>
          </a:p>
        </p:txBody>
      </p:sp>
      <p:sp>
        <p:nvSpPr>
          <p:cNvPr id="6" name="Slide Number Placeholder 4">
            <a:extLst>
              <a:ext uri="{FF2B5EF4-FFF2-40B4-BE49-F238E27FC236}">
                <a16:creationId xmlns:a16="http://schemas.microsoft.com/office/drawing/2014/main" id="{296CAAA3-9555-489E-98F1-99837D07A6FC}"/>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40</a:t>
            </a:fld>
            <a:endParaRPr lang="en-US" sz="80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ctr"/>
            <a:r>
              <a:rPr lang="en-US" altLang="en-US">
                <a:solidFill>
                  <a:srgbClr val="242852"/>
                </a:solidFill>
                <a:latin typeface="+mj-lt"/>
              </a:rPr>
              <a:t>Short-Day (Long-Night) Plant</a:t>
            </a:r>
            <a:endParaRPr lang="en-US">
              <a:latin typeface="+mj-lt"/>
            </a:endParaRPr>
          </a:p>
        </p:txBody>
      </p:sp>
      <p:sp>
        <p:nvSpPr>
          <p:cNvPr id="13" name="Content Placeholder 2"/>
          <p:cNvSpPr>
            <a:spLocks noGrp="1"/>
          </p:cNvSpPr>
          <p:nvPr>
            <p:ph type="body" sz="quarter" idx="18"/>
          </p:nvPr>
        </p:nvSpPr>
        <p:spPr>
          <a:xfrm>
            <a:off x="284789" y="1314821"/>
            <a:ext cx="3056288" cy="4620339"/>
          </a:xfrm>
        </p:spPr>
        <p:txBody>
          <a:bodyPr>
            <a:noAutofit/>
          </a:bodyPr>
          <a:lstStyle/>
          <a:p>
            <a:pPr marL="0" lvl="0" indent="0" algn="l" eaLnBrk="1" hangingPunct="1">
              <a:spcBef>
                <a:spcPct val="0"/>
              </a:spcBef>
              <a:buNone/>
            </a:pPr>
            <a:r>
              <a:rPr lang="en-US" sz="2400" kern="1200">
                <a:solidFill>
                  <a:prstClr val="black"/>
                </a:solidFill>
                <a:latin typeface="+mn-lt"/>
                <a:cs typeface="Arial" panose="020B0604020202020204" pitchFamily="34" charset="0"/>
              </a:rPr>
              <a:t>When the day is shorter than a critical length, this type of plant flowers. The plant does not flower when the day is longer than the critical length or if the longer-than-critical-length night is interrupted by a flash of light.</a:t>
            </a:r>
          </a:p>
        </p:txBody>
      </p:sp>
      <p:pic>
        <p:nvPicPr>
          <p:cNvPr id="4" name="Picture 3" descr="Cocklebur is an example of a short-day (long-night) plant."/>
          <p:cNvPicPr>
            <a:picLocks noChangeAspect="1"/>
          </p:cNvPicPr>
          <p:nvPr/>
        </p:nvPicPr>
        <p:blipFill rotWithShape="1">
          <a:blip r:embed="rId3" cstate="print">
            <a:extLst>
              <a:ext uri="{28A0092B-C50C-407E-A947-70E740481C1C}">
                <a14:useLocalDpi xmlns:a14="http://schemas.microsoft.com/office/drawing/2010/main" val="0"/>
              </a:ext>
            </a:extLst>
          </a:blip>
          <a:srcRect t="5690" b="4770"/>
          <a:stretch/>
        </p:blipFill>
        <p:spPr>
          <a:xfrm>
            <a:off x="3483701" y="1527857"/>
            <a:ext cx="5563079" cy="4169557"/>
          </a:xfrm>
          <a:prstGeom prst="rect">
            <a:avLst/>
          </a:prstGeom>
        </p:spPr>
      </p:pic>
      <p:sp>
        <p:nvSpPr>
          <p:cNvPr id="3" name="Text Placeholder 4">
            <a:extLst>
              <a:ext uri="{FF2B5EF4-FFF2-40B4-BE49-F238E27FC236}">
                <a16:creationId xmlns:a16="http://schemas.microsoft.com/office/drawing/2014/main" id="{7DAB0F15-6CE4-4A77-8DC9-BF9F03DBC567}"/>
              </a:ext>
            </a:extLst>
          </p:cNvPr>
          <p:cNvSpPr>
            <a:spLocks noGrp="1"/>
          </p:cNvSpPr>
          <p:nvPr>
            <p:ph type="body" sz="quarter" idx="19"/>
          </p:nvPr>
        </p:nvSpPr>
        <p:spPr>
          <a:xfrm>
            <a:off x="4019254" y="5935160"/>
            <a:ext cx="1104370" cy="350677"/>
          </a:xfrm>
        </p:spPr>
        <p:txBody>
          <a:bodyPr>
            <a:normAutofit/>
          </a:bodyPr>
          <a:lstStyle/>
          <a:p>
            <a:r>
              <a:rPr lang="en-US" sz="1200" b="0">
                <a:solidFill>
                  <a:schemeClr val="tx1"/>
                </a:solidFill>
              </a:rPr>
              <a:t>Figure </a:t>
            </a:r>
            <a:r>
              <a:rPr lang="en-US" sz="1200"/>
              <a:t>26</a:t>
            </a:r>
            <a:r>
              <a:rPr lang="en-US" sz="1200" b="0">
                <a:solidFill>
                  <a:schemeClr val="tx1"/>
                </a:solidFill>
              </a:rPr>
              <a:t>.16</a:t>
            </a:r>
          </a:p>
        </p:txBody>
      </p:sp>
      <p:sp>
        <p:nvSpPr>
          <p:cNvPr id="5" name="Text Placeholder 5">
            <a:extLst>
              <a:ext uri="{FF2B5EF4-FFF2-40B4-BE49-F238E27FC236}">
                <a16:creationId xmlns:a16="http://schemas.microsoft.com/office/drawing/2014/main" id="{722079A6-5651-43DC-A33A-2B1D3FA300E4}"/>
              </a:ext>
            </a:extLst>
          </p:cNvPr>
          <p:cNvSpPr>
            <a:spLocks noGrp="1"/>
          </p:cNvSpPr>
          <p:nvPr>
            <p:ph type="body" sz="quarter" idx="21"/>
          </p:nvPr>
        </p:nvSpPr>
        <p:spPr>
          <a:xfrm>
            <a:off x="2956095" y="6229489"/>
            <a:ext cx="3230687" cy="350677"/>
          </a:xfrm>
        </p:spPr>
        <p:txBody>
          <a:bodyPr/>
          <a:lstStyle/>
          <a:p>
            <a:pPr algn="ctr"/>
            <a:r>
              <a:rPr lang="en-US" sz="1200">
                <a:latin typeface="+mn-lt"/>
                <a:hlinkClick r:id="rId4" action="ppaction://hlinksldjump"/>
              </a:rPr>
              <a:t>Access the text alternative for slide images.</a:t>
            </a:r>
            <a:endParaRPr lang="en-US" sz="1200">
              <a:latin typeface="+mn-lt"/>
            </a:endParaRPr>
          </a:p>
        </p:txBody>
      </p:sp>
      <p:sp>
        <p:nvSpPr>
          <p:cNvPr id="7" name="Slide Number Placeholder 6">
            <a:extLst>
              <a:ext uri="{FF2B5EF4-FFF2-40B4-BE49-F238E27FC236}">
                <a16:creationId xmlns:a16="http://schemas.microsoft.com/office/drawing/2014/main" id="{13F19320-AE0C-4FCB-A2F5-E9EB5B978AE9}"/>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41</a:t>
            </a:fld>
            <a:endParaRPr lang="en-US" sz="800"/>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ctr"/>
            <a:r>
              <a:rPr kumimoji="0" lang="en-US" altLang="en-US" sz="4000" b="1" i="0" u="none" strike="noStrike" kern="1200" cap="none" spc="0" normalizeH="0" baseline="0" noProof="0">
                <a:ln>
                  <a:noFill/>
                </a:ln>
                <a:solidFill>
                  <a:srgbClr val="242852"/>
                </a:solidFill>
                <a:effectLst/>
                <a:uLnTx/>
                <a:uFillTx/>
                <a:latin typeface="Arial"/>
                <a:ea typeface="+mj-ea"/>
                <a:cs typeface="+mj-cs"/>
              </a:rPr>
              <a:t>Long-Day (Short-Night) Plant</a:t>
            </a:r>
            <a:endParaRPr lang="en-US">
              <a:latin typeface="+mj-lt"/>
            </a:endParaRPr>
          </a:p>
        </p:txBody>
      </p:sp>
      <p:sp>
        <p:nvSpPr>
          <p:cNvPr id="13" name="Content Placeholder 2"/>
          <p:cNvSpPr>
            <a:spLocks noGrp="1"/>
          </p:cNvSpPr>
          <p:nvPr>
            <p:ph type="body" sz="quarter" idx="18"/>
          </p:nvPr>
        </p:nvSpPr>
        <p:spPr>
          <a:xfrm>
            <a:off x="284789" y="1314821"/>
            <a:ext cx="3888859" cy="4620339"/>
          </a:xfrm>
        </p:spPr>
        <p:txBody>
          <a:bodyPr>
            <a:noAutofit/>
          </a:bodyPr>
          <a:lstStyle/>
          <a:p>
            <a:pPr marL="0" marR="0" lvl="0" indent="0" algn="l" defTabSz="914400" rtl="0" eaLnBrk="1" fontAlgn="auto" latinLnBrk="0" hangingPunct="1">
              <a:lnSpc>
                <a:spcPct val="100000"/>
              </a:lnSpc>
              <a:spcBef>
                <a:spcPct val="0"/>
              </a:spcBef>
              <a:spcAft>
                <a:spcPts val="800"/>
              </a:spcAft>
              <a:buClrTx/>
              <a:buSzTx/>
              <a:buFont typeface="Arial" panose="020B0604020202020204" pitchFamily="34" charset="0"/>
              <a:buNone/>
              <a:tabLst/>
              <a:defRPr/>
            </a:pPr>
            <a:r>
              <a:rPr kumimoji="0" lang="en-US" sz="2400" b="0" i="0" u="none" strike="noStrike" kern="1200" cap="none" spc="0" normalizeH="0" baseline="0" noProof="0">
                <a:ln>
                  <a:noFill/>
                </a:ln>
                <a:solidFill>
                  <a:prstClr val="black"/>
                </a:solidFill>
                <a:effectLst/>
                <a:uLnTx/>
                <a:uFillTx/>
                <a:latin typeface="Arial"/>
                <a:ea typeface="+mn-ea"/>
                <a:cs typeface="Arial" panose="020B0604020202020204" pitchFamily="34" charset="0"/>
              </a:rPr>
              <a:t>When the day is longer than a critical length this plant flowers. When the day is shorter than a critical length, this type of plant does not flower. However, it does flower if the slightly longer-than-critical-length night is interrupted by a flash of light.</a:t>
            </a:r>
          </a:p>
        </p:txBody>
      </p:sp>
      <p:pic>
        <p:nvPicPr>
          <p:cNvPr id="8" name="Picture 7" descr="Clover is an example of a long-day (short night) plant.">
            <a:extLst>
              <a:ext uri="{FF2B5EF4-FFF2-40B4-BE49-F238E27FC236}">
                <a16:creationId xmlns:a16="http://schemas.microsoft.com/office/drawing/2014/main" id="{BE56884B-8C31-4BCE-9949-2413098F282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5177" t="5324" b="4642"/>
          <a:stretch/>
        </p:blipFill>
        <p:spPr>
          <a:xfrm>
            <a:off x="4360984" y="1565415"/>
            <a:ext cx="4526322" cy="4341842"/>
          </a:xfrm>
          <a:prstGeom prst="rect">
            <a:avLst/>
          </a:prstGeom>
        </p:spPr>
      </p:pic>
      <p:sp>
        <p:nvSpPr>
          <p:cNvPr id="3" name="Text Placeholder 4">
            <a:extLst>
              <a:ext uri="{FF2B5EF4-FFF2-40B4-BE49-F238E27FC236}">
                <a16:creationId xmlns:a16="http://schemas.microsoft.com/office/drawing/2014/main" id="{7DAB0F15-6CE4-4A77-8DC9-BF9F03DBC567}"/>
              </a:ext>
            </a:extLst>
          </p:cNvPr>
          <p:cNvSpPr>
            <a:spLocks noGrp="1"/>
          </p:cNvSpPr>
          <p:nvPr>
            <p:ph type="body" sz="quarter" idx="19"/>
          </p:nvPr>
        </p:nvSpPr>
        <p:spPr>
          <a:xfrm>
            <a:off x="4019254" y="5935160"/>
            <a:ext cx="1104370" cy="350677"/>
          </a:xfrm>
        </p:spPr>
        <p:txBody>
          <a:bodyPr>
            <a:normAutofit/>
          </a:bodyPr>
          <a:lstStyle/>
          <a:p>
            <a:r>
              <a:rPr lang="en-US" sz="1200" b="0">
                <a:solidFill>
                  <a:schemeClr val="tx1"/>
                </a:solidFill>
              </a:rPr>
              <a:t>Figure </a:t>
            </a:r>
            <a:r>
              <a:rPr lang="en-US" sz="1200"/>
              <a:t>26</a:t>
            </a:r>
            <a:r>
              <a:rPr lang="en-US" sz="1200" b="0">
                <a:solidFill>
                  <a:schemeClr val="tx1"/>
                </a:solidFill>
              </a:rPr>
              <a:t>.16</a:t>
            </a:r>
          </a:p>
        </p:txBody>
      </p:sp>
      <p:sp>
        <p:nvSpPr>
          <p:cNvPr id="7" name="Slide Number Placeholder 6">
            <a:extLst>
              <a:ext uri="{FF2B5EF4-FFF2-40B4-BE49-F238E27FC236}">
                <a16:creationId xmlns:a16="http://schemas.microsoft.com/office/drawing/2014/main" id="{13F19320-AE0C-4FCB-A2F5-E9EB5B978AE9}"/>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42</a:t>
            </a:fld>
            <a:endParaRPr lang="en-US" sz="800"/>
          </a:p>
        </p:txBody>
      </p:sp>
    </p:spTree>
    <p:extLst>
      <p:ext uri="{BB962C8B-B14F-4D97-AF65-F5344CB8AC3E}">
        <p14:creationId xmlns:p14="http://schemas.microsoft.com/office/powerpoint/2010/main" val="359282267"/>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fontScale="90000"/>
          </a:bodyPr>
          <a:lstStyle/>
          <a:p>
            <a:pPr algn="ctr"/>
            <a:r>
              <a:rPr lang="en-US" altLang="en-US">
                <a:solidFill>
                  <a:srgbClr val="002060"/>
                </a:solidFill>
                <a:latin typeface="+mn-lt"/>
              </a:rPr>
              <a:t>Phytochrome Controls Shoot Elongation and Chlorophyll Production</a:t>
            </a:r>
          </a:p>
        </p:txBody>
      </p:sp>
      <p:pic>
        <p:nvPicPr>
          <p:cNvPr id="4" name="Picture 2" descr="Photos show green alfalfa sprouts with normal growth (left) and alfalfa sprouts grown in the absence of light, which are elongated and yellow (right)."/>
          <p:cNvPicPr>
            <a:picLocks noChangeAspect="1"/>
          </p:cNvPicPr>
          <p:nvPr/>
        </p:nvPicPr>
        <p:blipFill rotWithShape="1">
          <a:blip r:embed="rId3" cstate="print">
            <a:extLst>
              <a:ext uri="{28A0092B-C50C-407E-A947-70E740481C1C}">
                <a14:useLocalDpi xmlns:a14="http://schemas.microsoft.com/office/drawing/2010/main" val="0"/>
              </a:ext>
            </a:extLst>
          </a:blip>
          <a:srcRect t="4959" b="7904"/>
          <a:stretch/>
        </p:blipFill>
        <p:spPr>
          <a:xfrm>
            <a:off x="2520420" y="1926379"/>
            <a:ext cx="4103159" cy="3585142"/>
          </a:xfrm>
          <a:prstGeom prst="rect">
            <a:avLst/>
          </a:prstGeom>
        </p:spPr>
      </p:pic>
      <p:sp>
        <p:nvSpPr>
          <p:cNvPr id="9" name="Content Placeholder 3"/>
          <p:cNvSpPr>
            <a:spLocks noGrp="1"/>
          </p:cNvSpPr>
          <p:nvPr>
            <p:ph type="body" sz="quarter" idx="19"/>
          </p:nvPr>
        </p:nvSpPr>
        <p:spPr>
          <a:xfrm>
            <a:off x="3788624" y="5867514"/>
            <a:ext cx="1566750" cy="328891"/>
          </a:xfrm>
        </p:spPr>
        <p:txBody>
          <a:bodyPr>
            <a:normAutofit/>
          </a:bodyPr>
          <a:lstStyle/>
          <a:p>
            <a:pPr algn="ctr"/>
            <a:r>
              <a:rPr lang="en-US" sz="1200">
                <a:solidFill>
                  <a:schemeClr val="tx1"/>
                </a:solidFill>
              </a:rPr>
              <a:t>Figure </a:t>
            </a:r>
            <a:r>
              <a:rPr lang="en-US" sz="1200"/>
              <a:t>26</a:t>
            </a:r>
            <a:r>
              <a:rPr lang="en-US" sz="1200">
                <a:solidFill>
                  <a:schemeClr val="tx1"/>
                </a:solidFill>
              </a:rPr>
              <a:t>.17</a:t>
            </a:r>
          </a:p>
        </p:txBody>
      </p:sp>
      <p:sp>
        <p:nvSpPr>
          <p:cNvPr id="5" name="Text Placeholder 4">
            <a:extLst>
              <a:ext uri="{FF2B5EF4-FFF2-40B4-BE49-F238E27FC236}">
                <a16:creationId xmlns:a16="http://schemas.microsoft.com/office/drawing/2014/main" id="{696928CE-4982-4ACB-A1A3-86E54CF55E23}"/>
              </a:ext>
            </a:extLst>
          </p:cNvPr>
          <p:cNvSpPr>
            <a:spLocks noGrp="1"/>
          </p:cNvSpPr>
          <p:nvPr>
            <p:ph type="body" sz="quarter" idx="20"/>
          </p:nvPr>
        </p:nvSpPr>
        <p:spPr>
          <a:xfrm>
            <a:off x="6766560" y="6505230"/>
            <a:ext cx="1700079" cy="314325"/>
          </a:xfrm>
        </p:spPr>
        <p:txBody>
          <a:bodyPr>
            <a:normAutofit/>
          </a:bodyPr>
          <a:lstStyle/>
          <a:p>
            <a:pPr lvl="0" algn="r"/>
            <a:r>
              <a:rPr lang="en-US" sz="800"/>
              <a:t>Nigel </a:t>
            </a:r>
            <a:r>
              <a:rPr lang="en-US" sz="800" err="1"/>
              <a:t>Cattlin</a:t>
            </a:r>
            <a:r>
              <a:rPr lang="en-US" sz="800"/>
              <a:t>/</a:t>
            </a:r>
            <a:r>
              <a:rPr lang="en-US" sz="800" err="1"/>
              <a:t>Alamy</a:t>
            </a:r>
            <a:r>
              <a:rPr lang="en-US" sz="800"/>
              <a:t> Stock Photo</a:t>
            </a:r>
          </a:p>
        </p:txBody>
      </p:sp>
      <p:sp>
        <p:nvSpPr>
          <p:cNvPr id="8" name="Slide Number Placeholder 5">
            <a:extLst>
              <a:ext uri="{FF2B5EF4-FFF2-40B4-BE49-F238E27FC236}">
                <a16:creationId xmlns:a16="http://schemas.microsoft.com/office/drawing/2014/main" id="{168C9D85-5355-40DA-A7E6-B7A436B57360}"/>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43</a:t>
            </a:fld>
            <a:endParaRPr lang="en-US" sz="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42900" y="0"/>
            <a:ext cx="8458200" cy="937549"/>
          </a:xfrm>
        </p:spPr>
        <p:txBody>
          <a:bodyPr/>
          <a:lstStyle/>
          <a:p>
            <a:pPr algn="ctr"/>
            <a:r>
              <a:rPr lang="en-US" altLang="en-US">
                <a:solidFill>
                  <a:srgbClr val="002060"/>
                </a:solidFill>
                <a:latin typeface="+mj-lt"/>
              </a:rPr>
              <a:t>Phytochrome and Competition</a:t>
            </a:r>
            <a:endParaRPr lang="en-US">
              <a:solidFill>
                <a:srgbClr val="002060"/>
              </a:solidFill>
              <a:latin typeface="+mj-lt"/>
            </a:endParaRPr>
          </a:p>
        </p:txBody>
      </p:sp>
      <p:sp>
        <p:nvSpPr>
          <p:cNvPr id="8" name="Content Placeholder 2"/>
          <p:cNvSpPr>
            <a:spLocks noGrp="1"/>
          </p:cNvSpPr>
          <p:nvPr>
            <p:ph idx="1"/>
          </p:nvPr>
        </p:nvSpPr>
        <p:spPr>
          <a:xfrm>
            <a:off x="782359" y="1221766"/>
            <a:ext cx="7660105" cy="5540697"/>
          </a:xfrm>
        </p:spPr>
        <p:txBody>
          <a:bodyPr>
            <a:normAutofit lnSpcReduction="10000"/>
          </a:bodyPr>
          <a:lstStyle/>
          <a:p>
            <a:pPr marL="285750" indent="-285750">
              <a:spcBef>
                <a:spcPts val="0"/>
              </a:spcBef>
              <a:spcAft>
                <a:spcPts val="2000"/>
              </a:spcAft>
              <a:buNone/>
            </a:pPr>
            <a:r>
              <a:rPr lang="en-US" sz="3200">
                <a:latin typeface="+mn-lt"/>
              </a:rPr>
              <a:t>Phytochrome and plant spacing:</a:t>
            </a:r>
          </a:p>
          <a:p>
            <a:pPr marL="285750" lvl="1" indent="-285750">
              <a:spcBef>
                <a:spcPts val="0"/>
              </a:spcBef>
              <a:buFont typeface="Arial" panose="020B0604020202020204" pitchFamily="34" charset="0"/>
              <a:buChar char="•"/>
            </a:pPr>
            <a:r>
              <a:rPr lang="en-US" sz="2800">
                <a:latin typeface="+mn-lt"/>
              </a:rPr>
              <a:t>Red and far red light also signal spacing.</a:t>
            </a:r>
          </a:p>
          <a:p>
            <a:pPr marL="285750" lvl="1" indent="-285750">
              <a:buFont typeface="Arial" panose="020B0604020202020204" pitchFamily="34" charset="0"/>
              <a:buChar char="•"/>
            </a:pPr>
            <a:r>
              <a:rPr lang="en-US" sz="2800">
                <a:latin typeface="+mn-lt"/>
              </a:rPr>
              <a:t>Leaf shading increases the amount of far-red light relative to red light.</a:t>
            </a:r>
          </a:p>
          <a:p>
            <a:pPr marL="285750" lvl="1" indent="-285750">
              <a:buFont typeface="Arial" panose="020B0604020202020204" pitchFamily="34" charset="0"/>
              <a:buChar char="•"/>
            </a:pPr>
            <a:r>
              <a:rPr lang="en-US" sz="2800">
                <a:latin typeface="+mn-lt"/>
              </a:rPr>
              <a:t>Plants measure the amount of far-red light bounced back by neighboring plants.</a:t>
            </a:r>
          </a:p>
          <a:p>
            <a:pPr marL="285750" lvl="1" indent="-285750">
              <a:buFont typeface="Arial" panose="020B0604020202020204" pitchFamily="34" charset="0"/>
              <a:buChar char="•"/>
            </a:pPr>
            <a:r>
              <a:rPr lang="en-US" sz="2800">
                <a:latin typeface="+mn-lt"/>
              </a:rPr>
              <a:t>The more far-red light (relative to red light) perceived correlates to energy spent to grow taller, which is a strategy to outcompete others for sunlight.</a:t>
            </a:r>
          </a:p>
        </p:txBody>
      </p:sp>
      <p:sp>
        <p:nvSpPr>
          <p:cNvPr id="4" name="Slide Number Placeholder 3">
            <a:extLst>
              <a:ext uri="{FF2B5EF4-FFF2-40B4-BE49-F238E27FC236}">
                <a16:creationId xmlns:a16="http://schemas.microsoft.com/office/drawing/2014/main" id="{242086A3-5D9C-48A7-BD10-C5E75156FC9A}"/>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44</a:t>
            </a:fld>
            <a:endParaRPr lang="en-US" sz="8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342900" y="0"/>
            <a:ext cx="8458200" cy="822057"/>
          </a:xfrm>
        </p:spPr>
        <p:txBody>
          <a:bodyPr/>
          <a:lstStyle/>
          <a:p>
            <a:pPr algn="ctr"/>
            <a:r>
              <a:rPr lang="en-US" altLang="en-US" sz="3600">
                <a:solidFill>
                  <a:srgbClr val="242852"/>
                </a:solidFill>
                <a:latin typeface="+mj-lt"/>
              </a:rPr>
              <a:t>Circadian Rhythms</a:t>
            </a:r>
            <a:endParaRPr lang="en-US">
              <a:latin typeface="+mj-lt"/>
            </a:endParaRPr>
          </a:p>
        </p:txBody>
      </p:sp>
      <p:sp>
        <p:nvSpPr>
          <p:cNvPr id="5" name="Content Placeholder 2"/>
          <p:cNvSpPr>
            <a:spLocks noGrp="1"/>
          </p:cNvSpPr>
          <p:nvPr>
            <p:ph idx="1"/>
          </p:nvPr>
        </p:nvSpPr>
        <p:spPr>
          <a:xfrm>
            <a:off x="457200" y="1295400"/>
            <a:ext cx="7714527" cy="5036997"/>
          </a:xfrm>
        </p:spPr>
        <p:txBody>
          <a:bodyPr>
            <a:normAutofit lnSpcReduction="10000"/>
          </a:bodyPr>
          <a:lstStyle/>
          <a:p>
            <a:pPr marL="0" lvl="1" indent="0">
              <a:lnSpc>
                <a:spcPct val="90000"/>
              </a:lnSpc>
              <a:spcBef>
                <a:spcPts val="0"/>
              </a:spcBef>
              <a:buNone/>
            </a:pPr>
            <a:r>
              <a:rPr lang="en-US" sz="2800" b="1">
                <a:solidFill>
                  <a:srgbClr val="D90000"/>
                </a:solidFill>
                <a:latin typeface="+mn-lt"/>
              </a:rPr>
              <a:t>Circadian rhythms: </a:t>
            </a:r>
            <a:r>
              <a:rPr lang="en-US" sz="2800">
                <a:solidFill>
                  <a:prstClr val="black"/>
                </a:solidFill>
                <a:latin typeface="+mn-lt"/>
              </a:rPr>
              <a:t>Biological rhythms with a 24-hour cycle</a:t>
            </a:r>
          </a:p>
          <a:p>
            <a:pPr marL="0" lvl="1" indent="0">
              <a:lnSpc>
                <a:spcPct val="90000"/>
              </a:lnSpc>
              <a:buNone/>
            </a:pPr>
            <a:r>
              <a:rPr lang="en-US" sz="2800">
                <a:solidFill>
                  <a:prstClr val="black"/>
                </a:solidFill>
                <a:latin typeface="+mn-lt"/>
              </a:rPr>
              <a:t>Tend to be persistent</a:t>
            </a:r>
          </a:p>
          <a:p>
            <a:pPr marL="266700" lvl="2" indent="-266700">
              <a:lnSpc>
                <a:spcPct val="90000"/>
              </a:lnSpc>
            </a:pPr>
            <a:r>
              <a:rPr lang="en-US" sz="2400">
                <a:solidFill>
                  <a:prstClr val="black"/>
                </a:solidFill>
                <a:latin typeface="+mn-lt"/>
              </a:rPr>
              <a:t>Rhythm is maintained in the absence of environmental stimuli. </a:t>
            </a:r>
          </a:p>
          <a:p>
            <a:pPr marL="266700" lvl="2" indent="-266700">
              <a:lnSpc>
                <a:spcPct val="90000"/>
              </a:lnSpc>
            </a:pPr>
            <a:r>
              <a:rPr lang="en-US" sz="2400">
                <a:solidFill>
                  <a:prstClr val="black"/>
                </a:solidFill>
                <a:latin typeface="+mn-lt"/>
              </a:rPr>
              <a:t>Caused by </a:t>
            </a:r>
            <a:r>
              <a:rPr lang="en-US" sz="2400">
                <a:latin typeface="+mn-lt"/>
              </a:rPr>
              <a:t>a</a:t>
            </a:r>
            <a:r>
              <a:rPr lang="en-US" sz="2400" b="1">
                <a:solidFill>
                  <a:srgbClr val="ACCBF9">
                    <a:lumMod val="25000"/>
                  </a:srgbClr>
                </a:solidFill>
                <a:latin typeface="+mn-lt"/>
              </a:rPr>
              <a:t> </a:t>
            </a:r>
            <a:r>
              <a:rPr lang="en-US" sz="2400" b="1">
                <a:solidFill>
                  <a:srgbClr val="D90000"/>
                </a:solidFill>
                <a:latin typeface="+mn-lt"/>
              </a:rPr>
              <a:t>biological clock</a:t>
            </a:r>
          </a:p>
          <a:p>
            <a:pPr marL="266700" lvl="2" indent="-266700">
              <a:lnSpc>
                <a:spcPct val="90000"/>
              </a:lnSpc>
            </a:pPr>
            <a:r>
              <a:rPr lang="en-US" sz="2400">
                <a:solidFill>
                  <a:prstClr val="black"/>
                </a:solidFill>
                <a:latin typeface="+mn-lt"/>
              </a:rPr>
              <a:t>In plants with sleep movements, the sleep cycle changes when plant is kept in dim light</a:t>
            </a:r>
          </a:p>
          <a:p>
            <a:pPr marL="266700" lvl="2" indent="-266700">
              <a:lnSpc>
                <a:spcPct val="90000"/>
              </a:lnSpc>
            </a:pPr>
            <a:r>
              <a:rPr lang="en-US" sz="2400" b="1">
                <a:solidFill>
                  <a:prstClr val="black"/>
                </a:solidFill>
                <a:latin typeface="+mn-lt"/>
              </a:rPr>
              <a:t>Entrainment</a:t>
            </a:r>
            <a:r>
              <a:rPr lang="en-US" sz="2400">
                <a:solidFill>
                  <a:prstClr val="black"/>
                </a:solidFill>
                <a:latin typeface="+mn-lt"/>
              </a:rPr>
              <a:t> means to be synchronized to light at daybreak.</a:t>
            </a:r>
          </a:p>
        </p:txBody>
      </p:sp>
      <p:sp>
        <p:nvSpPr>
          <p:cNvPr id="4" name="Slide Number Placeholder 3">
            <a:extLst>
              <a:ext uri="{FF2B5EF4-FFF2-40B4-BE49-F238E27FC236}">
                <a16:creationId xmlns:a16="http://schemas.microsoft.com/office/drawing/2014/main" id="{67FE4423-7DAD-441B-B215-F8BC19847950}"/>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45</a:t>
            </a:fld>
            <a:endParaRPr lang="en-US" sz="800"/>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pPr algn="ctr"/>
            <a:r>
              <a:rPr lang="en-US" altLang="en-US">
                <a:solidFill>
                  <a:srgbClr val="242852"/>
                </a:solidFill>
                <a:latin typeface="+mj-lt"/>
              </a:rPr>
              <a:t>Examples of Circadian Rhythms</a:t>
            </a:r>
            <a:endParaRPr lang="en-US">
              <a:latin typeface="+mj-lt"/>
            </a:endParaRPr>
          </a:p>
        </p:txBody>
      </p:sp>
      <p:pic>
        <p:nvPicPr>
          <p:cNvPr id="25" name="Picture 2" descr="Set of two panels show oxalis plant  and morning glory at morning and night with a graph of the circadian rhythm.">
            <a:extLst>
              <a:ext uri="{FF2B5EF4-FFF2-40B4-BE49-F238E27FC236}">
                <a16:creationId xmlns:a16="http://schemas.microsoft.com/office/drawing/2014/main" id="{952D6F0B-207F-437B-8B07-A1A9FCF92C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4650" y="824800"/>
            <a:ext cx="6058451" cy="2625329"/>
          </a:xfrm>
          <a:prstGeom prst="rect">
            <a:avLst/>
          </a:prstGeom>
        </p:spPr>
      </p:pic>
      <p:pic>
        <p:nvPicPr>
          <p:cNvPr id="10" name="Picture 3" descr="Set of two panels show oxalis plant  and morning glory at morning and night with a graph of the circadian rhythm."/>
          <p:cNvPicPr>
            <a:picLocks noChangeAspect="1"/>
          </p:cNvPicPr>
          <p:nvPr/>
        </p:nvPicPr>
        <p:blipFill rotWithShape="1">
          <a:blip r:embed="rId4" cstate="print">
            <a:extLst>
              <a:ext uri="{28A0092B-C50C-407E-A947-70E740481C1C}">
                <a14:useLocalDpi xmlns:a14="http://schemas.microsoft.com/office/drawing/2010/main" val="0"/>
              </a:ext>
            </a:extLst>
          </a:blip>
          <a:srcRect t="5730"/>
          <a:stretch/>
        </p:blipFill>
        <p:spPr>
          <a:xfrm>
            <a:off x="3032578" y="3429000"/>
            <a:ext cx="3078843" cy="2329050"/>
          </a:xfrm>
          <a:prstGeom prst="rect">
            <a:avLst/>
          </a:prstGeom>
        </p:spPr>
      </p:pic>
      <p:sp>
        <p:nvSpPr>
          <p:cNvPr id="11" name="Content Placeholder 3"/>
          <p:cNvSpPr>
            <a:spLocks noGrp="1"/>
          </p:cNvSpPr>
          <p:nvPr>
            <p:ph type="body" sz="quarter" idx="18"/>
          </p:nvPr>
        </p:nvSpPr>
        <p:spPr>
          <a:xfrm>
            <a:off x="521258" y="5828675"/>
            <a:ext cx="8101481" cy="314325"/>
          </a:xfrm>
        </p:spPr>
        <p:txBody>
          <a:bodyPr>
            <a:normAutofit/>
          </a:bodyPr>
          <a:lstStyle/>
          <a:p>
            <a:r>
              <a:rPr lang="en-US" sz="1200">
                <a:solidFill>
                  <a:schemeClr val="tx1"/>
                </a:solidFill>
              </a:rPr>
              <a:t>Figure </a:t>
            </a:r>
            <a:r>
              <a:rPr lang="en-US" sz="1200"/>
              <a:t>26</a:t>
            </a:r>
            <a:r>
              <a:rPr lang="en-US" sz="1200">
                <a:solidFill>
                  <a:schemeClr val="tx1"/>
                </a:solidFill>
              </a:rPr>
              <a:t>.18</a:t>
            </a:r>
          </a:p>
        </p:txBody>
      </p:sp>
      <p:sp>
        <p:nvSpPr>
          <p:cNvPr id="20" name="Content Placeholder 4">
            <a:extLst>
              <a:ext uri="{FF2B5EF4-FFF2-40B4-BE49-F238E27FC236}">
                <a16:creationId xmlns:a16="http://schemas.microsoft.com/office/drawing/2014/main" id="{04C47FB5-70DA-40E7-849C-1D248EF769FF}"/>
              </a:ext>
            </a:extLst>
          </p:cNvPr>
          <p:cNvSpPr>
            <a:spLocks noGrp="1"/>
          </p:cNvSpPr>
          <p:nvPr>
            <p:ph type="body" sz="quarter" idx="21"/>
          </p:nvPr>
        </p:nvSpPr>
        <p:spPr>
          <a:xfrm>
            <a:off x="2922183" y="6163033"/>
            <a:ext cx="3299629" cy="271462"/>
          </a:xfrm>
        </p:spPr>
        <p:txBody>
          <a:bodyPr/>
          <a:lstStyle/>
          <a:p>
            <a:pPr algn="ctr"/>
            <a:r>
              <a:rPr lang="en-US" sz="1200">
                <a:latin typeface="+mn-lt"/>
                <a:hlinkClick r:id="rId5" action="ppaction://hlinksldjump"/>
              </a:rPr>
              <a:t>Access the text alternative for slide images.</a:t>
            </a:r>
            <a:endParaRPr lang="en-US" sz="1200">
              <a:latin typeface="+mn-lt"/>
            </a:endParaRPr>
          </a:p>
        </p:txBody>
      </p:sp>
      <p:sp>
        <p:nvSpPr>
          <p:cNvPr id="18" name="Content Placeholder 5"/>
          <p:cNvSpPr>
            <a:spLocks noGrp="1"/>
          </p:cNvSpPr>
          <p:nvPr>
            <p:ph sz="quarter" idx="4294967295"/>
          </p:nvPr>
        </p:nvSpPr>
        <p:spPr>
          <a:xfrm>
            <a:off x="2463240" y="6527952"/>
            <a:ext cx="6159500" cy="271462"/>
          </a:xfrm>
        </p:spPr>
        <p:txBody>
          <a:bodyPr/>
          <a:lstStyle/>
          <a:p>
            <a:pPr marL="0" lvl="0" indent="0" algn="r">
              <a:buNone/>
            </a:pPr>
            <a:r>
              <a:rPr lang="en-US" sz="800">
                <a:latin typeface="+mn-lt"/>
              </a:rPr>
              <a:t>(a) (both): Gretel Guest; (b) (morning): Michael Jenner/</a:t>
            </a:r>
            <a:r>
              <a:rPr lang="en-US" sz="800" err="1">
                <a:latin typeface="+mn-lt"/>
              </a:rPr>
              <a:t>Alamy</a:t>
            </a:r>
            <a:r>
              <a:rPr lang="en-US" sz="800">
                <a:latin typeface="+mn-lt"/>
              </a:rPr>
              <a:t> Stock Photo; (night): </a:t>
            </a:r>
            <a:r>
              <a:rPr lang="en-US" sz="800" err="1">
                <a:latin typeface="+mn-lt"/>
              </a:rPr>
              <a:t>JupiterImages</a:t>
            </a:r>
            <a:r>
              <a:rPr lang="en-US" sz="800">
                <a:latin typeface="+mn-lt"/>
              </a:rPr>
              <a:t>/Photos.com/360/Getty Images</a:t>
            </a:r>
          </a:p>
        </p:txBody>
      </p:sp>
      <p:sp>
        <p:nvSpPr>
          <p:cNvPr id="17" name="Slide Number Placeholder 6">
            <a:extLst>
              <a:ext uri="{FF2B5EF4-FFF2-40B4-BE49-F238E27FC236}">
                <a16:creationId xmlns:a16="http://schemas.microsoft.com/office/drawing/2014/main" id="{9FAA14F0-0E3B-43F5-803B-BDACB9CBB755}"/>
              </a:ext>
            </a:extLst>
          </p:cNvPr>
          <p:cNvSpPr txBox="1">
            <a:spLocks/>
          </p:cNvSpPr>
          <p:nvPr/>
        </p:nvSpPr>
        <p:spPr>
          <a:xfrm>
            <a:off x="8466639" y="6507919"/>
            <a:ext cx="461703" cy="314325"/>
          </a:xfrm>
          <a:prstGeom prst="rect">
            <a:avLst/>
          </a:prstGeom>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68151E55-6873-49E2-B8D5-2F265E6F1973}" type="slidenum">
              <a:rPr lang="en-US" sz="800" smtClean="0"/>
              <a:pPr algn="r"/>
              <a:t>46</a:t>
            </a:fld>
            <a:endParaRPr lang="en-US" sz="80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hidden="1">
            <a:extLst>
              <a:ext uri="{FF2B5EF4-FFF2-40B4-BE49-F238E27FC236}">
                <a16:creationId xmlns:a16="http://schemas.microsoft.com/office/drawing/2014/main" id="{2DB381F5-A910-4EE2-B9E1-BF7DADBC82F5}"/>
              </a:ext>
            </a:extLst>
          </p:cNvPr>
          <p:cNvSpPr>
            <a:spLocks noGrp="1"/>
          </p:cNvSpPr>
          <p:nvPr>
            <p:ph type="title"/>
          </p:nvPr>
        </p:nvSpPr>
        <p:spPr/>
        <p:txBody>
          <a:bodyPr/>
          <a:lstStyle/>
          <a:p>
            <a:r>
              <a:rPr lang="en-IN"/>
              <a:t>End of main content</a:t>
            </a:r>
          </a:p>
        </p:txBody>
      </p:sp>
      <p:sp>
        <p:nvSpPr>
          <p:cNvPr id="3" name="Content Placeholder 8">
            <a:extLst>
              <a:ext uri="{FF2B5EF4-FFF2-40B4-BE49-F238E27FC236}">
                <a16:creationId xmlns:a16="http://schemas.microsoft.com/office/drawing/2014/main" id="{F256B25A-E7A3-4EFE-8935-39C7BAD38734}"/>
              </a:ext>
            </a:extLst>
          </p:cNvPr>
          <p:cNvSpPr txBox="1">
            <a:spLocks/>
          </p:cNvSpPr>
          <p:nvPr/>
        </p:nvSpPr>
        <p:spPr>
          <a:xfrm>
            <a:off x="0" y="6383045"/>
            <a:ext cx="9144000" cy="47495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800">
                <a:solidFill>
                  <a:srgbClr val="222222"/>
                </a:solidFill>
                <a:latin typeface="Arial" panose="020B0604020202020204" pitchFamily="34" charset="0"/>
              </a:rPr>
              <a:t>Copyright 2022 © McGraw Hill LLC. All rights reserved. No reproduction or distribution without the prior written consent of McGraw Hill LLC.</a:t>
            </a:r>
            <a:endParaRPr lang="en-US" sz="800"/>
          </a:p>
        </p:txBody>
      </p:sp>
    </p:spTree>
    <p:extLst>
      <p:ext uri="{BB962C8B-B14F-4D97-AF65-F5344CB8AC3E}">
        <p14:creationId xmlns:p14="http://schemas.microsoft.com/office/powerpoint/2010/main" val="3150389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737D552-265F-4B72-AC96-158D0C5E1A32}"/>
              </a:ext>
            </a:extLst>
          </p:cNvPr>
          <p:cNvSpPr>
            <a:spLocks noGrp="1"/>
          </p:cNvSpPr>
          <p:nvPr>
            <p:ph type="title"/>
          </p:nvPr>
        </p:nvSpPr>
        <p:spPr/>
        <p:txBody>
          <a:bodyPr/>
          <a:lstStyle/>
          <a:p>
            <a:r>
              <a:rPr lang="en-US" noProof="0"/>
              <a:t>Accessibility Content: Text Alternatives for Images</a:t>
            </a:r>
            <a:endParaRPr lang="en-IN"/>
          </a:p>
        </p:txBody>
      </p:sp>
    </p:spTree>
    <p:extLst>
      <p:ext uri="{BB962C8B-B14F-4D97-AF65-F5344CB8AC3E}">
        <p14:creationId xmlns:p14="http://schemas.microsoft.com/office/powerpoint/2010/main" val="2475115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44C2933-9AB3-4B95-A07A-9B3AC82FF331}"/>
              </a:ext>
            </a:extLst>
          </p:cNvPr>
          <p:cNvSpPr>
            <a:spLocks noGrp="1"/>
          </p:cNvSpPr>
          <p:nvPr>
            <p:ph type="title"/>
          </p:nvPr>
        </p:nvSpPr>
        <p:spPr/>
        <p:txBody>
          <a:bodyPr/>
          <a:lstStyle/>
          <a:p>
            <a:r>
              <a:rPr lang="en-US" altLang="en-US"/>
              <a:t>Signal Transduction in Plants</a:t>
            </a:r>
            <a:r>
              <a:rPr lang="en-US"/>
              <a:t> - Text Alternative</a:t>
            </a:r>
            <a:endParaRPr lang="en-IN"/>
          </a:p>
        </p:txBody>
      </p:sp>
      <p:sp>
        <p:nvSpPr>
          <p:cNvPr id="5" name="Text Placeholder 2">
            <a:extLst>
              <a:ext uri="{FF2B5EF4-FFF2-40B4-BE49-F238E27FC236}">
                <a16:creationId xmlns:a16="http://schemas.microsoft.com/office/drawing/2014/main" id="{180637A7-959C-46FA-8053-AB4BA177A1EA}"/>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6" name="Content Placeholder 3">
            <a:extLst>
              <a:ext uri="{FF2B5EF4-FFF2-40B4-BE49-F238E27FC236}">
                <a16:creationId xmlns:a16="http://schemas.microsoft.com/office/drawing/2014/main" id="{EB74C14A-55D6-4118-8DF9-A182DABB7080}"/>
              </a:ext>
            </a:extLst>
          </p:cNvPr>
          <p:cNvSpPr>
            <a:spLocks noGrp="1"/>
          </p:cNvSpPr>
          <p:nvPr>
            <p:ph sz="quarter" idx="21"/>
          </p:nvPr>
        </p:nvSpPr>
        <p:spPr/>
        <p:txBody>
          <a:bodyPr/>
          <a:lstStyle/>
          <a:p>
            <a:pPr lvl="0"/>
            <a:r>
              <a:rPr lang="en-US"/>
              <a:t>The steps are given as follows: </a:t>
            </a:r>
          </a:p>
          <a:p>
            <a:pPr lvl="0"/>
            <a:r>
              <a:rPr lang="en-US"/>
              <a:t>1. Receptor: Molecules in the plasma membrane, cytoplasm, or nucleus that receives signal and becomes activated.</a:t>
            </a:r>
          </a:p>
          <a:p>
            <a:pPr lvl="0"/>
            <a:r>
              <a:rPr lang="en-US"/>
              <a:t>2. Blue light signals relay proteins.</a:t>
            </a:r>
          </a:p>
          <a:p>
            <a:pPr lvl="0"/>
            <a:r>
              <a:rPr lang="en-US"/>
              <a:t>3. Transduction pathway: A series of relay proteins that amplify and convert the original signal into one that affects cellular machinery.</a:t>
            </a:r>
          </a:p>
          <a:p>
            <a:pPr lvl="0"/>
            <a:r>
              <a:rPr lang="en-US"/>
              <a:t>4. Above steps leads to gene expression changes.</a:t>
            </a:r>
          </a:p>
          <a:p>
            <a:pPr lvl="0"/>
            <a:r>
              <a:rPr lang="en-US"/>
              <a:t>5. Results in defense responses, responses include bending of stem, and growth of roots. Most often a change in gene expression affects plant growth and development.</a:t>
            </a:r>
            <a:endParaRPr lang="en-GB"/>
          </a:p>
        </p:txBody>
      </p:sp>
      <p:sp>
        <p:nvSpPr>
          <p:cNvPr id="7" name="Text Placeholder 4">
            <a:extLst>
              <a:ext uri="{FF2B5EF4-FFF2-40B4-BE49-F238E27FC236}">
                <a16:creationId xmlns:a16="http://schemas.microsoft.com/office/drawing/2014/main" id="{19F13CA7-A55A-49B3-9604-348B81AE2D88}"/>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3" name="Slide Number Placeholder 5">
            <a:extLst>
              <a:ext uri="{FF2B5EF4-FFF2-40B4-BE49-F238E27FC236}">
                <a16:creationId xmlns:a16="http://schemas.microsoft.com/office/drawing/2014/main" id="{CC239667-E29E-4838-9BC8-1A87FE42C43A}"/>
              </a:ext>
            </a:extLst>
          </p:cNvPr>
          <p:cNvSpPr>
            <a:spLocks noGrp="1"/>
          </p:cNvSpPr>
          <p:nvPr>
            <p:ph type="sldNum" sz="quarter" idx="10"/>
          </p:nvPr>
        </p:nvSpPr>
        <p:spPr/>
        <p:txBody>
          <a:bodyPr/>
          <a:lstStyle/>
          <a:p>
            <a:fld id="{68151E55-6873-49E2-B8D5-2F265E6F1973}" type="slidenum">
              <a:rPr lang="en-US" smtClean="0"/>
              <a:pPr/>
              <a:t>49</a:t>
            </a:fld>
            <a:endParaRPr lang="en-US"/>
          </a:p>
        </p:txBody>
      </p:sp>
    </p:spTree>
    <p:extLst>
      <p:ext uri="{BB962C8B-B14F-4D97-AF65-F5344CB8AC3E}">
        <p14:creationId xmlns:p14="http://schemas.microsoft.com/office/powerpoint/2010/main" val="6519154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1E49D-CD0F-4FF5-BCC5-2DDE659B4009}"/>
              </a:ext>
            </a:extLst>
          </p:cNvPr>
          <p:cNvSpPr>
            <a:spLocks noGrp="1"/>
          </p:cNvSpPr>
          <p:nvPr>
            <p:ph type="title"/>
          </p:nvPr>
        </p:nvSpPr>
        <p:spPr/>
        <p:txBody>
          <a:bodyPr/>
          <a:lstStyle/>
          <a:p>
            <a:r>
              <a:rPr lang="en-US"/>
              <a:t>Plant Hormones - Text Alternative</a:t>
            </a:r>
            <a:endParaRPr lang="en-IN"/>
          </a:p>
        </p:txBody>
      </p:sp>
      <p:sp>
        <p:nvSpPr>
          <p:cNvPr id="3" name="Text Placeholder 2">
            <a:extLst>
              <a:ext uri="{FF2B5EF4-FFF2-40B4-BE49-F238E27FC236}">
                <a16:creationId xmlns:a16="http://schemas.microsoft.com/office/drawing/2014/main" id="{BB197F4A-04AB-4CC3-9766-B98A73431C2F}"/>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05157D01-DCD9-42E4-BA4B-D964E230DE27}"/>
              </a:ext>
            </a:extLst>
          </p:cNvPr>
          <p:cNvSpPr>
            <a:spLocks noGrp="1"/>
          </p:cNvSpPr>
          <p:nvPr>
            <p:ph sz="quarter" idx="21"/>
          </p:nvPr>
        </p:nvSpPr>
        <p:spPr/>
        <p:txBody>
          <a:bodyPr>
            <a:normAutofit/>
          </a:bodyPr>
          <a:lstStyle/>
          <a:p>
            <a:r>
              <a:rPr lang="en-US" b="0" i="0" u="none" strike="noStrike" dirty="0">
                <a:solidFill>
                  <a:srgbClr val="000000"/>
                </a:solidFill>
                <a:effectLst/>
                <a:latin typeface="+mn-lt"/>
                <a:cs typeface="Calibri" panose="020F0502020204030204" pitchFamily="34" charset="0"/>
              </a:rPr>
              <a:t>The data for hormone with structures, plant use and commercial use is as follows: </a:t>
            </a:r>
            <a:br>
              <a:rPr lang="en-US" b="0" i="0" u="none" strike="noStrike" dirty="0">
                <a:solidFill>
                  <a:srgbClr val="000000"/>
                </a:solidFill>
                <a:effectLst/>
                <a:latin typeface="+mn-lt"/>
                <a:cs typeface="Calibri" panose="020F0502020204030204" pitchFamily="34" charset="0"/>
              </a:rPr>
            </a:br>
            <a:r>
              <a:rPr lang="en-US" b="0" i="0" u="none" strike="noStrike" dirty="0">
                <a:solidFill>
                  <a:srgbClr val="000000"/>
                </a:solidFill>
                <a:effectLst/>
                <a:latin typeface="+mn-lt"/>
                <a:cs typeface="Calibri" panose="020F0502020204030204" pitchFamily="34" charset="0"/>
              </a:rPr>
              <a:t>Auxin (indoleacetic acid; IAA): Growth of roots and fruits, prevents the loss of leaves; and induces fruit production without pollination, used in commercial herbicides (2,4-D)</a:t>
            </a:r>
            <a:br>
              <a:rPr lang="en-US" b="0" i="0" u="none" strike="noStrike" dirty="0">
                <a:solidFill>
                  <a:srgbClr val="000000"/>
                </a:solidFill>
                <a:effectLst/>
                <a:latin typeface="+mn-lt"/>
                <a:cs typeface="Calibri" panose="020F0502020204030204" pitchFamily="34" charset="0"/>
              </a:rPr>
            </a:br>
            <a:r>
              <a:rPr lang="en-US" b="0" i="0" u="none" strike="noStrike" dirty="0">
                <a:solidFill>
                  <a:srgbClr val="000000"/>
                </a:solidFill>
                <a:effectLst/>
                <a:latin typeface="+mn-lt"/>
                <a:cs typeface="Calibri" panose="020F0502020204030204" pitchFamily="34" charset="0"/>
              </a:rPr>
              <a:t>Gibberellins (gibberellic acid; GA3): Stem elongation and increase growth and size of the plants, breaks the dormancy cycle. </a:t>
            </a:r>
            <a:br>
              <a:rPr lang="en-US" b="0" i="0" u="none" strike="noStrike" dirty="0">
                <a:solidFill>
                  <a:srgbClr val="000000"/>
                </a:solidFill>
                <a:effectLst/>
                <a:latin typeface="+mn-lt"/>
                <a:cs typeface="Calibri" panose="020F0502020204030204" pitchFamily="34" charset="0"/>
              </a:rPr>
            </a:br>
            <a:r>
              <a:rPr lang="en-US" b="0" i="0" u="none" strike="noStrike" dirty="0" err="1">
                <a:solidFill>
                  <a:srgbClr val="000000"/>
                </a:solidFill>
                <a:effectLst/>
                <a:latin typeface="+mn-lt"/>
                <a:cs typeface="Calibri" panose="020F0502020204030204" pitchFamily="34" charset="0"/>
              </a:rPr>
              <a:t>Cytokinins</a:t>
            </a:r>
            <a:r>
              <a:rPr lang="en-US" b="0" i="0" u="none" strike="noStrike" dirty="0">
                <a:solidFill>
                  <a:srgbClr val="000000"/>
                </a:solidFill>
                <a:effectLst/>
                <a:latin typeface="+mn-lt"/>
                <a:cs typeface="Calibri" panose="020F0502020204030204" pitchFamily="34" charset="0"/>
              </a:rPr>
              <a:t> (zeatin): Cell division, prevents senescence; and prolong the shelf life of flowers and vegetables. </a:t>
            </a:r>
            <a:br>
              <a:rPr lang="en-US" b="0" i="0" u="none" strike="noStrike" dirty="0">
                <a:solidFill>
                  <a:srgbClr val="000000"/>
                </a:solidFill>
                <a:effectLst/>
                <a:latin typeface="+mn-lt"/>
                <a:cs typeface="Calibri" panose="020F0502020204030204" pitchFamily="34" charset="0"/>
              </a:rPr>
            </a:br>
            <a:r>
              <a:rPr lang="en-US" b="0" i="0" u="none" strike="noStrike" dirty="0">
                <a:solidFill>
                  <a:srgbClr val="000000"/>
                </a:solidFill>
                <a:effectLst/>
                <a:latin typeface="+mn-lt"/>
                <a:cs typeface="Calibri" panose="020F0502020204030204" pitchFamily="34" charset="0"/>
              </a:rPr>
              <a:t>Abscisic acid (abscisic acid; ABA): Initiates and maintains seed and bud dormancy; and commercial thinning of fruits to promote growth in the remaining fruit. </a:t>
            </a:r>
            <a:br>
              <a:rPr lang="en-US" b="0" i="0" u="none" strike="noStrike" dirty="0">
                <a:solidFill>
                  <a:srgbClr val="000000"/>
                </a:solidFill>
                <a:effectLst/>
                <a:latin typeface="+mn-lt"/>
                <a:cs typeface="Calibri" panose="020F0502020204030204" pitchFamily="34" charset="0"/>
              </a:rPr>
            </a:br>
            <a:r>
              <a:rPr lang="en-US" b="0" i="0" u="none" strike="noStrike" dirty="0">
                <a:solidFill>
                  <a:srgbClr val="000000"/>
                </a:solidFill>
                <a:effectLst/>
                <a:latin typeface="+mn-lt"/>
                <a:cs typeface="Calibri" panose="020F0502020204030204" pitchFamily="34" charset="0"/>
              </a:rPr>
              <a:t>Ethylene: Abscission and ripening of fruit; and ripening of fruits and vegetables for market.</a:t>
            </a:r>
            <a:endParaRPr lang="en-IN" sz="1100" dirty="0">
              <a:latin typeface="+mn-lt"/>
              <a:cs typeface="Calibri" panose="020F0502020204030204" pitchFamily="34" charset="0"/>
            </a:endParaRPr>
          </a:p>
        </p:txBody>
      </p:sp>
      <p:sp>
        <p:nvSpPr>
          <p:cNvPr id="5" name="Text Placeholder 4">
            <a:extLst>
              <a:ext uri="{FF2B5EF4-FFF2-40B4-BE49-F238E27FC236}">
                <a16:creationId xmlns:a16="http://schemas.microsoft.com/office/drawing/2014/main" id="{729743C7-47E8-4B90-A054-11DAFCAE542E}"/>
              </a:ext>
            </a:extLst>
          </p:cNvPr>
          <p:cNvSpPr>
            <a:spLocks noGrp="1"/>
          </p:cNvSpPr>
          <p:nvPr>
            <p:ph type="body" sz="quarter" idx="22"/>
          </p:nvPr>
        </p:nvSpPr>
        <p:spPr/>
        <p:txBody>
          <a:bodyPr/>
          <a:lstStyle/>
          <a:p>
            <a:r>
              <a:rPr lang="en-US" dirty="0">
                <a:hlinkClick r:id="rId2" action="ppaction://hlinksldjump"/>
              </a:rPr>
              <a:t>Return to parent-slide containing images.</a:t>
            </a:r>
            <a:endParaRPr lang="en-IN" dirty="0"/>
          </a:p>
        </p:txBody>
      </p:sp>
      <p:sp>
        <p:nvSpPr>
          <p:cNvPr id="6" name="Slide Number Placeholder 5">
            <a:extLst>
              <a:ext uri="{FF2B5EF4-FFF2-40B4-BE49-F238E27FC236}">
                <a16:creationId xmlns:a16="http://schemas.microsoft.com/office/drawing/2014/main" id="{08276F6A-E956-4C8E-A477-37A54B90A2C7}"/>
              </a:ext>
            </a:extLst>
          </p:cNvPr>
          <p:cNvSpPr>
            <a:spLocks noGrp="1"/>
          </p:cNvSpPr>
          <p:nvPr>
            <p:ph type="sldNum" sz="quarter" idx="10"/>
          </p:nvPr>
        </p:nvSpPr>
        <p:spPr/>
        <p:txBody>
          <a:bodyPr/>
          <a:lstStyle/>
          <a:p>
            <a:fld id="{68151E55-6873-49E2-B8D5-2F265E6F1973}" type="slidenum">
              <a:rPr lang="en-US" smtClean="0"/>
              <a:t>50</a:t>
            </a:fld>
            <a:endParaRPr lang="en-US"/>
          </a:p>
        </p:txBody>
      </p:sp>
    </p:spTree>
    <p:extLst>
      <p:ext uri="{BB962C8B-B14F-4D97-AF65-F5344CB8AC3E}">
        <p14:creationId xmlns:p14="http://schemas.microsoft.com/office/powerpoint/2010/main" val="7899441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9291D-D71F-42A4-A6E8-7CFF1C9307AE}"/>
              </a:ext>
            </a:extLst>
          </p:cNvPr>
          <p:cNvSpPr>
            <a:spLocks noGrp="1"/>
          </p:cNvSpPr>
          <p:nvPr>
            <p:ph type="title"/>
          </p:nvPr>
        </p:nvSpPr>
        <p:spPr/>
        <p:txBody>
          <a:bodyPr/>
          <a:lstStyle/>
          <a:p>
            <a:r>
              <a:rPr lang="en-US" altLang="en-US"/>
              <a:t>Auxin and Phototropism</a:t>
            </a:r>
            <a:r>
              <a:rPr lang="en-US"/>
              <a:t> - Text Alternative</a:t>
            </a:r>
            <a:endParaRPr lang="en-IN"/>
          </a:p>
        </p:txBody>
      </p:sp>
      <p:sp>
        <p:nvSpPr>
          <p:cNvPr id="3" name="Text Placeholder 2">
            <a:extLst>
              <a:ext uri="{FF2B5EF4-FFF2-40B4-BE49-F238E27FC236}">
                <a16:creationId xmlns:a16="http://schemas.microsoft.com/office/drawing/2014/main" id="{CE9A5B6F-D1BA-4ECF-A920-11DF1F05DCBA}"/>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5D09D55A-2653-4636-9B9E-ABA8E3503477}"/>
              </a:ext>
            </a:extLst>
          </p:cNvPr>
          <p:cNvSpPr>
            <a:spLocks noGrp="1"/>
          </p:cNvSpPr>
          <p:nvPr>
            <p:ph sz="quarter" idx="21"/>
          </p:nvPr>
        </p:nvSpPr>
        <p:spPr/>
        <p:txBody>
          <a:bodyPr/>
          <a:lstStyle/>
          <a:p>
            <a:r>
              <a:rPr lang="en-US"/>
              <a:t>An intact coleoptile tip contains auxin and is removed and placed on agar so that the auxin diffuses from the tip into the agar. The agar is then placed back on the seedling to one side of the coleoptile and curvature of the seedling is observed beneath the agar in response to the auxin in the agar</a:t>
            </a:r>
            <a:endParaRPr lang="en-IN"/>
          </a:p>
        </p:txBody>
      </p:sp>
      <p:sp>
        <p:nvSpPr>
          <p:cNvPr id="5" name="Text Placeholder 4">
            <a:extLst>
              <a:ext uri="{FF2B5EF4-FFF2-40B4-BE49-F238E27FC236}">
                <a16:creationId xmlns:a16="http://schemas.microsoft.com/office/drawing/2014/main" id="{2DD05603-2FC5-44D5-BF70-BAF38910EFB9}"/>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192EF24A-6848-4800-BF0C-A8D7DC632F16}"/>
              </a:ext>
            </a:extLst>
          </p:cNvPr>
          <p:cNvSpPr>
            <a:spLocks noGrp="1"/>
          </p:cNvSpPr>
          <p:nvPr>
            <p:ph type="sldNum" sz="quarter" idx="10"/>
          </p:nvPr>
        </p:nvSpPr>
        <p:spPr/>
        <p:txBody>
          <a:bodyPr/>
          <a:lstStyle/>
          <a:p>
            <a:fld id="{68151E55-6873-49E2-B8D5-2F265E6F1973}" type="slidenum">
              <a:rPr lang="en-US" smtClean="0"/>
              <a:t>51</a:t>
            </a:fld>
            <a:endParaRPr lang="en-US"/>
          </a:p>
        </p:txBody>
      </p:sp>
    </p:spTree>
    <p:extLst>
      <p:ext uri="{BB962C8B-B14F-4D97-AF65-F5344CB8AC3E}">
        <p14:creationId xmlns:p14="http://schemas.microsoft.com/office/powerpoint/2010/main" val="22978768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C22CE4-AA01-4940-A25E-AF49107E97FF}"/>
              </a:ext>
            </a:extLst>
          </p:cNvPr>
          <p:cNvSpPr>
            <a:spLocks noGrp="1"/>
          </p:cNvSpPr>
          <p:nvPr>
            <p:ph type="title"/>
          </p:nvPr>
        </p:nvSpPr>
        <p:spPr/>
        <p:txBody>
          <a:bodyPr/>
          <a:lstStyle/>
          <a:p>
            <a:r>
              <a:rPr lang="en-US" altLang="en-US">
                <a:solidFill>
                  <a:srgbClr val="002060"/>
                </a:solidFill>
              </a:rPr>
              <a:t>Expansion of the Cell Wall on the Shady Side of a Plant</a:t>
            </a:r>
            <a:r>
              <a:rPr lang="en-US"/>
              <a:t> - Text Alternative</a:t>
            </a:r>
            <a:endParaRPr lang="en-IN"/>
          </a:p>
        </p:txBody>
      </p:sp>
      <p:sp>
        <p:nvSpPr>
          <p:cNvPr id="3" name="Text Placeholder 2">
            <a:extLst>
              <a:ext uri="{FF2B5EF4-FFF2-40B4-BE49-F238E27FC236}">
                <a16:creationId xmlns:a16="http://schemas.microsoft.com/office/drawing/2014/main" id="{AF97A6F4-0D33-4F86-A6D0-2109FECC10B7}"/>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3801BD60-6C9D-4011-AE0D-3B0FE8A4ADA4}"/>
              </a:ext>
            </a:extLst>
          </p:cNvPr>
          <p:cNvSpPr>
            <a:spLocks noGrp="1"/>
          </p:cNvSpPr>
          <p:nvPr>
            <p:ph sz="quarter" idx="21"/>
          </p:nvPr>
        </p:nvSpPr>
        <p:spPr/>
        <p:txBody>
          <a:bodyPr/>
          <a:lstStyle/>
          <a:p>
            <a:r>
              <a:rPr lang="en-US"/>
              <a:t>In a, the four phases are as follows:</a:t>
            </a:r>
          </a:p>
          <a:p>
            <a:r>
              <a:rPr lang="en-US"/>
              <a:t>1. Auxin binds to receptors.</a:t>
            </a:r>
          </a:p>
          <a:p>
            <a:r>
              <a:rPr lang="en-US"/>
              <a:t>2. Hydrogen ions are actively pumped into the cell wall area. As the pH decreases, enzymes that can break down cellulose fibers are activated in the cell wall. </a:t>
            </a:r>
          </a:p>
          <a:p>
            <a:r>
              <a:rPr lang="en-US"/>
              <a:t>3. Cellulose fibers break, loosening the wall and decreasing turgor pressure in the cell. </a:t>
            </a:r>
          </a:p>
          <a:p>
            <a:r>
              <a:rPr lang="en-US"/>
              <a:t>4. The cell expands as turgor pressure inside the cell increases, and a new, longer wall is rebuilt.</a:t>
            </a:r>
          </a:p>
          <a:p>
            <a:r>
              <a:rPr lang="en-US"/>
              <a:t>In b, the diagram of stem of a plant shows left side as lit and right as shady.</a:t>
            </a:r>
            <a:endParaRPr lang="en-IN"/>
          </a:p>
        </p:txBody>
      </p:sp>
      <p:sp>
        <p:nvSpPr>
          <p:cNvPr id="5" name="Text Placeholder 4">
            <a:extLst>
              <a:ext uri="{FF2B5EF4-FFF2-40B4-BE49-F238E27FC236}">
                <a16:creationId xmlns:a16="http://schemas.microsoft.com/office/drawing/2014/main" id="{15396548-9343-48F3-B745-FF7F363B903C}"/>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6BC46926-31B5-4A63-8091-B99130E421E7}"/>
              </a:ext>
            </a:extLst>
          </p:cNvPr>
          <p:cNvSpPr>
            <a:spLocks noGrp="1"/>
          </p:cNvSpPr>
          <p:nvPr>
            <p:ph type="sldNum" sz="quarter" idx="10"/>
          </p:nvPr>
        </p:nvSpPr>
        <p:spPr/>
        <p:txBody>
          <a:bodyPr/>
          <a:lstStyle/>
          <a:p>
            <a:fld id="{68151E55-6873-49E2-B8D5-2F265E6F1973}" type="slidenum">
              <a:rPr lang="en-US" smtClean="0"/>
              <a:t>52</a:t>
            </a:fld>
            <a:endParaRPr lang="en-US"/>
          </a:p>
        </p:txBody>
      </p:sp>
    </p:spTree>
    <p:extLst>
      <p:ext uri="{BB962C8B-B14F-4D97-AF65-F5344CB8AC3E}">
        <p14:creationId xmlns:p14="http://schemas.microsoft.com/office/powerpoint/2010/main" val="42000577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0C3B5-E02F-4731-BE56-7C0841705452}"/>
              </a:ext>
            </a:extLst>
          </p:cNvPr>
          <p:cNvSpPr>
            <a:spLocks noGrp="1"/>
          </p:cNvSpPr>
          <p:nvPr>
            <p:ph type="title"/>
          </p:nvPr>
        </p:nvSpPr>
        <p:spPr/>
        <p:txBody>
          <a:bodyPr/>
          <a:lstStyle/>
          <a:p>
            <a:r>
              <a:rPr lang="en-US" altLang="en-US">
                <a:solidFill>
                  <a:srgbClr val="002060"/>
                </a:solidFill>
              </a:rPr>
              <a:t>Ethylene Ripens Fruit</a:t>
            </a:r>
            <a:r>
              <a:rPr lang="en-US"/>
              <a:t> - Text Alternative</a:t>
            </a:r>
            <a:r>
              <a:rPr lang="en-US" altLang="en-US">
                <a:solidFill>
                  <a:srgbClr val="002060"/>
                </a:solidFill>
              </a:rPr>
              <a:t> </a:t>
            </a:r>
            <a:endParaRPr lang="en-IN"/>
          </a:p>
        </p:txBody>
      </p:sp>
      <p:sp>
        <p:nvSpPr>
          <p:cNvPr id="3" name="Text Placeholder 2">
            <a:extLst>
              <a:ext uri="{FF2B5EF4-FFF2-40B4-BE49-F238E27FC236}">
                <a16:creationId xmlns:a16="http://schemas.microsoft.com/office/drawing/2014/main" id="{98C0ACC7-F920-4634-AF11-868726EDB2A9}"/>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2DE24456-9B29-44CE-B1E7-1280C11C3090}"/>
              </a:ext>
            </a:extLst>
          </p:cNvPr>
          <p:cNvSpPr>
            <a:spLocks noGrp="1"/>
          </p:cNvSpPr>
          <p:nvPr>
            <p:ph sz="quarter" idx="21"/>
          </p:nvPr>
        </p:nvSpPr>
        <p:spPr/>
        <p:txBody>
          <a:bodyPr/>
          <a:lstStyle/>
          <a:p>
            <a:r>
              <a:rPr lang="en-IN"/>
              <a:t>Ethylene synthesis (in plant) results in ripe tomato harvest.</a:t>
            </a:r>
          </a:p>
          <a:p>
            <a:r>
              <a:rPr lang="en-IN"/>
              <a:t>The gene for ethylene biosynthesis enzyme in DNA leads to transcription in messenger RNA which after translation leads to functional enzyme for ethylene biosynthesis. </a:t>
            </a:r>
          </a:p>
          <a:p>
            <a:r>
              <a:rPr lang="en-IN"/>
              <a:t>No ethylene synthesis leads to green tomato harvest. </a:t>
            </a:r>
          </a:p>
        </p:txBody>
      </p:sp>
      <p:sp>
        <p:nvSpPr>
          <p:cNvPr id="5" name="Text Placeholder 4">
            <a:extLst>
              <a:ext uri="{FF2B5EF4-FFF2-40B4-BE49-F238E27FC236}">
                <a16:creationId xmlns:a16="http://schemas.microsoft.com/office/drawing/2014/main" id="{2E90ADE9-24D1-4AFD-80E4-158F297F361F}"/>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673A82C7-F557-4143-9C5B-DDE80A8FECF3}"/>
              </a:ext>
            </a:extLst>
          </p:cNvPr>
          <p:cNvSpPr>
            <a:spLocks noGrp="1"/>
          </p:cNvSpPr>
          <p:nvPr>
            <p:ph type="sldNum" sz="quarter" idx="10"/>
          </p:nvPr>
        </p:nvSpPr>
        <p:spPr/>
        <p:txBody>
          <a:bodyPr/>
          <a:lstStyle/>
          <a:p>
            <a:fld id="{68151E55-6873-49E2-B8D5-2F265E6F1973}" type="slidenum">
              <a:rPr lang="en-US" smtClean="0"/>
              <a:t>53</a:t>
            </a:fld>
            <a:endParaRPr lang="en-US"/>
          </a:p>
        </p:txBody>
      </p:sp>
    </p:spTree>
    <p:extLst>
      <p:ext uri="{BB962C8B-B14F-4D97-AF65-F5344CB8AC3E}">
        <p14:creationId xmlns:p14="http://schemas.microsoft.com/office/powerpoint/2010/main" val="40337620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92D3-2DFF-4CB7-915B-09766614B3BD}"/>
              </a:ext>
            </a:extLst>
          </p:cNvPr>
          <p:cNvSpPr>
            <a:spLocks noGrp="1"/>
          </p:cNvSpPr>
          <p:nvPr>
            <p:ph type="title"/>
          </p:nvPr>
        </p:nvSpPr>
        <p:spPr/>
        <p:txBody>
          <a:bodyPr/>
          <a:lstStyle/>
          <a:p>
            <a:r>
              <a:rPr lang="en-US" altLang="en-US">
                <a:solidFill>
                  <a:srgbClr val="242852"/>
                </a:solidFill>
                <a:latin typeface="+mj-lt"/>
              </a:rPr>
              <a:t>Gravitropism Examples</a:t>
            </a:r>
            <a:r>
              <a:rPr lang="en-US"/>
              <a:t> - Text Alternative</a:t>
            </a:r>
            <a:r>
              <a:rPr lang="en-US" altLang="en-US">
                <a:solidFill>
                  <a:srgbClr val="002060"/>
                </a:solidFill>
              </a:rPr>
              <a:t> </a:t>
            </a:r>
            <a:endParaRPr lang="en-IN"/>
          </a:p>
        </p:txBody>
      </p:sp>
      <p:sp>
        <p:nvSpPr>
          <p:cNvPr id="3" name="Text Placeholder 2">
            <a:extLst>
              <a:ext uri="{FF2B5EF4-FFF2-40B4-BE49-F238E27FC236}">
                <a16:creationId xmlns:a16="http://schemas.microsoft.com/office/drawing/2014/main" id="{7D0FE2FA-C303-4735-839E-E4B814FC12E6}"/>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1EC49C4D-A143-4496-96C4-C43C22EB030A}"/>
              </a:ext>
            </a:extLst>
          </p:cNvPr>
          <p:cNvSpPr>
            <a:spLocks noGrp="1"/>
          </p:cNvSpPr>
          <p:nvPr>
            <p:ph sz="quarter" idx="21"/>
          </p:nvPr>
        </p:nvSpPr>
        <p:spPr/>
        <p:txBody>
          <a:bodyPr/>
          <a:lstStyle/>
          <a:p>
            <a:r>
              <a:rPr lang="en-US"/>
              <a:t>a) Corn with shoot growing upward and root growing downward.</a:t>
            </a:r>
          </a:p>
          <a:p>
            <a:r>
              <a:rPr lang="en-US"/>
              <a:t>b) Micrograph shows deposition of dark colored dots at the bottom of each cell in the direction of gravity.</a:t>
            </a:r>
          </a:p>
          <a:p>
            <a:r>
              <a:rPr lang="en-US"/>
              <a:t>c) A pot of plant placed horizontally in a closed glass chamber, clinostat.</a:t>
            </a:r>
            <a:endParaRPr lang="en-IN"/>
          </a:p>
        </p:txBody>
      </p:sp>
      <p:sp>
        <p:nvSpPr>
          <p:cNvPr id="5" name="Text Placeholder 4">
            <a:extLst>
              <a:ext uri="{FF2B5EF4-FFF2-40B4-BE49-F238E27FC236}">
                <a16:creationId xmlns:a16="http://schemas.microsoft.com/office/drawing/2014/main" id="{874403A9-CEE0-44CD-8850-C08D901B3BAE}"/>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33C058DD-F5DB-4242-BBB7-9B8224EC1BCF}"/>
              </a:ext>
            </a:extLst>
          </p:cNvPr>
          <p:cNvSpPr>
            <a:spLocks noGrp="1"/>
          </p:cNvSpPr>
          <p:nvPr>
            <p:ph type="sldNum" sz="quarter" idx="10"/>
          </p:nvPr>
        </p:nvSpPr>
        <p:spPr/>
        <p:txBody>
          <a:bodyPr/>
          <a:lstStyle/>
          <a:p>
            <a:fld id="{68151E55-6873-49E2-B8D5-2F265E6F1973}" type="slidenum">
              <a:rPr lang="en-US" smtClean="0"/>
              <a:t>54</a:t>
            </a:fld>
            <a:endParaRPr lang="en-US"/>
          </a:p>
        </p:txBody>
      </p:sp>
    </p:spTree>
    <p:extLst>
      <p:ext uri="{BB962C8B-B14F-4D97-AF65-F5344CB8AC3E}">
        <p14:creationId xmlns:p14="http://schemas.microsoft.com/office/powerpoint/2010/main" val="34300404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A032E-3E41-4553-BB23-BF593C2E244C}"/>
              </a:ext>
            </a:extLst>
          </p:cNvPr>
          <p:cNvSpPr>
            <a:spLocks noGrp="1"/>
          </p:cNvSpPr>
          <p:nvPr>
            <p:ph type="title"/>
          </p:nvPr>
        </p:nvSpPr>
        <p:spPr/>
        <p:txBody>
          <a:bodyPr/>
          <a:lstStyle/>
          <a:p>
            <a:r>
              <a:rPr lang="en-US" altLang="en-US">
                <a:solidFill>
                  <a:srgbClr val="002060"/>
                </a:solidFill>
              </a:rPr>
              <a:t>Phytochrome Conversion Cycle</a:t>
            </a:r>
            <a:r>
              <a:rPr lang="en-US" sz="4000"/>
              <a:t> </a:t>
            </a:r>
            <a:r>
              <a:rPr lang="en-US"/>
              <a:t>- Text Alternative</a:t>
            </a:r>
            <a:r>
              <a:rPr lang="en-US" altLang="en-US">
                <a:solidFill>
                  <a:srgbClr val="002060"/>
                </a:solidFill>
              </a:rPr>
              <a:t> </a:t>
            </a:r>
            <a:endParaRPr lang="en-IN" sz="4000"/>
          </a:p>
        </p:txBody>
      </p:sp>
      <p:sp>
        <p:nvSpPr>
          <p:cNvPr id="3" name="Text Placeholder 2">
            <a:extLst>
              <a:ext uri="{FF2B5EF4-FFF2-40B4-BE49-F238E27FC236}">
                <a16:creationId xmlns:a16="http://schemas.microsoft.com/office/drawing/2014/main" id="{2C487069-67DE-48DC-B1F8-5E3C4C835F4F}"/>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185D4A2C-2C7E-495A-AD3E-A10ADD42DB21}"/>
              </a:ext>
            </a:extLst>
          </p:cNvPr>
          <p:cNvSpPr>
            <a:spLocks noGrp="1"/>
          </p:cNvSpPr>
          <p:nvPr>
            <p:ph sz="quarter" idx="21"/>
          </p:nvPr>
        </p:nvSpPr>
        <p:spPr/>
        <p:txBody>
          <a:bodyPr/>
          <a:lstStyle/>
          <a:p>
            <a:pPr lvl="0"/>
            <a:r>
              <a:rPr lang="en-US"/>
              <a:t>The inactive form of phytochrome (</a:t>
            </a:r>
            <a:r>
              <a:rPr lang="en-US" err="1"/>
              <a:t>P</a:t>
            </a:r>
            <a:r>
              <a:rPr lang="en-US" baseline="-25000" err="1"/>
              <a:t>r</a:t>
            </a:r>
            <a:r>
              <a:rPr lang="en-US"/>
              <a:t>) is converted to the active form </a:t>
            </a:r>
            <a:r>
              <a:rPr lang="en-US" err="1"/>
              <a:t>P</a:t>
            </a:r>
            <a:r>
              <a:rPr lang="en-US" baseline="-25000" err="1"/>
              <a:t>fr</a:t>
            </a:r>
            <a:r>
              <a:rPr lang="en-US"/>
              <a:t> in the presence of red light, which is prevalent in daylight. </a:t>
            </a:r>
            <a:r>
              <a:rPr lang="en-US" err="1"/>
              <a:t>P</a:t>
            </a:r>
            <a:r>
              <a:rPr lang="en-US" baseline="-25000" err="1"/>
              <a:t>fr</a:t>
            </a:r>
            <a:r>
              <a:rPr lang="en-US"/>
              <a:t> is involved in various plant responses, such as seed germination, shoot elongation, and flowering. </a:t>
            </a:r>
            <a:r>
              <a:rPr lang="en-US" err="1"/>
              <a:t>P</a:t>
            </a:r>
            <a:r>
              <a:rPr lang="en-US" baseline="-25000" err="1"/>
              <a:t>fr</a:t>
            </a:r>
            <a:r>
              <a:rPr lang="en-US"/>
              <a:t> is converted to </a:t>
            </a:r>
            <a:r>
              <a:rPr lang="en-US" err="1"/>
              <a:t>P</a:t>
            </a:r>
            <a:r>
              <a:rPr lang="en-US" baseline="-25000" err="1"/>
              <a:t>r</a:t>
            </a:r>
            <a:r>
              <a:rPr lang="en-US"/>
              <a:t> whenever light is limited, such as in the shade or during the night.</a:t>
            </a:r>
            <a:endParaRPr lang="en-GB"/>
          </a:p>
        </p:txBody>
      </p:sp>
      <p:sp>
        <p:nvSpPr>
          <p:cNvPr id="5" name="Text Placeholder 4">
            <a:extLst>
              <a:ext uri="{FF2B5EF4-FFF2-40B4-BE49-F238E27FC236}">
                <a16:creationId xmlns:a16="http://schemas.microsoft.com/office/drawing/2014/main" id="{F8C80065-0737-4974-AF29-FCCF86D4B260}"/>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65765C1C-0AE3-4121-9174-C86EB74CDCCA}"/>
              </a:ext>
            </a:extLst>
          </p:cNvPr>
          <p:cNvSpPr>
            <a:spLocks noGrp="1"/>
          </p:cNvSpPr>
          <p:nvPr>
            <p:ph type="sldNum" sz="quarter" idx="10"/>
          </p:nvPr>
        </p:nvSpPr>
        <p:spPr/>
        <p:txBody>
          <a:bodyPr/>
          <a:lstStyle/>
          <a:p>
            <a:fld id="{68151E55-6873-49E2-B8D5-2F265E6F1973}" type="slidenum">
              <a:rPr lang="en-US" smtClean="0"/>
              <a:t>55</a:t>
            </a:fld>
            <a:endParaRPr lang="en-US"/>
          </a:p>
        </p:txBody>
      </p:sp>
    </p:spTree>
    <p:extLst>
      <p:ext uri="{BB962C8B-B14F-4D97-AF65-F5344CB8AC3E}">
        <p14:creationId xmlns:p14="http://schemas.microsoft.com/office/powerpoint/2010/main" val="2160355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C5935-9B6F-4306-A3DC-4A7EBC3C7557}"/>
              </a:ext>
            </a:extLst>
          </p:cNvPr>
          <p:cNvSpPr>
            <a:spLocks noGrp="1"/>
          </p:cNvSpPr>
          <p:nvPr>
            <p:ph type="title"/>
          </p:nvPr>
        </p:nvSpPr>
        <p:spPr/>
        <p:txBody>
          <a:bodyPr/>
          <a:lstStyle/>
          <a:p>
            <a:r>
              <a:rPr lang="en-US" altLang="en-US">
                <a:solidFill>
                  <a:srgbClr val="242852"/>
                </a:solidFill>
                <a:latin typeface="+mj-lt"/>
              </a:rPr>
              <a:t>Short-Day (Long-Night) Plant</a:t>
            </a:r>
            <a:r>
              <a:rPr lang="en-US"/>
              <a:t> - Text Alternative</a:t>
            </a:r>
            <a:r>
              <a:rPr lang="en-US" altLang="en-US">
                <a:solidFill>
                  <a:srgbClr val="002060"/>
                </a:solidFill>
              </a:rPr>
              <a:t> </a:t>
            </a:r>
            <a:endParaRPr lang="en-IN"/>
          </a:p>
        </p:txBody>
      </p:sp>
      <p:sp>
        <p:nvSpPr>
          <p:cNvPr id="3" name="Text Placeholder 2">
            <a:extLst>
              <a:ext uri="{FF2B5EF4-FFF2-40B4-BE49-F238E27FC236}">
                <a16:creationId xmlns:a16="http://schemas.microsoft.com/office/drawing/2014/main" id="{996829F9-75CB-4144-9372-8442B2437556}"/>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67203A9E-8A1A-4C3D-9BA4-6DF4F86477B7}"/>
              </a:ext>
            </a:extLst>
          </p:cNvPr>
          <p:cNvSpPr>
            <a:spLocks noGrp="1"/>
          </p:cNvSpPr>
          <p:nvPr>
            <p:ph sz="quarter" idx="21"/>
          </p:nvPr>
        </p:nvSpPr>
        <p:spPr/>
        <p:txBody>
          <a:bodyPr/>
          <a:lstStyle/>
          <a:p>
            <a:r>
              <a:rPr lang="en-US"/>
              <a:t>Left panel: Leaves opened with an inset showing labels for pulvinus and vascular tissue.</a:t>
            </a:r>
          </a:p>
          <a:p>
            <a:r>
              <a:rPr lang="en-US"/>
              <a:t>Right panel: The leaves are closed after touching with an inset showing label for cells retaining turgor in pulvinus and cells at margin losing turgor.</a:t>
            </a:r>
            <a:endParaRPr lang="en-IN"/>
          </a:p>
        </p:txBody>
      </p:sp>
      <p:sp>
        <p:nvSpPr>
          <p:cNvPr id="5" name="Text Placeholder 4">
            <a:extLst>
              <a:ext uri="{FF2B5EF4-FFF2-40B4-BE49-F238E27FC236}">
                <a16:creationId xmlns:a16="http://schemas.microsoft.com/office/drawing/2014/main" id="{47ACC25A-2327-4190-9591-76595BB511B7}"/>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CE73E02B-58F7-4BB7-BEB6-73FD7A91C28E}"/>
              </a:ext>
            </a:extLst>
          </p:cNvPr>
          <p:cNvSpPr>
            <a:spLocks noGrp="1"/>
          </p:cNvSpPr>
          <p:nvPr>
            <p:ph type="sldNum" sz="quarter" idx="10"/>
          </p:nvPr>
        </p:nvSpPr>
        <p:spPr/>
        <p:txBody>
          <a:bodyPr/>
          <a:lstStyle/>
          <a:p>
            <a:fld id="{68151E55-6873-49E2-B8D5-2F265E6F1973}" type="slidenum">
              <a:rPr lang="en-US" smtClean="0"/>
              <a:t>56</a:t>
            </a:fld>
            <a:endParaRPr lang="en-US"/>
          </a:p>
        </p:txBody>
      </p:sp>
    </p:spTree>
    <p:extLst>
      <p:ext uri="{BB962C8B-B14F-4D97-AF65-F5344CB8AC3E}">
        <p14:creationId xmlns:p14="http://schemas.microsoft.com/office/powerpoint/2010/main" val="25795187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2E675-9E98-43A8-99D8-E691941AC0DF}"/>
              </a:ext>
            </a:extLst>
          </p:cNvPr>
          <p:cNvSpPr>
            <a:spLocks noGrp="1"/>
          </p:cNvSpPr>
          <p:nvPr>
            <p:ph type="title"/>
          </p:nvPr>
        </p:nvSpPr>
        <p:spPr/>
        <p:txBody>
          <a:bodyPr/>
          <a:lstStyle/>
          <a:p>
            <a:r>
              <a:rPr lang="en-US" altLang="en-US">
                <a:solidFill>
                  <a:srgbClr val="242852"/>
                </a:solidFill>
              </a:rPr>
              <a:t>Examples of Circadian Rhythms</a:t>
            </a:r>
            <a:r>
              <a:rPr lang="en-US"/>
              <a:t> - Text Alternative</a:t>
            </a:r>
            <a:r>
              <a:rPr lang="en-US" altLang="en-US">
                <a:solidFill>
                  <a:srgbClr val="002060"/>
                </a:solidFill>
              </a:rPr>
              <a:t> </a:t>
            </a:r>
            <a:endParaRPr lang="en-IN"/>
          </a:p>
        </p:txBody>
      </p:sp>
      <p:sp>
        <p:nvSpPr>
          <p:cNvPr id="3" name="Text Placeholder 2">
            <a:extLst>
              <a:ext uri="{FF2B5EF4-FFF2-40B4-BE49-F238E27FC236}">
                <a16:creationId xmlns:a16="http://schemas.microsoft.com/office/drawing/2014/main" id="{C343C94C-110A-45C7-AAA4-492470ED191C}"/>
              </a:ext>
            </a:extLst>
          </p:cNvPr>
          <p:cNvSpPr>
            <a:spLocks noGrp="1"/>
          </p:cNvSpPr>
          <p:nvPr>
            <p:ph type="body" sz="quarter" idx="20"/>
          </p:nvPr>
        </p:nvSpPr>
        <p:spPr/>
        <p:txBody>
          <a:bodyPr/>
          <a:lstStyle/>
          <a:p>
            <a:r>
              <a:rPr lang="en-US">
                <a:hlinkClick r:id="rId2" action="ppaction://hlinksldjump"/>
              </a:rPr>
              <a:t>Return to parent-slide containing images.</a:t>
            </a:r>
            <a:endParaRPr lang="en-IN"/>
          </a:p>
        </p:txBody>
      </p:sp>
      <p:sp>
        <p:nvSpPr>
          <p:cNvPr id="4" name="Content Placeholder 3">
            <a:extLst>
              <a:ext uri="{FF2B5EF4-FFF2-40B4-BE49-F238E27FC236}">
                <a16:creationId xmlns:a16="http://schemas.microsoft.com/office/drawing/2014/main" id="{7653D0DC-BBBE-4B25-8605-97E8127C7B66}"/>
              </a:ext>
            </a:extLst>
          </p:cNvPr>
          <p:cNvSpPr>
            <a:spLocks noGrp="1"/>
          </p:cNvSpPr>
          <p:nvPr>
            <p:ph sz="quarter" idx="21"/>
          </p:nvPr>
        </p:nvSpPr>
        <p:spPr/>
        <p:txBody>
          <a:bodyPr/>
          <a:lstStyle/>
          <a:p>
            <a:r>
              <a:rPr lang="en-US"/>
              <a:t>The horizontal axis represents time (in hours) ranges from 0 to 48 while vertical axis ranges from flower closing to flower opening.  </a:t>
            </a:r>
          </a:p>
          <a:p>
            <a:r>
              <a:rPr lang="en-US"/>
              <a:t>The data is as follows: </a:t>
            </a:r>
          </a:p>
          <a:p>
            <a:r>
              <a:rPr lang="en-US"/>
              <a:t>The graph shows two consecutive parabolic curves with peak marked at 12 and 26 hours, labeled as circadian rhythm: period (about 24 hours).</a:t>
            </a:r>
            <a:endParaRPr lang="en-IN"/>
          </a:p>
        </p:txBody>
      </p:sp>
      <p:sp>
        <p:nvSpPr>
          <p:cNvPr id="5" name="Text Placeholder 4">
            <a:extLst>
              <a:ext uri="{FF2B5EF4-FFF2-40B4-BE49-F238E27FC236}">
                <a16:creationId xmlns:a16="http://schemas.microsoft.com/office/drawing/2014/main" id="{D1B566D2-B477-4ECD-88B4-B88FED5E7A47}"/>
              </a:ext>
            </a:extLst>
          </p:cNvPr>
          <p:cNvSpPr>
            <a:spLocks noGrp="1"/>
          </p:cNvSpPr>
          <p:nvPr>
            <p:ph type="body" sz="quarter" idx="22"/>
          </p:nvPr>
        </p:nvSpPr>
        <p:spPr/>
        <p:txBody>
          <a:bodyPr/>
          <a:lstStyle/>
          <a:p>
            <a:r>
              <a:rPr lang="en-US">
                <a:hlinkClick r:id="rId2" action="ppaction://hlinksldjump"/>
              </a:rPr>
              <a:t>Return to parent-slide containing images.</a:t>
            </a:r>
            <a:endParaRPr lang="en-IN"/>
          </a:p>
        </p:txBody>
      </p:sp>
      <p:sp>
        <p:nvSpPr>
          <p:cNvPr id="6" name="Slide Number Placeholder 5">
            <a:extLst>
              <a:ext uri="{FF2B5EF4-FFF2-40B4-BE49-F238E27FC236}">
                <a16:creationId xmlns:a16="http://schemas.microsoft.com/office/drawing/2014/main" id="{22BF5FC9-F0A6-486E-97A9-4101ADE66538}"/>
              </a:ext>
            </a:extLst>
          </p:cNvPr>
          <p:cNvSpPr>
            <a:spLocks noGrp="1"/>
          </p:cNvSpPr>
          <p:nvPr>
            <p:ph type="sldNum" sz="quarter" idx="10"/>
          </p:nvPr>
        </p:nvSpPr>
        <p:spPr/>
        <p:txBody>
          <a:bodyPr/>
          <a:lstStyle/>
          <a:p>
            <a:fld id="{68151E55-6873-49E2-B8D5-2F265E6F1973}" type="slidenum">
              <a:rPr lang="en-US" smtClean="0"/>
              <a:t>57</a:t>
            </a:fld>
            <a:endParaRPr lang="en-US"/>
          </a:p>
        </p:txBody>
      </p:sp>
    </p:spTree>
    <p:extLst>
      <p:ext uri="{BB962C8B-B14F-4D97-AF65-F5344CB8AC3E}">
        <p14:creationId xmlns:p14="http://schemas.microsoft.com/office/powerpoint/2010/main" val="2401152595"/>
      </p:ext>
    </p:extLst>
  </p:cSld>
  <p:clrMapOvr>
    <a:masterClrMapping/>
  </p:clrMapOvr>
</p:sld>
</file>

<file path=ppt/theme/theme1.xml><?xml version="1.0" encoding="utf-8"?>
<a:theme xmlns:a="http://schemas.openxmlformats.org/drawingml/2006/main" name="CHAPTER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E7BC6287-1E57-46F8-B46D-CC0ECE7CEE8E}"/>
    </a:ext>
  </a:extLst>
</a:theme>
</file>

<file path=ppt/theme/theme2.xml><?xml version="1.0" encoding="utf-8"?>
<a:theme xmlns:a="http://schemas.openxmlformats.org/drawingml/2006/main" name="Body_Slid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3.xml><?xml version="1.0" encoding="utf-8"?>
<a:theme xmlns:a="http://schemas.openxmlformats.org/drawingml/2006/main" name="CHAPTER CLOSING">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AD8FA8EE-38E3-45B4-B8A8-91E7376F22D2}"/>
    </a:ext>
  </a:extLst>
</a:theme>
</file>

<file path=ppt/theme/theme4.xml><?xml version="1.0" encoding="utf-8"?>
<a:theme xmlns:a="http://schemas.openxmlformats.org/drawingml/2006/main" name="GLOSSARY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5.xml><?xml version="1.0" encoding="utf-8"?>
<a:theme xmlns:a="http://schemas.openxmlformats.org/drawingml/2006/main" name="GLOSSARY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6.xml><?xml version="1.0" encoding="utf-8"?>
<a:theme xmlns:a="http://schemas.openxmlformats.org/drawingml/2006/main" name="APPENDIX OPEN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7.xml><?xml version="1.0" encoding="utf-8"?>
<a:theme xmlns:a="http://schemas.openxmlformats.org/drawingml/2006/main" name="APPENDIX CONTENT">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8.xml><?xml version="1.0" encoding="utf-8"?>
<a:theme xmlns:a="http://schemas.openxmlformats.org/drawingml/2006/main" name="APPENDIX TITLE SUBTITLE">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21D45154-5908-4760-96C7-F0E2BCA85E9B}" vid="{B9FDA032-B3B1-4FDF-8A44-9303BC60C76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301</TotalTime>
  <Words>3404</Words>
  <Application>Microsoft Office PowerPoint</Application>
  <PresentationFormat>On-screen Show (4:3)</PresentationFormat>
  <Paragraphs>429</Paragraphs>
  <Slides>57</Slides>
  <Notes>39</Notes>
  <HiddenSlides>10</HiddenSlides>
  <MMClips>0</MMClips>
  <ScaleCrop>false</ScaleCrop>
  <HeadingPairs>
    <vt:vector size="6" baseType="variant">
      <vt:variant>
        <vt:lpstr>Fonts Used</vt:lpstr>
      </vt:variant>
      <vt:variant>
        <vt:i4>10</vt:i4>
      </vt:variant>
      <vt:variant>
        <vt:lpstr>Theme</vt:lpstr>
      </vt:variant>
      <vt:variant>
        <vt:i4>8</vt:i4>
      </vt:variant>
      <vt:variant>
        <vt:lpstr>Slide Titles</vt:lpstr>
      </vt:variant>
      <vt:variant>
        <vt:i4>57</vt:i4>
      </vt:variant>
    </vt:vector>
  </HeadingPairs>
  <TitlesOfParts>
    <vt:vector size="75" baseType="lpstr">
      <vt:lpstr>Arial</vt:lpstr>
      <vt:lpstr>Arial (Body)</vt:lpstr>
      <vt:lpstr>Arial (Headings)</vt:lpstr>
      <vt:lpstr>Arial Unicode MS</vt:lpstr>
      <vt:lpstr>Calibri</vt:lpstr>
      <vt:lpstr>Calibri (Body)</vt:lpstr>
      <vt:lpstr>Calibri (Headings)</vt:lpstr>
      <vt:lpstr>Cambria Math</vt:lpstr>
      <vt:lpstr>Symbol</vt:lpstr>
      <vt:lpstr>Times New Roman</vt:lpstr>
      <vt:lpstr>CHAPTER OPENER</vt:lpstr>
      <vt:lpstr>Body_Slide</vt:lpstr>
      <vt:lpstr>CHAPTER CLOSING</vt:lpstr>
      <vt:lpstr>GLOSSARY OPENER</vt:lpstr>
      <vt:lpstr>GLOSSARY CONTENT</vt:lpstr>
      <vt:lpstr>APPENDIX OPENER</vt:lpstr>
      <vt:lpstr>APPENDIX CONTENT</vt:lpstr>
      <vt:lpstr>APPENDIX TITLE SUBTITLE</vt:lpstr>
      <vt:lpstr>Biology</vt:lpstr>
      <vt:lpstr>Outline</vt:lpstr>
      <vt:lpstr>26.1 Plant Hormones</vt:lpstr>
      <vt:lpstr>Signal Transduction</vt:lpstr>
      <vt:lpstr>Signal Transduction in Plants</vt:lpstr>
      <vt:lpstr>Hormones</vt:lpstr>
      <vt:lpstr>Plant Hormones</vt:lpstr>
      <vt:lpstr>Auxins Affect Growth and Development</vt:lpstr>
      <vt:lpstr>Auxin and Phototropism</vt:lpstr>
      <vt:lpstr>How Auxins Cause Stems to Bend</vt:lpstr>
      <vt:lpstr>Expansion of the Cell Wall on the Shady Side of a Plant</vt:lpstr>
      <vt:lpstr>Gibberellins</vt:lpstr>
      <vt:lpstr>Gibberellins Cause Stem Elongation</vt:lpstr>
      <vt:lpstr>Cytokinins</vt:lpstr>
      <vt:lpstr>Interaction of Cytokinins and Auxins in Organ Development</vt:lpstr>
      <vt:lpstr>Leaves Change Color When Cytokinin Levels Are Low</vt:lpstr>
      <vt:lpstr>Abscisic Acid</vt:lpstr>
      <vt:lpstr>Dormancy and Germination</vt:lpstr>
      <vt:lpstr>Abscisic Acid Promotes Closure of Stomata</vt:lpstr>
      <vt:lpstr>Ethylene</vt:lpstr>
      <vt:lpstr>Ethylene and Abscission </vt:lpstr>
      <vt:lpstr>Ethylene Ripens Fruit</vt:lpstr>
      <vt:lpstr>Responding to the Biotic Environment</vt:lpstr>
      <vt:lpstr>26.2 Plant Growth and Movement Responses</vt:lpstr>
      <vt:lpstr>Phototropism</vt:lpstr>
      <vt:lpstr>Phototropin</vt:lpstr>
      <vt:lpstr>Thigmotropism</vt:lpstr>
      <vt:lpstr>Phototropism and Thigmotropism</vt:lpstr>
      <vt:lpstr>Gravitropism</vt:lpstr>
      <vt:lpstr>Gravitropism Examples</vt:lpstr>
      <vt:lpstr>Why So Many Scientists  Work with Arabidopsis</vt:lpstr>
      <vt:lpstr>Arabidopsis thaliana</vt:lpstr>
      <vt:lpstr>Movement Caused by  Internal Stimuli</vt:lpstr>
      <vt:lpstr>Plant Cell Exhibits Turgor</vt:lpstr>
      <vt:lpstr>Turgor Movement</vt:lpstr>
      <vt:lpstr>26.3 Plant Responses to Phytochrome</vt:lpstr>
      <vt:lpstr>Phytochrome</vt:lpstr>
      <vt:lpstr>Inactive and Active Phytochrome</vt:lpstr>
      <vt:lpstr>Phytochrome Conversion Cycle</vt:lpstr>
      <vt:lpstr>Flowering and Photoperiodism</vt:lpstr>
      <vt:lpstr>Short-Day (Long-Night) Plant</vt:lpstr>
      <vt:lpstr>Long-Day (Short-Night) Plant</vt:lpstr>
      <vt:lpstr>Phytochrome Controls Shoot Elongation and Chlorophyll Production</vt:lpstr>
      <vt:lpstr>Phytochrome and Competition</vt:lpstr>
      <vt:lpstr>Circadian Rhythms</vt:lpstr>
      <vt:lpstr>Examples of Circadian Rhythms</vt:lpstr>
      <vt:lpstr>End of main content</vt:lpstr>
      <vt:lpstr>Accessibility Content: Text Alternatives for Images</vt:lpstr>
      <vt:lpstr>Signal Transduction in Plants - Text Alternative</vt:lpstr>
      <vt:lpstr>Plant Hormones - Text Alternative</vt:lpstr>
      <vt:lpstr>Auxin and Phototropism - Text Alternative</vt:lpstr>
      <vt:lpstr>Expansion of the Cell Wall on the Shady Side of a Plant - Text Alternative</vt:lpstr>
      <vt:lpstr>Ethylene Ripens Fruit - Text Alternative </vt:lpstr>
      <vt:lpstr>Gravitropism Examples - Text Alternative </vt:lpstr>
      <vt:lpstr>Phytochrome Conversion Cycle - Text Alternative </vt:lpstr>
      <vt:lpstr>Short-Day (Long-Night) Plant - Text Alternative </vt:lpstr>
      <vt:lpstr>Examples of Circadian Rhythms - Text Alternative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Aman Chaudhary</dc:creator>
  <cp:lastModifiedBy>Ritik Singh</cp:lastModifiedBy>
  <cp:revision>320</cp:revision>
  <dcterms:created xsi:type="dcterms:W3CDTF">2021-02-05T09:33:46Z</dcterms:created>
  <dcterms:modified xsi:type="dcterms:W3CDTF">2021-04-09T10:28:32Z</dcterms:modified>
</cp:coreProperties>
</file>
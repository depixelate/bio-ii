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4B827-BE0A-4953-BFF9-D656EA76D885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675C4-40C9-4090-9CB7-2B0398C7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4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C068FEB0-392A-4439-9DE3-08440AF6D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F504BA-3739-46BB-A7C9-699116C6B9D1}" type="slidenum">
              <a:rPr lang="en-US" altLang="en-US" sz="1300">
                <a:solidFill>
                  <a:schemeClr val="tx2"/>
                </a:solidFill>
              </a:rPr>
              <a:pPr>
                <a:spcBef>
                  <a:spcPct val="0"/>
                </a:spcBef>
              </a:pPr>
              <a:t>1</a:t>
            </a:fld>
            <a:endParaRPr lang="en-US" altLang="en-US" sz="1300">
              <a:solidFill>
                <a:schemeClr val="tx2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BDD5616-3403-4428-9C42-81B761093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3788" y="549275"/>
            <a:ext cx="4875212" cy="2743200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CA91151-C419-49F9-BB53-E5959D196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E5EA-D9ED-4D8B-856A-FD95F7258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516AF-56A1-4C8A-B6C6-3274AFE05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794B8-D997-4692-9257-25FCC69A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632C-2786-4558-8281-4D0001B3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4044D-096C-478C-9FF6-EB69D47B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2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6E1D-4B05-4E58-B1BA-217C61FD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51D26-A930-48AA-AF9D-11019E26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DED45-A674-4585-95CA-32E6167F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D1F9-A4E3-4361-B71E-57798FC3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EC0D2-FE05-4BB1-91E6-17588398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5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7A63-A7F1-4C38-BE85-51B61985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23255-FABD-4AA3-AA09-7502D1F5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8056A-191C-4F6B-A55D-D14A67FC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2A39B-633A-4342-BB6B-000EDC6D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FD3E-A3B5-46FF-BCB4-51312378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5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14A3-71E1-4DC3-9C92-B9FE4253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EB324-3CCE-4D76-AC71-698DAB193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F95AB-8A43-47C3-81BD-6E70466F6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588AB-828D-437A-B9BE-610408E8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E275F-A457-4B49-B815-A6338D85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78665-C33D-417E-A1A4-2B1CA061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5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FB77-F24B-4251-BC85-DB7FF247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89268-DE53-475E-85DD-F319CEB1E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71716-AEF4-4165-AEEF-143D04CCC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0BEAC-E053-4AF9-A585-4743A1E8B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0D93B-91B6-4C2E-B76B-A72A81767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69D45-42C8-4D1E-AF8D-CBC7A10D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2F5D3-6473-4D04-96DE-5C08C973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C0E90-B233-40EF-B22F-CF9AC297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4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48BF-A236-4687-B49C-8D4F3384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EC179-8EDD-4114-AB18-DC94F186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09F3A-3787-42E2-97BC-E96AF078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76A1D-40C1-415B-A538-C4F50C48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45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DCE50-CC7B-4B65-A318-3097F023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D85FF-C536-4551-8540-C30497EB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B5A96-BA6F-4E7F-80AC-0BAE1FDA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0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8032-220D-44A8-B2B3-83AEE7BE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D7398-6049-488D-A7FB-908B3F299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9CD3F-C473-44A0-82FC-A75034A8E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85172-F226-4E57-B00F-167579BD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AB420-B8EA-4DC4-B8E5-A0282617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6D8E4-2C39-455B-B42C-A5B6AF64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1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C89D-6EBA-4D47-88FB-FE3B30E88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2FC5B-E1F0-4780-ACF7-B34598011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C7833-592A-49CD-A227-9FB3177A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BB90C-1214-4E45-9516-A65022AD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189CC-5CD0-48F3-A000-2CE7BD86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0D991-C3CD-4BF7-BC29-5503EB3C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0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C577-7C6C-4DDB-84E2-6587ACD4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943D4-0C3C-4755-A781-E405AB6F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0F79-18D1-40ED-AFBC-8C52E624E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352BD-0A5D-416E-B2E3-8DCFC77F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DD664-5B66-4BF5-8BDE-5CBCC222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5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FA053-D89B-47AB-915B-C60D5EEEB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8D3A6-4113-42B4-8D33-90B2C003B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307E-12C8-4E4F-8245-1E89CAF7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6882D-7AF7-4872-9DD0-3D1EFA00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62B3D-8DFF-487A-B73B-CBC72ABF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95010-0D72-43AF-BE1E-77E338CF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D71B1-F5B1-41AB-B05F-3B1559731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3451C-EA3E-4FEE-B61F-ACA07142F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B0522-44F9-4039-85E3-19940B058474}" type="datetimeFigureOut">
              <a:rPr lang="en-US" smtClean="0"/>
              <a:t>6/30/2021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A5AB9-1D04-42C7-97CE-5347F9F7D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0B15A-7D68-407B-8B21-AE1B1CED5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A24F9-8A2A-4D75-AD83-4708F2AF0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CF50C3A6-E333-42BC-9BB2-70FD3026BE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D1F1C165-32BC-42B1-8FF0-4E33785B8E80}" type="slidenum">
              <a:rPr lang="en-US" altLang="en-US" sz="3600">
                <a:solidFill>
                  <a:schemeClr val="tx2"/>
                </a:solidFill>
                <a:latin typeface="Arial" panose="020B0604020202020204" pitchFamily="34" charset="0"/>
              </a:rPr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3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12291" name="Group 2">
            <a:extLst>
              <a:ext uri="{FF2B5EF4-FFF2-40B4-BE49-F238E27FC236}">
                <a16:creationId xmlns:a16="http://schemas.microsoft.com/office/drawing/2014/main" id="{167D9D23-7294-409C-8D80-A0C8A2C832A0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-15875"/>
            <a:ext cx="9453563" cy="6873875"/>
            <a:chOff x="0" y="0"/>
            <a:chExt cx="5955" cy="4330"/>
          </a:xfrm>
        </p:grpSpPr>
        <p:grpSp>
          <p:nvGrpSpPr>
            <p:cNvPr id="12297" name="Group 3">
              <a:extLst>
                <a:ext uri="{FF2B5EF4-FFF2-40B4-BE49-F238E27FC236}">
                  <a16:creationId xmlns:a16="http://schemas.microsoft.com/office/drawing/2014/main" id="{BA088237-7601-4DF8-9103-20A482E50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955" cy="4330"/>
              <a:chOff x="0" y="0"/>
              <a:chExt cx="5955" cy="4330"/>
            </a:xfrm>
          </p:grpSpPr>
          <p:grpSp>
            <p:nvGrpSpPr>
              <p:cNvPr id="12299" name="Group 4">
                <a:extLst>
                  <a:ext uri="{FF2B5EF4-FFF2-40B4-BE49-F238E27FC236}">
                    <a16:creationId xmlns:a16="http://schemas.microsoft.com/office/drawing/2014/main" id="{BFE6A156-92EB-45D7-8EAF-3BD2613F3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955" cy="4330"/>
                <a:chOff x="-1" y="-5"/>
                <a:chExt cx="5763" cy="4330"/>
              </a:xfrm>
            </p:grpSpPr>
            <p:pic>
              <p:nvPicPr>
                <p:cNvPr id="12303" name="Picture 5">
                  <a:extLst>
                    <a:ext uri="{FF2B5EF4-FFF2-40B4-BE49-F238E27FC236}">
                      <a16:creationId xmlns:a16="http://schemas.microsoft.com/office/drawing/2014/main" id="{1B3D1BCF-BC5A-4055-A114-5ED927AA2F2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1" y="-5"/>
                  <a:ext cx="5763" cy="4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04" name="Text Box 6">
                  <a:extLst>
                    <a:ext uri="{FF2B5EF4-FFF2-40B4-BE49-F238E27FC236}">
                      <a16:creationId xmlns:a16="http://schemas.microsoft.com/office/drawing/2014/main" id="{8756DB38-DCCA-4E1B-9D33-183CD7ADD9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78" y="4101"/>
                  <a:ext cx="1065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universal ancestor</a:t>
                  </a:r>
                </a:p>
              </p:txBody>
            </p:sp>
            <p:sp>
              <p:nvSpPr>
                <p:cNvPr id="12305" name="Text Box 7">
                  <a:extLst>
                    <a:ext uri="{FF2B5EF4-FFF2-40B4-BE49-F238E27FC236}">
                      <a16:creationId xmlns:a16="http://schemas.microsoft.com/office/drawing/2014/main" id="{12F32655-61C3-4254-AB6E-E2F3CF0DD8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1" y="3194"/>
                  <a:ext cx="774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flavobacteria</a:t>
                  </a:r>
                </a:p>
              </p:txBody>
            </p:sp>
            <p:sp>
              <p:nvSpPr>
                <p:cNvPr id="12306" name="Text Box 8">
                  <a:extLst>
                    <a:ext uri="{FF2B5EF4-FFF2-40B4-BE49-F238E27FC236}">
                      <a16:creationId xmlns:a16="http://schemas.microsoft.com/office/drawing/2014/main" id="{A1E18654-AF8D-485C-81F3-404A5F5F64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3" y="2547"/>
                  <a:ext cx="834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cyanobacteria</a:t>
                  </a:r>
                </a:p>
              </p:txBody>
            </p:sp>
            <p:sp>
              <p:nvSpPr>
                <p:cNvPr id="12307" name="Text Box 9">
                  <a:extLst>
                    <a:ext uri="{FF2B5EF4-FFF2-40B4-BE49-F238E27FC236}">
                      <a16:creationId xmlns:a16="http://schemas.microsoft.com/office/drawing/2014/main" id="{B8658AF1-1CEF-4BDF-B4D1-3BD6517731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27" y="687"/>
                  <a:ext cx="586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flowering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plants</a:t>
                  </a:r>
                </a:p>
              </p:txBody>
            </p:sp>
            <p:sp>
              <p:nvSpPr>
                <p:cNvPr id="12308" name="Text Box 10">
                  <a:extLst>
                    <a:ext uri="{FF2B5EF4-FFF2-40B4-BE49-F238E27FC236}">
                      <a16:creationId xmlns:a16="http://schemas.microsoft.com/office/drawing/2014/main" id="{E5DB4ECE-602F-4884-9411-50053C9D7B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28" y="1293"/>
                  <a:ext cx="520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purple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bacteria</a:t>
                  </a:r>
                </a:p>
              </p:txBody>
            </p:sp>
            <p:sp>
              <p:nvSpPr>
                <p:cNvPr id="12309" name="Text Box 11">
                  <a:extLst>
                    <a:ext uri="{FF2B5EF4-FFF2-40B4-BE49-F238E27FC236}">
                      <a16:creationId xmlns:a16="http://schemas.microsoft.com/office/drawing/2014/main" id="{B7ACF91A-A5E1-47A8-BAAF-1A1D85C27A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30" y="785"/>
                  <a:ext cx="513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gram-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positive</a:t>
                  </a:r>
                </a:p>
              </p:txBody>
            </p:sp>
            <p:sp>
              <p:nvSpPr>
                <p:cNvPr id="12310" name="Text Box 12">
                  <a:extLst>
                    <a:ext uri="{FF2B5EF4-FFF2-40B4-BE49-F238E27FC236}">
                      <a16:creationId xmlns:a16="http://schemas.microsoft.com/office/drawing/2014/main" id="{ADB6D241-012A-45D7-9DC6-2CA73BAEBB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4" y="2423"/>
                  <a:ext cx="876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hot acid-lovers</a:t>
                  </a:r>
                </a:p>
              </p:txBody>
            </p:sp>
            <p:sp>
              <p:nvSpPr>
                <p:cNvPr id="12311" name="Text Box 13">
                  <a:extLst>
                    <a:ext uri="{FF2B5EF4-FFF2-40B4-BE49-F238E27FC236}">
                      <a16:creationId xmlns:a16="http://schemas.microsoft.com/office/drawing/2014/main" id="{2C3556F5-663E-4689-9B70-48364C28AB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96" y="1984"/>
                  <a:ext cx="647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salt-lovers</a:t>
                  </a:r>
                </a:p>
              </p:txBody>
            </p:sp>
            <p:sp>
              <p:nvSpPr>
                <p:cNvPr id="12312" name="Text Box 14">
                  <a:extLst>
                    <a:ext uri="{FF2B5EF4-FFF2-40B4-BE49-F238E27FC236}">
                      <a16:creationId xmlns:a16="http://schemas.microsoft.com/office/drawing/2014/main" id="{C42A61D6-D96E-4627-AB3D-CFEF73A723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37" y="1898"/>
                  <a:ext cx="50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mosses</a:t>
                  </a:r>
                </a:p>
              </p:txBody>
            </p:sp>
            <p:sp>
              <p:nvSpPr>
                <p:cNvPr id="12313" name="Text Box 15">
                  <a:extLst>
                    <a:ext uri="{FF2B5EF4-FFF2-40B4-BE49-F238E27FC236}">
                      <a16:creationId xmlns:a16="http://schemas.microsoft.com/office/drawing/2014/main" id="{18ABEC90-137E-4E49-90AE-52021A3CC4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38" y="1476"/>
                  <a:ext cx="635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methane-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producers</a:t>
                  </a:r>
                </a:p>
              </p:txBody>
            </p:sp>
            <p:sp>
              <p:nvSpPr>
                <p:cNvPr id="12314" name="Text Box 16">
                  <a:extLst>
                    <a:ext uri="{FF2B5EF4-FFF2-40B4-BE49-F238E27FC236}">
                      <a16:creationId xmlns:a16="http://schemas.microsoft.com/office/drawing/2014/main" id="{175188C5-6BD5-4B02-AD1A-099730C9F2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8" y="1206"/>
                  <a:ext cx="727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mushrooms</a:t>
                  </a:r>
                </a:p>
              </p:txBody>
            </p:sp>
            <p:sp>
              <p:nvSpPr>
                <p:cNvPr id="12315" name="Text Box 17">
                  <a:extLst>
                    <a:ext uri="{FF2B5EF4-FFF2-40B4-BE49-F238E27FC236}">
                      <a16:creationId xmlns:a16="http://schemas.microsoft.com/office/drawing/2014/main" id="{88D88B5E-7BA3-4575-91D1-9A552AD51D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14" y="947"/>
                  <a:ext cx="684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evergreens</a:t>
                  </a:r>
                </a:p>
              </p:txBody>
            </p:sp>
            <p:sp>
              <p:nvSpPr>
                <p:cNvPr id="12316" name="Text Box 18">
                  <a:extLst>
                    <a:ext uri="{FF2B5EF4-FFF2-40B4-BE49-F238E27FC236}">
                      <a16:creationId xmlns:a16="http://schemas.microsoft.com/office/drawing/2014/main" id="{67159AEA-74D6-4528-A346-D106502B4B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8" y="2762"/>
                  <a:ext cx="707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green algae</a:t>
                  </a:r>
                </a:p>
              </p:txBody>
            </p:sp>
            <p:sp>
              <p:nvSpPr>
                <p:cNvPr id="12317" name="Text Box 19">
                  <a:extLst>
                    <a:ext uri="{FF2B5EF4-FFF2-40B4-BE49-F238E27FC236}">
                      <a16:creationId xmlns:a16="http://schemas.microsoft.com/office/drawing/2014/main" id="{40CB7803-1AC9-47A4-AE58-E79377FE4C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4" y="687"/>
                  <a:ext cx="574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amoebae</a:t>
                  </a:r>
                </a:p>
              </p:txBody>
            </p:sp>
            <p:sp>
              <p:nvSpPr>
                <p:cNvPr id="12318" name="Text Box 20">
                  <a:extLst>
                    <a:ext uri="{FF2B5EF4-FFF2-40B4-BE49-F238E27FC236}">
                      <a16:creationId xmlns:a16="http://schemas.microsoft.com/office/drawing/2014/main" id="{9B6CE84C-1CC4-4B29-9B8B-DFDCAF970B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2" y="2632"/>
                  <a:ext cx="520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diatoms</a:t>
                  </a:r>
                </a:p>
              </p:txBody>
            </p:sp>
            <p:sp>
              <p:nvSpPr>
                <p:cNvPr id="12319" name="Text Box 21">
                  <a:extLst>
                    <a:ext uri="{FF2B5EF4-FFF2-40B4-BE49-F238E27FC236}">
                      <a16:creationId xmlns:a16="http://schemas.microsoft.com/office/drawing/2014/main" id="{78AA6467-1D74-4F2F-B71B-788658DA15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39" y="2486"/>
                  <a:ext cx="1021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choanoflagellates</a:t>
                  </a:r>
                </a:p>
              </p:txBody>
            </p:sp>
            <p:sp>
              <p:nvSpPr>
                <p:cNvPr id="12320" name="Text Box 22">
                  <a:extLst>
                    <a:ext uri="{FF2B5EF4-FFF2-40B4-BE49-F238E27FC236}">
                      <a16:creationId xmlns:a16="http://schemas.microsoft.com/office/drawing/2014/main" id="{2D4C54AF-05D6-4E06-8B9F-853574AA50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9" y="2242"/>
                  <a:ext cx="864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dinoflagellates</a:t>
                  </a:r>
                </a:p>
              </p:txBody>
            </p:sp>
            <p:sp>
              <p:nvSpPr>
                <p:cNvPr id="12321" name="Text Box 23">
                  <a:extLst>
                    <a:ext uri="{FF2B5EF4-FFF2-40B4-BE49-F238E27FC236}">
                      <a16:creationId xmlns:a16="http://schemas.microsoft.com/office/drawing/2014/main" id="{076AB23E-FE18-4179-AA01-298FBB000B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59" y="1442"/>
                  <a:ext cx="634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flagellates</a:t>
                  </a:r>
                </a:p>
              </p:txBody>
            </p:sp>
            <p:sp>
              <p:nvSpPr>
                <p:cNvPr id="12322" name="Text Box 24">
                  <a:extLst>
                    <a:ext uri="{FF2B5EF4-FFF2-40B4-BE49-F238E27FC236}">
                      <a16:creationId xmlns:a16="http://schemas.microsoft.com/office/drawing/2014/main" id="{0E56A38C-3B99-4595-B7CC-BFED46D9D0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070"/>
                  <a:ext cx="549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sponges</a:t>
                  </a:r>
                </a:p>
              </p:txBody>
            </p:sp>
            <p:sp>
              <p:nvSpPr>
                <p:cNvPr id="12323" name="Text Box 25">
                  <a:extLst>
                    <a:ext uri="{FF2B5EF4-FFF2-40B4-BE49-F238E27FC236}">
                      <a16:creationId xmlns:a16="http://schemas.microsoft.com/office/drawing/2014/main" id="{5CA373E9-14EC-46CD-96AD-85FF92E8BC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6" y="2287"/>
                  <a:ext cx="380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yeast</a:t>
                  </a:r>
                </a:p>
              </p:txBody>
            </p:sp>
            <p:sp>
              <p:nvSpPr>
                <p:cNvPr id="12324" name="Text Box 26">
                  <a:extLst>
                    <a:ext uri="{FF2B5EF4-FFF2-40B4-BE49-F238E27FC236}">
                      <a16:creationId xmlns:a16="http://schemas.microsoft.com/office/drawing/2014/main" id="{FCECF55D-0BC0-48BC-B713-525DA4D556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19" y="1076"/>
                  <a:ext cx="733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foraminifera</a:t>
                  </a:r>
                </a:p>
              </p:txBody>
            </p:sp>
            <p:sp>
              <p:nvSpPr>
                <p:cNvPr id="12325" name="Text Box 27">
                  <a:extLst>
                    <a:ext uri="{FF2B5EF4-FFF2-40B4-BE49-F238E27FC236}">
                      <a16:creationId xmlns:a16="http://schemas.microsoft.com/office/drawing/2014/main" id="{23325E3B-B3F6-4063-BDB8-D465E7D4A4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7" y="990"/>
                  <a:ext cx="690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vertebrates</a:t>
                  </a:r>
                </a:p>
              </p:txBody>
            </p:sp>
            <p:sp>
              <p:nvSpPr>
                <p:cNvPr id="12326" name="Text Box 28">
                  <a:extLst>
                    <a:ext uri="{FF2B5EF4-FFF2-40B4-BE49-F238E27FC236}">
                      <a16:creationId xmlns:a16="http://schemas.microsoft.com/office/drawing/2014/main" id="{E2819166-D55F-41EE-9644-0249F3AE37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9" y="255"/>
                  <a:ext cx="667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DOMAIN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BACTERIA</a:t>
                  </a:r>
                </a:p>
              </p:txBody>
            </p:sp>
            <p:sp>
              <p:nvSpPr>
                <p:cNvPr id="12327" name="Text Box 29">
                  <a:extLst>
                    <a:ext uri="{FF2B5EF4-FFF2-40B4-BE49-F238E27FC236}">
                      <a16:creationId xmlns:a16="http://schemas.microsoft.com/office/drawing/2014/main" id="{80F700CB-859A-41DF-BF28-0969E1B7C8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96" y="255"/>
                  <a:ext cx="649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DOMAIN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ARCHAEA</a:t>
                  </a:r>
                </a:p>
              </p:txBody>
            </p:sp>
            <p:sp>
              <p:nvSpPr>
                <p:cNvPr id="12328" name="Text Box 30">
                  <a:extLst>
                    <a:ext uri="{FF2B5EF4-FFF2-40B4-BE49-F238E27FC236}">
                      <a16:creationId xmlns:a16="http://schemas.microsoft.com/office/drawing/2014/main" id="{021A5C3E-37E9-4D5D-8507-A920D3660E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2" y="40"/>
                  <a:ext cx="1103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DOMAIN EUKARYA</a:t>
                  </a:r>
                </a:p>
              </p:txBody>
            </p:sp>
            <p:sp>
              <p:nvSpPr>
                <p:cNvPr id="12329" name="Text Box 31">
                  <a:extLst>
                    <a:ext uri="{FF2B5EF4-FFF2-40B4-BE49-F238E27FC236}">
                      <a16:creationId xmlns:a16="http://schemas.microsoft.com/office/drawing/2014/main" id="{EAB0AB53-DEFB-404A-8312-088D0B0FB0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2" y="255"/>
                  <a:ext cx="574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Kingdom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Plantae</a:t>
                  </a:r>
                </a:p>
              </p:txBody>
            </p:sp>
            <p:sp>
              <p:nvSpPr>
                <p:cNvPr id="12330" name="Text Box 32">
                  <a:extLst>
                    <a:ext uri="{FF2B5EF4-FFF2-40B4-BE49-F238E27FC236}">
                      <a16:creationId xmlns:a16="http://schemas.microsoft.com/office/drawing/2014/main" id="{65474A58-7ECE-4EDA-A3CB-8DDA9B7077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4" y="266"/>
                  <a:ext cx="574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Kingdom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Fungi</a:t>
                  </a:r>
                </a:p>
              </p:txBody>
            </p:sp>
            <p:sp>
              <p:nvSpPr>
                <p:cNvPr id="12331" name="Text Box 33">
                  <a:extLst>
                    <a:ext uri="{FF2B5EF4-FFF2-40B4-BE49-F238E27FC236}">
                      <a16:creationId xmlns:a16="http://schemas.microsoft.com/office/drawing/2014/main" id="{5B353FD0-F087-490C-A746-956934037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1" y="266"/>
                  <a:ext cx="574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Kingdom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Protista</a:t>
                  </a:r>
                </a:p>
              </p:txBody>
            </p:sp>
            <p:sp>
              <p:nvSpPr>
                <p:cNvPr id="12332" name="Text Box 34">
                  <a:extLst>
                    <a:ext uri="{FF2B5EF4-FFF2-40B4-BE49-F238E27FC236}">
                      <a16:creationId xmlns:a16="http://schemas.microsoft.com/office/drawing/2014/main" id="{55451F1A-654A-4F0F-9B06-21EC057B07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38" y="266"/>
                  <a:ext cx="574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2269" tIns="41134" rIns="82269" bIns="41134">
                  <a:spAutoFit/>
                </a:bodyPr>
                <a:lstStyle>
                  <a:lvl1pPr defTabSz="822325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defTabSz="822325">
                    <a:spcBef>
                      <a:spcPct val="20000"/>
                    </a:spcBef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defTabSz="8223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Font typeface="Times New Roman" panose="02020603050405020304" pitchFamily="18" charset="0"/>
                    <a:buChar char="–"/>
                    <a:defRPr sz="2500">
                      <a:solidFill>
                        <a:srgbClr val="000000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Kingdom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solidFill>
                        <a:schemeClr val="tx2"/>
                      </a:solidFill>
                      <a:latin typeface="Arial" panose="020B0604020202020204" pitchFamily="34" charset="0"/>
                    </a:rPr>
                    <a:t>Animalia</a:t>
                  </a:r>
                </a:p>
              </p:txBody>
            </p:sp>
          </p:grpSp>
          <p:sp>
            <p:nvSpPr>
              <p:cNvPr id="12300" name="Line 35">
                <a:extLst>
                  <a:ext uri="{FF2B5EF4-FFF2-40B4-BE49-F238E27FC236}">
                    <a16:creationId xmlns:a16="http://schemas.microsoft.com/office/drawing/2014/main" id="{A55B2B23-A480-4F39-8E7B-61BCA9135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31" y="173"/>
                <a:ext cx="3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1" name="Line 36">
                <a:extLst>
                  <a:ext uri="{FF2B5EF4-FFF2-40B4-BE49-F238E27FC236}">
                    <a16:creationId xmlns:a16="http://schemas.microsoft.com/office/drawing/2014/main" id="{48BBE60D-518A-4809-8734-9613739E6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1" y="173"/>
                <a:ext cx="3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2" name="Line 37">
                <a:extLst>
                  <a:ext uri="{FF2B5EF4-FFF2-40B4-BE49-F238E27FC236}">
                    <a16:creationId xmlns:a16="http://schemas.microsoft.com/office/drawing/2014/main" id="{5004009B-7895-4422-AD21-9E75FFC07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31" y="173"/>
                <a:ext cx="0" cy="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298" name="Line 38">
              <a:extLst>
                <a:ext uri="{FF2B5EF4-FFF2-40B4-BE49-F238E27FC236}">
                  <a16:creationId xmlns:a16="http://schemas.microsoft.com/office/drawing/2014/main" id="{6313F578-A4DE-4166-B73E-9500FC2DDD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3" y="173"/>
              <a:ext cx="0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2" name="Text Box 39">
            <a:extLst>
              <a:ext uri="{FF2B5EF4-FFF2-40B4-BE49-F238E27FC236}">
                <a16:creationId xmlns:a16="http://schemas.microsoft.com/office/drawing/2014/main" id="{2F023BC5-DC2D-47F7-B2CC-15646B444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725" y="2120901"/>
            <a:ext cx="603765" cy="29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69" tIns="41134" rIns="82269" bIns="41134">
            <a:spAutoFit/>
          </a:bodyPr>
          <a:lstStyle>
            <a:lvl1pPr defTabSz="822325">
              <a:spcBef>
                <a:spcPct val="20000"/>
              </a:spcBef>
              <a:buClr>
                <a:schemeClr val="tx1"/>
              </a:buClr>
              <a:buChar char="•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1pPr>
            <a:lvl2pPr marL="742950" indent="-28575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2pPr>
            <a:lvl3pPr marL="1143000" indent="-22860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3pPr>
            <a:lvl4pPr marL="1600200" indent="-22860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4pPr>
            <a:lvl5pPr marL="2057400" indent="-22860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5pPr>
            <a:lvl6pPr marL="25146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6pPr>
            <a:lvl7pPr marL="29718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7pPr>
            <a:lvl8pPr marL="34290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8pPr>
            <a:lvl9pPr marL="38862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solidFill>
                  <a:schemeClr val="tx2"/>
                </a:solidFill>
                <a:latin typeface="Arial" panose="020B0604020202020204" pitchFamily="34" charset="0"/>
              </a:rPr>
              <a:t>ferns</a:t>
            </a:r>
          </a:p>
        </p:txBody>
      </p:sp>
      <p:sp>
        <p:nvSpPr>
          <p:cNvPr id="12293" name="Rectangle 40">
            <a:extLst>
              <a:ext uri="{FF2B5EF4-FFF2-40B4-BE49-F238E27FC236}">
                <a16:creationId xmlns:a16="http://schemas.microsoft.com/office/drawing/2014/main" id="{87172003-A882-443D-B3EA-9408DB9AC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6173788"/>
            <a:ext cx="3836988" cy="42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69" tIns="41134" rIns="82269" bIns="41134">
            <a:spAutoFit/>
          </a:bodyPr>
          <a:lstStyle>
            <a:lvl1pPr defTabSz="822325">
              <a:spcBef>
                <a:spcPct val="20000"/>
              </a:spcBef>
              <a:buClr>
                <a:schemeClr val="tx1"/>
              </a:buClr>
              <a:buChar char="•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1pPr>
            <a:lvl2pPr marL="742950" indent="-28575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2pPr>
            <a:lvl3pPr marL="1143000" indent="-22860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3pPr>
            <a:lvl4pPr marL="1600200" indent="-22860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4pPr>
            <a:lvl5pPr marL="2057400" indent="-228600" defTabSz="822325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5pPr>
            <a:lvl6pPr marL="25146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6pPr>
            <a:lvl7pPr marL="29718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7pPr>
            <a:lvl8pPr marL="34290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8pPr>
            <a:lvl9pPr marL="38862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200" b="1">
                <a:solidFill>
                  <a:schemeClr val="tx2"/>
                </a:solidFill>
                <a:latin typeface="Arial" panose="020B0604020202020204" pitchFamily="34" charset="0"/>
              </a:rPr>
              <a:t>The Tree of Life</a:t>
            </a:r>
          </a:p>
        </p:txBody>
      </p:sp>
      <p:sp>
        <p:nvSpPr>
          <p:cNvPr id="12294" name="Text Box 41">
            <a:extLst>
              <a:ext uri="{FF2B5EF4-FFF2-40B4-BE49-F238E27FC236}">
                <a16:creationId xmlns:a16="http://schemas.microsoft.com/office/drawing/2014/main" id="{0F17487D-EC84-4218-9929-89D3AD902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6" y="4303714"/>
            <a:ext cx="16922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Viruses are non-living</a:t>
            </a:r>
          </a:p>
        </p:txBody>
      </p:sp>
      <p:sp>
        <p:nvSpPr>
          <p:cNvPr id="12295" name="AutoShape 42">
            <a:extLst>
              <a:ext uri="{FF2B5EF4-FFF2-40B4-BE49-F238E27FC236}">
                <a16:creationId xmlns:a16="http://schemas.microsoft.com/office/drawing/2014/main" id="{7F8BD73F-F04C-45CE-B89F-B514269553B2}"/>
              </a:ext>
            </a:extLst>
          </p:cNvPr>
          <p:cNvSpPr>
            <a:spLocks/>
          </p:cNvSpPr>
          <p:nvPr/>
        </p:nvSpPr>
        <p:spPr bwMode="auto">
          <a:xfrm rot="16200000">
            <a:off x="3905250" y="-95250"/>
            <a:ext cx="266700" cy="914400"/>
          </a:xfrm>
          <a:prstGeom prst="rightBrace">
            <a:avLst>
              <a:gd name="adj1" fmla="val 2857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6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296" name="Text Box 43">
            <a:extLst>
              <a:ext uri="{FF2B5EF4-FFF2-40B4-BE49-F238E27FC236}">
                <a16:creationId xmlns:a16="http://schemas.microsoft.com/office/drawing/2014/main" id="{5C14526C-1A47-4275-ACC6-1CD32923A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-39688"/>
            <a:ext cx="1692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 New Roman" panose="02020603050405020304" pitchFamily="18" charset="0"/>
              <a:buChar char="–"/>
              <a:defRPr sz="2500">
                <a:solidFill>
                  <a:srgbClr val="000000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Arial" panose="020B0604020202020204" pitchFamily="34" charset="0"/>
              </a:rPr>
              <a:t>Prokaryotes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Cheryl Boice</dc:creator>
  <cp:lastModifiedBy>Cheryl Boice</cp:lastModifiedBy>
  <cp:revision>2</cp:revision>
  <dcterms:created xsi:type="dcterms:W3CDTF">2021-02-02T15:29:36Z</dcterms:created>
  <dcterms:modified xsi:type="dcterms:W3CDTF">2021-06-30T16:15:02Z</dcterms:modified>
</cp:coreProperties>
</file>